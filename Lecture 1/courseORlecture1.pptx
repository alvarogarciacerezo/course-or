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1774" r:id="rId2"/>
    <p:sldId id="1877" r:id="rId3"/>
    <p:sldId id="259" r:id="rId4"/>
    <p:sldId id="1036" r:id="rId5"/>
    <p:sldId id="1001" r:id="rId6"/>
    <p:sldId id="1004" r:id="rId7"/>
    <p:sldId id="1003" r:id="rId8"/>
    <p:sldId id="1005" r:id="rId9"/>
    <p:sldId id="1002" r:id="rId10"/>
    <p:sldId id="1006" r:id="rId11"/>
    <p:sldId id="1007" r:id="rId12"/>
    <p:sldId id="1040" r:id="rId13"/>
    <p:sldId id="1039" r:id="rId14"/>
    <p:sldId id="1041" r:id="rId15"/>
    <p:sldId id="1042" r:id="rId16"/>
    <p:sldId id="1044" r:id="rId17"/>
    <p:sldId id="1043" r:id="rId18"/>
    <p:sldId id="1065" r:id="rId19"/>
    <p:sldId id="1008" r:id="rId20"/>
    <p:sldId id="1034" r:id="rId21"/>
    <p:sldId id="1038" r:id="rId22"/>
    <p:sldId id="1860" r:id="rId23"/>
    <p:sldId id="1068" r:id="rId24"/>
    <p:sldId id="1070" r:id="rId25"/>
    <p:sldId id="1071" r:id="rId26"/>
    <p:sldId id="1073" r:id="rId27"/>
    <p:sldId id="1074" r:id="rId28"/>
    <p:sldId id="1076" r:id="rId29"/>
    <p:sldId id="1077" r:id="rId30"/>
    <p:sldId id="1081" r:id="rId31"/>
    <p:sldId id="1072" r:id="rId32"/>
    <p:sldId id="1078" r:id="rId33"/>
    <p:sldId id="1069" r:id="rId34"/>
    <p:sldId id="1063" r:id="rId35"/>
    <p:sldId id="1876" r:id="rId36"/>
    <p:sldId id="1062" r:id="rId37"/>
    <p:sldId id="1079" r:id="rId38"/>
    <p:sldId id="1080" r:id="rId39"/>
    <p:sldId id="1764" r:id="rId40"/>
    <p:sldId id="1037" r:id="rId41"/>
    <p:sldId id="1009" r:id="rId42"/>
    <p:sldId id="1012" r:id="rId43"/>
    <p:sldId id="1016" r:id="rId44"/>
    <p:sldId id="1014" r:id="rId45"/>
    <p:sldId id="1013" r:id="rId46"/>
    <p:sldId id="1011" r:id="rId47"/>
    <p:sldId id="1017" r:id="rId48"/>
    <p:sldId id="1010" r:id="rId49"/>
    <p:sldId id="1018" r:id="rId50"/>
    <p:sldId id="1020" r:id="rId51"/>
    <p:sldId id="1029" r:id="rId52"/>
    <p:sldId id="1022" r:id="rId53"/>
    <p:sldId id="1023" r:id="rId54"/>
    <p:sldId id="1030" r:id="rId55"/>
    <p:sldId id="1024" r:id="rId56"/>
    <p:sldId id="1025" r:id="rId57"/>
    <p:sldId id="1026" r:id="rId58"/>
    <p:sldId id="1027" r:id="rId59"/>
    <p:sldId id="1028" r:id="rId60"/>
    <p:sldId id="1047" r:id="rId61"/>
    <p:sldId id="1031" r:id="rId62"/>
    <p:sldId id="1052" r:id="rId63"/>
    <p:sldId id="1053" r:id="rId64"/>
    <p:sldId id="1048" r:id="rId65"/>
    <p:sldId id="1050" r:id="rId66"/>
    <p:sldId id="1049" r:id="rId67"/>
    <p:sldId id="1054" r:id="rId68"/>
    <p:sldId id="1056" r:id="rId69"/>
    <p:sldId id="1055" r:id="rId70"/>
    <p:sldId id="1051" r:id="rId71"/>
    <p:sldId id="1057" r:id="rId72"/>
    <p:sldId id="1058" r:id="rId73"/>
    <p:sldId id="1059" r:id="rId74"/>
    <p:sldId id="1060" r:id="rId75"/>
    <p:sldId id="1061" r:id="rId76"/>
    <p:sldId id="1775" r:id="rId77"/>
    <p:sldId id="1776" r:id="rId78"/>
    <p:sldId id="1777" r:id="rId79"/>
    <p:sldId id="1778" r:id="rId80"/>
    <p:sldId id="1762" r:id="rId81"/>
    <p:sldId id="1763" r:id="rId82"/>
    <p:sldId id="1779" r:id="rId83"/>
    <p:sldId id="1780" r:id="rId84"/>
    <p:sldId id="1781" r:id="rId85"/>
    <p:sldId id="1782" r:id="rId86"/>
    <p:sldId id="1783" r:id="rId87"/>
    <p:sldId id="1784" r:id="rId88"/>
    <p:sldId id="1786" r:id="rId89"/>
    <p:sldId id="1791" r:id="rId90"/>
    <p:sldId id="1813" r:id="rId91"/>
    <p:sldId id="1816" r:id="rId92"/>
    <p:sldId id="1766" r:id="rId93"/>
    <p:sldId id="1787" r:id="rId94"/>
    <p:sldId id="1789" r:id="rId95"/>
    <p:sldId id="1790" r:id="rId96"/>
    <p:sldId id="1792" r:id="rId97"/>
    <p:sldId id="1793" r:id="rId98"/>
    <p:sldId id="1794" r:id="rId99"/>
    <p:sldId id="1768" r:id="rId100"/>
    <p:sldId id="1818" r:id="rId101"/>
    <p:sldId id="1819" r:id="rId102"/>
    <p:sldId id="1826" r:id="rId103"/>
    <p:sldId id="1817" r:id="rId104"/>
    <p:sldId id="1820" r:id="rId105"/>
    <p:sldId id="1821" r:id="rId106"/>
    <p:sldId id="1822" r:id="rId107"/>
    <p:sldId id="1823" r:id="rId108"/>
    <p:sldId id="1824" r:id="rId109"/>
    <p:sldId id="1856" r:id="rId110"/>
    <p:sldId id="1825" r:id="rId111"/>
    <p:sldId id="1772" r:id="rId112"/>
    <p:sldId id="1858" r:id="rId113"/>
    <p:sldId id="1859" r:id="rId114"/>
    <p:sldId id="2049" r:id="rId115"/>
    <p:sldId id="608" r:id="rId116"/>
    <p:sldId id="604" r:id="rId117"/>
    <p:sldId id="1857" r:id="rId118"/>
    <p:sldId id="629" r:id="rId119"/>
    <p:sldId id="1863" r:id="rId120"/>
    <p:sldId id="1864" r:id="rId121"/>
    <p:sldId id="1865" r:id="rId122"/>
    <p:sldId id="1866" r:id="rId123"/>
    <p:sldId id="1867" r:id="rId124"/>
    <p:sldId id="1870" r:id="rId125"/>
    <p:sldId id="1872" r:id="rId126"/>
    <p:sldId id="1873" r:id="rId127"/>
    <p:sldId id="1862" r:id="rId128"/>
    <p:sldId id="1874" r:id="rId129"/>
    <p:sldId id="1770" r:id="rId130"/>
    <p:sldId id="1830" r:id="rId131"/>
    <p:sldId id="1771" r:id="rId132"/>
    <p:sldId id="1828" r:id="rId133"/>
    <p:sldId id="2054" r:id="rId134"/>
    <p:sldId id="1831" r:id="rId135"/>
    <p:sldId id="1829" r:id="rId136"/>
    <p:sldId id="1832" r:id="rId137"/>
    <p:sldId id="1833" r:id="rId138"/>
    <p:sldId id="1834" r:id="rId139"/>
    <p:sldId id="1836" r:id="rId140"/>
    <p:sldId id="1837" r:id="rId141"/>
    <p:sldId id="1842" r:id="rId142"/>
    <p:sldId id="1844" r:id="rId143"/>
    <p:sldId id="1845" r:id="rId144"/>
    <p:sldId id="1846" r:id="rId145"/>
    <p:sldId id="1847" r:id="rId146"/>
    <p:sldId id="1849" r:id="rId147"/>
    <p:sldId id="1850" r:id="rId148"/>
    <p:sldId id="1851" r:id="rId149"/>
    <p:sldId id="1852" r:id="rId150"/>
    <p:sldId id="1853" r:id="rId151"/>
    <p:sldId id="1855" r:id="rId152"/>
    <p:sldId id="1838" r:id="rId153"/>
    <p:sldId id="1835" r:id="rId154"/>
    <p:sldId id="1840" r:id="rId155"/>
    <p:sldId id="1839" r:id="rId156"/>
    <p:sldId id="1841" r:id="rId157"/>
    <p:sldId id="2052" r:id="rId158"/>
    <p:sldId id="2053" r:id="rId159"/>
    <p:sldId id="2051" r:id="rId160"/>
    <p:sldId id="1861" r:id="rId161"/>
    <p:sldId id="1760" r:id="rId162"/>
    <p:sldId id="1087" r:id="rId163"/>
    <p:sldId id="1086" r:id="rId164"/>
    <p:sldId id="1761" r:id="rId165"/>
    <p:sldId id="309" r:id="rId16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F35D0CCA-6354-4223-BD57-0198FC776D9F}">
          <p14:sldIdLst>
            <p14:sldId id="1774"/>
            <p14:sldId id="1877"/>
            <p14:sldId id="259"/>
          </p14:sldIdLst>
        </p14:section>
        <p14:section name="Introduction" id="{888D23A7-8C18-4202-B573-01B0823304C1}">
          <p14:sldIdLst>
            <p14:sldId id="1036"/>
            <p14:sldId id="1001"/>
            <p14:sldId id="1004"/>
            <p14:sldId id="1003"/>
            <p14:sldId id="1005"/>
            <p14:sldId id="1002"/>
            <p14:sldId id="1006"/>
            <p14:sldId id="1007"/>
            <p14:sldId id="1040"/>
            <p14:sldId id="1039"/>
            <p14:sldId id="1041"/>
            <p14:sldId id="1042"/>
            <p14:sldId id="1044"/>
            <p14:sldId id="1043"/>
            <p14:sldId id="1065"/>
            <p14:sldId id="1008"/>
            <p14:sldId id="1034"/>
          </p14:sldIdLst>
        </p14:section>
        <p14:section name="Classification" id="{425F0AAC-FD45-4F86-8117-F5C1BF69218D}">
          <p14:sldIdLst>
            <p14:sldId id="1038"/>
            <p14:sldId id="1860"/>
            <p14:sldId id="1068"/>
            <p14:sldId id="1070"/>
            <p14:sldId id="1071"/>
            <p14:sldId id="1073"/>
            <p14:sldId id="1074"/>
            <p14:sldId id="1076"/>
            <p14:sldId id="1077"/>
            <p14:sldId id="1081"/>
            <p14:sldId id="1072"/>
            <p14:sldId id="1078"/>
            <p14:sldId id="1069"/>
            <p14:sldId id="1063"/>
            <p14:sldId id="1876"/>
            <p14:sldId id="1062"/>
            <p14:sldId id="1079"/>
            <p14:sldId id="1080"/>
            <p14:sldId id="1764"/>
          </p14:sldIdLst>
        </p14:section>
        <p14:section name="LP" id="{41882F34-D25A-4BD9-AE56-9300ADF91BE2}">
          <p14:sldIdLst>
            <p14:sldId id="1037"/>
            <p14:sldId id="1009"/>
            <p14:sldId id="1012"/>
            <p14:sldId id="1016"/>
            <p14:sldId id="1014"/>
            <p14:sldId id="1013"/>
            <p14:sldId id="1011"/>
            <p14:sldId id="1017"/>
            <p14:sldId id="1010"/>
            <p14:sldId id="1018"/>
            <p14:sldId id="1020"/>
            <p14:sldId id="1029"/>
            <p14:sldId id="1022"/>
            <p14:sldId id="1023"/>
            <p14:sldId id="1030"/>
            <p14:sldId id="1024"/>
            <p14:sldId id="1025"/>
            <p14:sldId id="1026"/>
            <p14:sldId id="1027"/>
            <p14:sldId id="1028"/>
            <p14:sldId id="1047"/>
            <p14:sldId id="1031"/>
            <p14:sldId id="1052"/>
            <p14:sldId id="1053"/>
            <p14:sldId id="1048"/>
            <p14:sldId id="1050"/>
            <p14:sldId id="1049"/>
            <p14:sldId id="1054"/>
            <p14:sldId id="1056"/>
            <p14:sldId id="1055"/>
            <p14:sldId id="1051"/>
            <p14:sldId id="1057"/>
            <p14:sldId id="1058"/>
            <p14:sldId id="1059"/>
            <p14:sldId id="1060"/>
            <p14:sldId id="1061"/>
            <p14:sldId id="1775"/>
            <p14:sldId id="1776"/>
            <p14:sldId id="1777"/>
            <p14:sldId id="1778"/>
          </p14:sldIdLst>
        </p14:section>
        <p14:section name="MILP" id="{127E983B-2593-4C0C-B622-87062A982FCF}">
          <p14:sldIdLst>
            <p14:sldId id="1762"/>
            <p14:sldId id="1763"/>
            <p14:sldId id="1779"/>
            <p14:sldId id="1780"/>
            <p14:sldId id="1781"/>
            <p14:sldId id="1782"/>
            <p14:sldId id="1783"/>
            <p14:sldId id="1784"/>
            <p14:sldId id="1786"/>
            <p14:sldId id="1791"/>
            <p14:sldId id="1813"/>
            <p14:sldId id="1816"/>
          </p14:sldIdLst>
        </p14:section>
        <p14:section name="NLP" id="{0458306D-B89F-48E3-88AD-A324B7068E3D}">
          <p14:sldIdLst>
            <p14:sldId id="1766"/>
            <p14:sldId id="1787"/>
            <p14:sldId id="1789"/>
            <p14:sldId id="1790"/>
            <p14:sldId id="1792"/>
            <p14:sldId id="1793"/>
            <p14:sldId id="1794"/>
          </p14:sldIdLst>
        </p14:section>
        <p14:section name="GAMS" id="{24E0C0BE-9A86-4C2D-9B0D-1DCA5D047744}">
          <p14:sldIdLst>
            <p14:sldId id="1768"/>
            <p14:sldId id="1818"/>
            <p14:sldId id="1819"/>
            <p14:sldId id="1826"/>
            <p14:sldId id="1817"/>
            <p14:sldId id="1820"/>
            <p14:sldId id="1821"/>
            <p14:sldId id="1822"/>
            <p14:sldId id="1823"/>
            <p14:sldId id="1824"/>
            <p14:sldId id="1856"/>
            <p14:sldId id="1825"/>
          </p14:sldIdLst>
        </p14:section>
        <p14:section name="Duality" id="{EA5C1D39-8E41-4DAF-BC86-D099D4AE019A}">
          <p14:sldIdLst>
            <p14:sldId id="1772"/>
            <p14:sldId id="1858"/>
            <p14:sldId id="1859"/>
            <p14:sldId id="2049"/>
            <p14:sldId id="608"/>
            <p14:sldId id="604"/>
            <p14:sldId id="1857"/>
            <p14:sldId id="629"/>
            <p14:sldId id="1863"/>
            <p14:sldId id="1864"/>
            <p14:sldId id="1865"/>
            <p14:sldId id="1866"/>
            <p14:sldId id="1867"/>
            <p14:sldId id="1870"/>
            <p14:sldId id="1872"/>
            <p14:sldId id="1873"/>
            <p14:sldId id="1862"/>
            <p14:sldId id="1874"/>
          </p14:sldIdLst>
        </p14:section>
        <p14:section name="Reformulation" id="{318970B7-BD52-4A6B-AA7B-B2F6D71BBEF0}">
          <p14:sldIdLst>
            <p14:sldId id="1770"/>
            <p14:sldId id="1830"/>
            <p14:sldId id="1771"/>
            <p14:sldId id="1828"/>
            <p14:sldId id="2054"/>
            <p14:sldId id="1831"/>
            <p14:sldId id="1829"/>
            <p14:sldId id="1832"/>
            <p14:sldId id="1833"/>
            <p14:sldId id="1834"/>
            <p14:sldId id="1836"/>
            <p14:sldId id="1837"/>
            <p14:sldId id="1842"/>
            <p14:sldId id="1844"/>
            <p14:sldId id="1845"/>
            <p14:sldId id="1846"/>
            <p14:sldId id="1847"/>
            <p14:sldId id="1849"/>
            <p14:sldId id="1850"/>
            <p14:sldId id="1851"/>
            <p14:sldId id="1852"/>
            <p14:sldId id="1853"/>
            <p14:sldId id="1855"/>
            <p14:sldId id="1838"/>
            <p14:sldId id="1835"/>
            <p14:sldId id="1840"/>
            <p14:sldId id="1839"/>
            <p14:sldId id="1841"/>
            <p14:sldId id="2052"/>
            <p14:sldId id="2053"/>
            <p14:sldId id="2051"/>
          </p14:sldIdLst>
        </p14:section>
        <p14:section name="Next lecture" id="{70707B4B-BC27-4D44-8891-A572E09C10A0}">
          <p14:sldIdLst>
            <p14:sldId id="1861"/>
          </p14:sldIdLst>
        </p14:section>
        <p14:section name="References" id="{B20645DB-3E64-424F-88F9-C4C8FAF99C58}">
          <p14:sldIdLst>
            <p14:sldId id="1760"/>
            <p14:sldId id="1087"/>
            <p14:sldId id="1086"/>
            <p14:sldId id="1761"/>
          </p14:sldIdLst>
        </p14:section>
        <p14:section name="Ending" id="{CBD9532B-BF22-4538-8A95-8A5CF947C247}">
          <p14:sldIdLst>
            <p14:sldId id="3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66A9D9"/>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993DD6-52BB-432F-808F-C65A0D46B52D}" v="6010" dt="2026-09-15T12:24:51.91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35" autoAdjust="0"/>
    <p:restoredTop sz="89104" autoAdjust="0"/>
  </p:normalViewPr>
  <p:slideViewPr>
    <p:cSldViewPr snapToGrid="0">
      <p:cViewPr varScale="1">
        <p:scale>
          <a:sx n="66" d="100"/>
          <a:sy n="66" d="100"/>
        </p:scale>
        <p:origin x="492" y="32"/>
      </p:cViewPr>
      <p:guideLst/>
    </p:cSldViewPr>
  </p:slideViewPr>
  <p:notesTextViewPr>
    <p:cViewPr>
      <p:scale>
        <a:sx n="3" d="2"/>
        <a:sy n="3" d="2"/>
      </p:scale>
      <p:origin x="0" y="0"/>
    </p:cViewPr>
  </p:notesTextViewPr>
  <p:sorterViewPr>
    <p:cViewPr>
      <p:scale>
        <a:sx n="50" d="100"/>
        <a:sy n="50" d="100"/>
      </p:scale>
      <p:origin x="0" y="-550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microsoft.com/office/2016/11/relationships/changesInfo" Target="changesInfos/changesInfo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Álvaro García Cerezo" userId="431236b2-20b9-46ca-97a9-97f8fe0db936" providerId="ADAL" clId="{15107D05-290A-4D7B-AE2B-29B0EAF6F057}"/>
    <pc:docChg chg="undo redo custSel addSld delSld modSld sldOrd addMainMaster delMainMaster modMainMaster addSection delSection modSection">
      <pc:chgData name="Álvaro García Cerezo" userId="431236b2-20b9-46ca-97a9-97f8fe0db936" providerId="ADAL" clId="{15107D05-290A-4D7B-AE2B-29B0EAF6F057}" dt="2026-09-15T12:24:51.913" v="73877" actId="20577"/>
      <pc:docMkLst>
        <pc:docMk/>
      </pc:docMkLst>
      <pc:sldChg chg="addSp delSp modSp add mod ord">
        <pc:chgData name="Álvaro García Cerezo" userId="431236b2-20b9-46ca-97a9-97f8fe0db936" providerId="ADAL" clId="{15107D05-290A-4D7B-AE2B-29B0EAF6F057}" dt="2026-09-11T16:18:03.191" v="73872" actId="14100"/>
        <pc:sldMkLst>
          <pc:docMk/>
          <pc:sldMk cId="2480136921" sldId="259"/>
        </pc:sldMkLst>
        <pc:spChg chg="mod">
          <ac:chgData name="Álvaro García Cerezo" userId="431236b2-20b9-46ca-97a9-97f8fe0db936" providerId="ADAL" clId="{15107D05-290A-4D7B-AE2B-29B0EAF6F057}" dt="2026-08-16T11:14:56.727" v="69914" actId="27636"/>
          <ac:spMkLst>
            <pc:docMk/>
            <pc:sldMk cId="2480136921" sldId="259"/>
            <ac:spMk id="3" creationId="{55A26373-A7F6-D8D0-A56D-228F5B88B583}"/>
          </ac:spMkLst>
        </pc:spChg>
        <pc:spChg chg="add mod">
          <ac:chgData name="Álvaro García Cerezo" userId="431236b2-20b9-46ca-97a9-97f8fe0db936" providerId="ADAL" clId="{15107D05-290A-4D7B-AE2B-29B0EAF6F057}" dt="2026-09-11T16:17:58.119" v="73866" actId="14100"/>
          <ac:spMkLst>
            <pc:docMk/>
            <pc:sldMk cId="2480136921" sldId="259"/>
            <ac:spMk id="8" creationId="{D4196D4A-1927-B707-2E45-630CE2716CD4}"/>
          </ac:spMkLst>
        </pc:spChg>
        <pc:spChg chg="add mod">
          <ac:chgData name="Álvaro García Cerezo" userId="431236b2-20b9-46ca-97a9-97f8fe0db936" providerId="ADAL" clId="{15107D05-290A-4D7B-AE2B-29B0EAF6F057}" dt="2026-09-11T16:18:03.191" v="73872" actId="14100"/>
          <ac:spMkLst>
            <pc:docMk/>
            <pc:sldMk cId="2480136921" sldId="259"/>
            <ac:spMk id="9" creationId="{AAA287E1-859E-150E-F4E7-FB1041158870}"/>
          </ac:spMkLst>
        </pc:spChg>
      </pc:sldChg>
      <pc:sldChg chg="addSp delSp modSp add mod ord">
        <pc:chgData name="Álvaro García Cerezo" userId="431236b2-20b9-46ca-97a9-97f8fe0db936" providerId="ADAL" clId="{15107D05-290A-4D7B-AE2B-29B0EAF6F057}" dt="2026-08-16T11:15:25.024" v="69918"/>
        <pc:sldMkLst>
          <pc:docMk/>
          <pc:sldMk cId="374022811" sldId="604"/>
        </pc:sldMkLst>
        <pc:spChg chg="add mod">
          <ac:chgData name="Álvaro García Cerezo" userId="431236b2-20b9-46ca-97a9-97f8fe0db936" providerId="ADAL" clId="{15107D05-290A-4D7B-AE2B-29B0EAF6F057}" dt="2026-08-16T10:24:30.494" v="68572"/>
          <ac:spMkLst>
            <pc:docMk/>
            <pc:sldMk cId="374022811" sldId="604"/>
            <ac:spMk id="9" creationId="{68F1D42C-50BD-9358-4E65-88D29419B9E7}"/>
          </ac:spMkLst>
        </pc:spChg>
        <pc:spChg chg="add mod">
          <ac:chgData name="Álvaro García Cerezo" userId="431236b2-20b9-46ca-97a9-97f8fe0db936" providerId="ADAL" clId="{15107D05-290A-4D7B-AE2B-29B0EAF6F057}" dt="2026-08-16T10:24:30.494" v="68572"/>
          <ac:spMkLst>
            <pc:docMk/>
            <pc:sldMk cId="374022811" sldId="604"/>
            <ac:spMk id="11" creationId="{BCFFE399-5040-EC2D-6585-7402650FF252}"/>
          </ac:spMkLst>
        </pc:spChg>
        <pc:spChg chg="add">
          <ac:chgData name="Álvaro García Cerezo" userId="431236b2-20b9-46ca-97a9-97f8fe0db936" providerId="ADAL" clId="{15107D05-290A-4D7B-AE2B-29B0EAF6F057}" dt="2026-08-16T10:35:22.824" v="68733" actId="22"/>
          <ac:spMkLst>
            <pc:docMk/>
            <pc:sldMk cId="374022811" sldId="604"/>
            <ac:spMk id="13" creationId="{406EF400-5800-5233-A375-83F2FCEA3D73}"/>
          </ac:spMkLst>
        </pc:spChg>
      </pc:sldChg>
      <pc:sldChg chg="addSp delSp modSp add mod ord">
        <pc:chgData name="Álvaro García Cerezo" userId="431236b2-20b9-46ca-97a9-97f8fe0db936" providerId="ADAL" clId="{15107D05-290A-4D7B-AE2B-29B0EAF6F057}" dt="2026-08-16T11:15:25.024" v="69918"/>
        <pc:sldMkLst>
          <pc:docMk/>
          <pc:sldMk cId="3864844521" sldId="608"/>
        </pc:sldMkLst>
        <pc:spChg chg="add mod">
          <ac:chgData name="Álvaro García Cerezo" userId="431236b2-20b9-46ca-97a9-97f8fe0db936" providerId="ADAL" clId="{15107D05-290A-4D7B-AE2B-29B0EAF6F057}" dt="2026-08-16T10:24:24.548" v="68569"/>
          <ac:spMkLst>
            <pc:docMk/>
            <pc:sldMk cId="3864844521" sldId="608"/>
            <ac:spMk id="12" creationId="{BF431D53-44D9-4260-310B-031B8A8F927A}"/>
          </ac:spMkLst>
        </pc:spChg>
        <pc:spChg chg="add mod">
          <ac:chgData name="Álvaro García Cerezo" userId="431236b2-20b9-46ca-97a9-97f8fe0db936" providerId="ADAL" clId="{15107D05-290A-4D7B-AE2B-29B0EAF6F057}" dt="2026-08-16T10:24:24.548" v="68569"/>
          <ac:spMkLst>
            <pc:docMk/>
            <pc:sldMk cId="3864844521" sldId="608"/>
            <ac:spMk id="13" creationId="{685F1A45-9CA7-7C65-733B-B5DC586C0462}"/>
          </ac:spMkLst>
        </pc:spChg>
      </pc:sldChg>
      <pc:sldChg chg="addSp delSp modSp add mod">
        <pc:chgData name="Álvaro García Cerezo" userId="431236b2-20b9-46ca-97a9-97f8fe0db936" providerId="ADAL" clId="{15107D05-290A-4D7B-AE2B-29B0EAF6F057}" dt="2026-08-16T15:36:27.890" v="70012" actId="1076"/>
        <pc:sldMkLst>
          <pc:docMk/>
          <pc:sldMk cId="3243683061" sldId="629"/>
        </pc:sldMkLst>
        <pc:spChg chg="add mod">
          <ac:chgData name="Álvaro García Cerezo" userId="431236b2-20b9-46ca-97a9-97f8fe0db936" providerId="ADAL" clId="{15107D05-290A-4D7B-AE2B-29B0EAF6F057}" dt="2026-08-16T15:36:12.758" v="70009"/>
          <ac:spMkLst>
            <pc:docMk/>
            <pc:sldMk cId="3243683061" sldId="629"/>
            <ac:spMk id="8" creationId="{88AC4B72-A1DA-9755-7666-41C975B64B3E}"/>
          </ac:spMkLst>
        </pc:spChg>
        <pc:spChg chg="add mod">
          <ac:chgData name="Álvaro García Cerezo" userId="431236b2-20b9-46ca-97a9-97f8fe0db936" providerId="ADAL" clId="{15107D05-290A-4D7B-AE2B-29B0EAF6F057}" dt="2026-08-16T15:36:12.758" v="70009"/>
          <ac:spMkLst>
            <pc:docMk/>
            <pc:sldMk cId="3243683061" sldId="629"/>
            <ac:spMk id="9" creationId="{048B0736-65DA-3DE8-1499-90A1E844094F}"/>
          </ac:spMkLst>
        </pc:spChg>
        <pc:picChg chg="mod">
          <ac:chgData name="Álvaro García Cerezo" userId="431236b2-20b9-46ca-97a9-97f8fe0db936" providerId="ADAL" clId="{15107D05-290A-4D7B-AE2B-29B0EAF6F057}" dt="2026-08-16T15:36:27.890" v="70012" actId="1076"/>
          <ac:picMkLst>
            <pc:docMk/>
            <pc:sldMk cId="3243683061" sldId="629"/>
            <ac:picMk id="5" creationId="{63391432-BA71-9DCB-C576-D66B7A8EBD2D}"/>
          </ac:picMkLst>
        </pc:picChg>
      </pc:sldChg>
      <pc:sldChg chg="addSp delSp modSp add mod">
        <pc:chgData name="Álvaro García Cerezo" userId="431236b2-20b9-46ca-97a9-97f8fe0db936" providerId="ADAL" clId="{15107D05-290A-4D7B-AE2B-29B0EAF6F057}" dt="2026-09-11T16:17:38.467" v="73854" actId="1076"/>
        <pc:sldMkLst>
          <pc:docMk/>
          <pc:sldMk cId="3370280574" sldId="1002"/>
        </pc:sldMkLst>
        <pc:spChg chg="add mod">
          <ac:chgData name="Álvaro García Cerezo" userId="431236b2-20b9-46ca-97a9-97f8fe0db936" providerId="ADAL" clId="{15107D05-290A-4D7B-AE2B-29B0EAF6F057}" dt="2026-08-18T16:19:37.239" v="70133"/>
          <ac:spMkLst>
            <pc:docMk/>
            <pc:sldMk cId="3370280574" sldId="1002"/>
            <ac:spMk id="6" creationId="{B63B54A4-EF7F-3D3D-FBA7-1EE0A29254BA}"/>
          </ac:spMkLst>
        </pc:spChg>
        <pc:spChg chg="add mod">
          <ac:chgData name="Álvaro García Cerezo" userId="431236b2-20b9-46ca-97a9-97f8fe0db936" providerId="ADAL" clId="{15107D05-290A-4D7B-AE2B-29B0EAF6F057}" dt="2026-09-11T16:17:38.467" v="73854" actId="1076"/>
          <ac:spMkLst>
            <pc:docMk/>
            <pc:sldMk cId="3370280574" sldId="1002"/>
            <ac:spMk id="7" creationId="{40753C17-8A3A-A75B-C809-F8C845FAA634}"/>
          </ac:spMkLst>
        </pc:spChg>
      </pc:sldChg>
      <pc:sldChg chg="addSp delSp modSp add mod ord">
        <pc:chgData name="Álvaro García Cerezo" userId="431236b2-20b9-46ca-97a9-97f8fe0db936" providerId="ADAL" clId="{15107D05-290A-4D7B-AE2B-29B0EAF6F057}" dt="2026-08-23T14:16:22.444" v="71220" actId="207"/>
        <pc:sldMkLst>
          <pc:docMk/>
          <pc:sldMk cId="3261471162" sldId="1003"/>
        </pc:sldMkLst>
        <pc:spChg chg="mod">
          <ac:chgData name="Álvaro García Cerezo" userId="431236b2-20b9-46ca-97a9-97f8fe0db936" providerId="ADAL" clId="{15107D05-290A-4D7B-AE2B-29B0EAF6F057}" dt="2026-08-18T16:19:17.767" v="70121" actId="14100"/>
          <ac:spMkLst>
            <pc:docMk/>
            <pc:sldMk cId="3261471162" sldId="1003"/>
            <ac:spMk id="16" creationId="{DA080D47-EB92-6ABB-505B-8A61E9D80882}"/>
          </ac:spMkLst>
        </pc:spChg>
        <pc:spChg chg="mod">
          <ac:chgData name="Álvaro García Cerezo" userId="431236b2-20b9-46ca-97a9-97f8fe0db936" providerId="ADAL" clId="{15107D05-290A-4D7B-AE2B-29B0EAF6F057}" dt="2026-08-18T16:19:22.657" v="70127" actId="14100"/>
          <ac:spMkLst>
            <pc:docMk/>
            <pc:sldMk cId="3261471162" sldId="1003"/>
            <ac:spMk id="18" creationId="{5CA53503-11FB-AE64-1546-00E45FE163FC}"/>
          </ac:spMkLst>
        </pc:spChg>
        <pc:picChg chg="add mod topLvl">
          <ac:chgData name="Álvaro García Cerezo" userId="431236b2-20b9-46ca-97a9-97f8fe0db936" providerId="ADAL" clId="{15107D05-290A-4D7B-AE2B-29B0EAF6F057}" dt="2026-08-19T17:39:54.159" v="71143" actId="165"/>
          <ac:picMkLst>
            <pc:docMk/>
            <pc:sldMk cId="3261471162" sldId="1003"/>
            <ac:picMk id="19" creationId="{7E1BBFB9-AE09-5097-5A65-C20C30A8BBEF}"/>
          </ac:picMkLst>
        </pc:picChg>
        <pc:picChg chg="add mod ord topLvl">
          <ac:chgData name="Álvaro García Cerezo" userId="431236b2-20b9-46ca-97a9-97f8fe0db936" providerId="ADAL" clId="{15107D05-290A-4D7B-AE2B-29B0EAF6F057}" dt="2026-08-19T17:39:54.159" v="71143" actId="165"/>
          <ac:picMkLst>
            <pc:docMk/>
            <pc:sldMk cId="3261471162" sldId="1003"/>
            <ac:picMk id="31" creationId="{34F63C61-68D0-444F-BE68-F6DAEA7F63AA}"/>
          </ac:picMkLst>
        </pc:picChg>
        <pc:picChg chg="add mod">
          <ac:chgData name="Álvaro García Cerezo" userId="431236b2-20b9-46ca-97a9-97f8fe0db936" providerId="ADAL" clId="{15107D05-290A-4D7B-AE2B-29B0EAF6F057}" dt="2026-08-23T14:16:22.444" v="71220" actId="207"/>
          <ac:picMkLst>
            <pc:docMk/>
            <pc:sldMk cId="3261471162" sldId="1003"/>
            <ac:picMk id="34" creationId="{353020C9-1C5F-D1A5-51C4-2486C8C8B284}"/>
          </ac:picMkLst>
        </pc:picChg>
      </pc:sldChg>
      <pc:sldChg chg="addSp delSp modSp add mod addAnim delAnim modAnim">
        <pc:chgData name="Álvaro García Cerezo" userId="431236b2-20b9-46ca-97a9-97f8fe0db936" providerId="ADAL" clId="{15107D05-290A-4D7B-AE2B-29B0EAF6F057}" dt="2026-08-23T14:18:51.163" v="71233"/>
        <pc:sldMkLst>
          <pc:docMk/>
          <pc:sldMk cId="539859122" sldId="1005"/>
        </pc:sldMkLst>
        <pc:spChg chg="mod">
          <ac:chgData name="Álvaro García Cerezo" userId="431236b2-20b9-46ca-97a9-97f8fe0db936" providerId="ADAL" clId="{15107D05-290A-4D7B-AE2B-29B0EAF6F057}" dt="2026-08-23T14:18:48.477" v="71229" actId="20577"/>
          <ac:spMkLst>
            <pc:docMk/>
            <pc:sldMk cId="539859122" sldId="1005"/>
            <ac:spMk id="2" creationId="{E020B86D-FEBC-89DE-39A0-65759828B326}"/>
          </ac:spMkLst>
        </pc:spChg>
        <pc:spChg chg="add mod">
          <ac:chgData name="Álvaro García Cerezo" userId="431236b2-20b9-46ca-97a9-97f8fe0db936" providerId="ADAL" clId="{15107D05-290A-4D7B-AE2B-29B0EAF6F057}" dt="2026-08-18T16:19:32.146" v="70130"/>
          <ac:spMkLst>
            <pc:docMk/>
            <pc:sldMk cId="539859122" sldId="1005"/>
            <ac:spMk id="8" creationId="{6006088F-494E-34C8-CD7D-35FB176E6010}"/>
          </ac:spMkLst>
        </pc:spChg>
        <pc:spChg chg="add mod">
          <ac:chgData name="Álvaro García Cerezo" userId="431236b2-20b9-46ca-97a9-97f8fe0db936" providerId="ADAL" clId="{15107D05-290A-4D7B-AE2B-29B0EAF6F057}" dt="2026-08-18T16:19:32.146" v="70130"/>
          <ac:spMkLst>
            <pc:docMk/>
            <pc:sldMk cId="539859122" sldId="1005"/>
            <ac:spMk id="10" creationId="{19C5814A-8BAA-4C4E-55B7-41B6E840340C}"/>
          </ac:spMkLst>
        </pc:spChg>
      </pc:sldChg>
      <pc:sldChg chg="addSp delSp modSp add mod">
        <pc:chgData name="Álvaro García Cerezo" userId="431236b2-20b9-46ca-97a9-97f8fe0db936" providerId="ADAL" clId="{15107D05-290A-4D7B-AE2B-29B0EAF6F057}" dt="2026-08-18T16:19:42.741" v="70136"/>
        <pc:sldMkLst>
          <pc:docMk/>
          <pc:sldMk cId="226340364" sldId="1006"/>
        </pc:sldMkLst>
        <pc:spChg chg="add mod">
          <ac:chgData name="Álvaro García Cerezo" userId="431236b2-20b9-46ca-97a9-97f8fe0db936" providerId="ADAL" clId="{15107D05-290A-4D7B-AE2B-29B0EAF6F057}" dt="2026-08-18T16:19:42.741" v="70136"/>
          <ac:spMkLst>
            <pc:docMk/>
            <pc:sldMk cId="226340364" sldId="1006"/>
            <ac:spMk id="6" creationId="{DF0E9066-7E79-C3E6-58F1-44CEB079E9B3}"/>
          </ac:spMkLst>
        </pc:spChg>
        <pc:spChg chg="add mod">
          <ac:chgData name="Álvaro García Cerezo" userId="431236b2-20b9-46ca-97a9-97f8fe0db936" providerId="ADAL" clId="{15107D05-290A-4D7B-AE2B-29B0EAF6F057}" dt="2026-08-18T16:19:42.741" v="70136"/>
          <ac:spMkLst>
            <pc:docMk/>
            <pc:sldMk cId="226340364" sldId="1006"/>
            <ac:spMk id="7" creationId="{FAD97BDF-E330-B815-55F7-AE3D376A4BA9}"/>
          </ac:spMkLst>
        </pc:spChg>
      </pc:sldChg>
      <pc:sldChg chg="addSp delSp modSp add mod">
        <pc:chgData name="Álvaro García Cerezo" userId="431236b2-20b9-46ca-97a9-97f8fe0db936" providerId="ADAL" clId="{15107D05-290A-4D7B-AE2B-29B0EAF6F057}" dt="2026-08-18T16:19:48.457" v="70139"/>
        <pc:sldMkLst>
          <pc:docMk/>
          <pc:sldMk cId="4121136341" sldId="1007"/>
        </pc:sldMkLst>
        <pc:spChg chg="add mod">
          <ac:chgData name="Álvaro García Cerezo" userId="431236b2-20b9-46ca-97a9-97f8fe0db936" providerId="ADAL" clId="{15107D05-290A-4D7B-AE2B-29B0EAF6F057}" dt="2026-08-18T16:19:48.457" v="70139"/>
          <ac:spMkLst>
            <pc:docMk/>
            <pc:sldMk cId="4121136341" sldId="1007"/>
            <ac:spMk id="6" creationId="{D865665C-4BBF-5AD8-34D0-44FD9A1E38F0}"/>
          </ac:spMkLst>
        </pc:spChg>
        <pc:spChg chg="add mod">
          <ac:chgData name="Álvaro García Cerezo" userId="431236b2-20b9-46ca-97a9-97f8fe0db936" providerId="ADAL" clId="{15107D05-290A-4D7B-AE2B-29B0EAF6F057}" dt="2026-08-18T16:19:48.457" v="70139"/>
          <ac:spMkLst>
            <pc:docMk/>
            <pc:sldMk cId="4121136341" sldId="1007"/>
            <ac:spMk id="7" creationId="{D6BE6711-0DDC-C6D5-3E0A-A1FE3782C295}"/>
          </ac:spMkLst>
        </pc:spChg>
      </pc:sldChg>
      <pc:sldChg chg="addSp delSp modSp add mod">
        <pc:chgData name="Álvaro García Cerezo" userId="431236b2-20b9-46ca-97a9-97f8fe0db936" providerId="ADAL" clId="{15107D05-290A-4D7B-AE2B-29B0EAF6F057}" dt="2026-08-18T21:01:57.915" v="70356"/>
        <pc:sldMkLst>
          <pc:docMk/>
          <pc:sldMk cId="1184580244" sldId="1008"/>
        </pc:sldMkLst>
        <pc:spChg chg="add mod">
          <ac:chgData name="Álvaro García Cerezo" userId="431236b2-20b9-46ca-97a9-97f8fe0db936" providerId="ADAL" clId="{15107D05-290A-4D7B-AE2B-29B0EAF6F057}" dt="2026-08-18T21:01:57.915" v="70356"/>
          <ac:spMkLst>
            <pc:docMk/>
            <pc:sldMk cId="1184580244" sldId="1008"/>
            <ac:spMk id="7" creationId="{79492228-1341-8B05-B8F9-B865E40EFA4E}"/>
          </ac:spMkLst>
        </pc:spChg>
      </pc:sldChg>
      <pc:sldChg chg="addSp delSp modSp add mod">
        <pc:chgData name="Álvaro García Cerezo" userId="431236b2-20b9-46ca-97a9-97f8fe0db936" providerId="ADAL" clId="{15107D05-290A-4D7B-AE2B-29B0EAF6F057}" dt="2026-09-09T05:46:42.198" v="72673" actId="255"/>
        <pc:sldMkLst>
          <pc:docMk/>
          <pc:sldMk cId="1507852708" sldId="1023"/>
        </pc:sldMkLst>
        <pc:spChg chg="mod">
          <ac:chgData name="Álvaro García Cerezo" userId="431236b2-20b9-46ca-97a9-97f8fe0db936" providerId="ADAL" clId="{15107D05-290A-4D7B-AE2B-29B0EAF6F057}" dt="2026-09-09T05:46:42.198" v="72673" actId="255"/>
          <ac:spMkLst>
            <pc:docMk/>
            <pc:sldMk cId="1507852708" sldId="1023"/>
            <ac:spMk id="3" creationId="{CF91FD66-9663-4CE5-CB14-A63C9EB30A56}"/>
          </ac:spMkLst>
        </pc:spChg>
      </pc:sldChg>
      <pc:sldChg chg="addSp delSp modSp add mod">
        <pc:chgData name="Álvaro García Cerezo" userId="431236b2-20b9-46ca-97a9-97f8fe0db936" providerId="ADAL" clId="{15107D05-290A-4D7B-AE2B-29B0EAF6F057}" dt="2026-09-09T05:44:56.508" v="72644" actId="1076"/>
        <pc:sldMkLst>
          <pc:docMk/>
          <pc:sldMk cId="2131954656" sldId="1030"/>
        </pc:sldMkLst>
        <pc:spChg chg="add mod">
          <ac:chgData name="Álvaro García Cerezo" userId="431236b2-20b9-46ca-97a9-97f8fe0db936" providerId="ADAL" clId="{15107D05-290A-4D7B-AE2B-29B0EAF6F057}" dt="2026-09-09T05:44:56.508" v="72644" actId="1076"/>
          <ac:spMkLst>
            <pc:docMk/>
            <pc:sldMk cId="2131954656" sldId="1030"/>
            <ac:spMk id="13" creationId="{FFF75FEF-5755-E759-0A93-34BB495A73C8}"/>
          </ac:spMkLst>
        </pc:spChg>
        <pc:cxnChg chg="add mod">
          <ac:chgData name="Álvaro García Cerezo" userId="431236b2-20b9-46ca-97a9-97f8fe0db936" providerId="ADAL" clId="{15107D05-290A-4D7B-AE2B-29B0EAF6F057}" dt="2026-09-09T05:44:25.174" v="72630" actId="1076"/>
          <ac:cxnSpMkLst>
            <pc:docMk/>
            <pc:sldMk cId="2131954656" sldId="1030"/>
            <ac:cxnSpMk id="6" creationId="{497713D4-5FBE-1FD4-4BA9-935D09BD925E}"/>
          </ac:cxnSpMkLst>
        </pc:cxnChg>
      </pc:sldChg>
      <pc:sldChg chg="addSp delSp modSp add mod">
        <pc:chgData name="Álvaro García Cerezo" userId="431236b2-20b9-46ca-97a9-97f8fe0db936" providerId="ADAL" clId="{15107D05-290A-4D7B-AE2B-29B0EAF6F057}" dt="2026-09-11T10:22:11.692" v="73734" actId="207"/>
        <pc:sldMkLst>
          <pc:docMk/>
          <pc:sldMk cId="1605384102" sldId="1031"/>
        </pc:sldMkLst>
        <pc:spChg chg="add mod">
          <ac:chgData name="Álvaro García Cerezo" userId="431236b2-20b9-46ca-97a9-97f8fe0db936" providerId="ADAL" clId="{15107D05-290A-4D7B-AE2B-29B0EAF6F057}" dt="2026-09-11T10:22:11.692" v="73734" actId="207"/>
          <ac:spMkLst>
            <pc:docMk/>
            <pc:sldMk cId="1605384102" sldId="1031"/>
            <ac:spMk id="5" creationId="{D0AD5B66-6227-A7EE-0480-20D6BAE1A057}"/>
          </ac:spMkLst>
        </pc:spChg>
      </pc:sldChg>
      <pc:sldChg chg="modSp add">
        <pc:chgData name="Álvaro García Cerezo" userId="431236b2-20b9-46ca-97a9-97f8fe0db936" providerId="ADAL" clId="{15107D05-290A-4D7B-AE2B-29B0EAF6F057}" dt="2026-08-24T20:00:35.982" v="71396" actId="114"/>
        <pc:sldMkLst>
          <pc:docMk/>
          <pc:sldMk cId="3957853218" sldId="1039"/>
        </pc:sldMkLst>
        <pc:spChg chg="mod">
          <ac:chgData name="Álvaro García Cerezo" userId="431236b2-20b9-46ca-97a9-97f8fe0db936" providerId="ADAL" clId="{15107D05-290A-4D7B-AE2B-29B0EAF6F057}" dt="2026-08-24T20:00:35.982" v="71396" actId="114"/>
          <ac:spMkLst>
            <pc:docMk/>
            <pc:sldMk cId="3957853218" sldId="1039"/>
            <ac:spMk id="3" creationId="{64153A93-2427-81D8-9258-57C482A61B31}"/>
          </ac:spMkLst>
        </pc:spChg>
      </pc:sldChg>
      <pc:sldChg chg="modSp add">
        <pc:chgData name="Álvaro García Cerezo" userId="431236b2-20b9-46ca-97a9-97f8fe0db936" providerId="ADAL" clId="{15107D05-290A-4D7B-AE2B-29B0EAF6F057}" dt="2026-08-24T20:00:32.594" v="71395" actId="114"/>
        <pc:sldMkLst>
          <pc:docMk/>
          <pc:sldMk cId="1014899116" sldId="1040"/>
        </pc:sldMkLst>
        <pc:spChg chg="mod">
          <ac:chgData name="Álvaro García Cerezo" userId="431236b2-20b9-46ca-97a9-97f8fe0db936" providerId="ADAL" clId="{15107D05-290A-4D7B-AE2B-29B0EAF6F057}" dt="2026-08-24T20:00:32.594" v="71395" actId="114"/>
          <ac:spMkLst>
            <pc:docMk/>
            <pc:sldMk cId="1014899116" sldId="1040"/>
            <ac:spMk id="3" creationId="{51CB40AF-9B19-9B1D-30F8-4D57066B9C3F}"/>
          </ac:spMkLst>
        </pc:spChg>
      </pc:sldChg>
      <pc:sldChg chg="modSp add">
        <pc:chgData name="Álvaro García Cerezo" userId="431236b2-20b9-46ca-97a9-97f8fe0db936" providerId="ADAL" clId="{15107D05-290A-4D7B-AE2B-29B0EAF6F057}" dt="2026-08-24T20:00:39.670" v="71397" actId="114"/>
        <pc:sldMkLst>
          <pc:docMk/>
          <pc:sldMk cId="1054080647" sldId="1041"/>
        </pc:sldMkLst>
        <pc:spChg chg="mod">
          <ac:chgData name="Álvaro García Cerezo" userId="431236b2-20b9-46ca-97a9-97f8fe0db936" providerId="ADAL" clId="{15107D05-290A-4D7B-AE2B-29B0EAF6F057}" dt="2026-08-24T20:00:39.670" v="71397" actId="114"/>
          <ac:spMkLst>
            <pc:docMk/>
            <pc:sldMk cId="1054080647" sldId="1041"/>
            <ac:spMk id="3" creationId="{350A6A54-C3A9-C803-7B55-E31A3C64FDDA}"/>
          </ac:spMkLst>
        </pc:spChg>
      </pc:sldChg>
      <pc:sldChg chg="modSp add">
        <pc:chgData name="Álvaro García Cerezo" userId="431236b2-20b9-46ca-97a9-97f8fe0db936" providerId="ADAL" clId="{15107D05-290A-4D7B-AE2B-29B0EAF6F057}" dt="2026-08-24T20:00:43.058" v="71398" actId="114"/>
        <pc:sldMkLst>
          <pc:docMk/>
          <pc:sldMk cId="2471763580" sldId="1042"/>
        </pc:sldMkLst>
        <pc:spChg chg="mod">
          <ac:chgData name="Álvaro García Cerezo" userId="431236b2-20b9-46ca-97a9-97f8fe0db936" providerId="ADAL" clId="{15107D05-290A-4D7B-AE2B-29B0EAF6F057}" dt="2026-08-24T20:00:43.058" v="71398" actId="114"/>
          <ac:spMkLst>
            <pc:docMk/>
            <pc:sldMk cId="2471763580" sldId="1042"/>
            <ac:spMk id="3" creationId="{B21BDEDD-A2EF-A431-8217-D312EFA43A7E}"/>
          </ac:spMkLst>
        </pc:spChg>
      </pc:sldChg>
      <pc:sldChg chg="modSp add">
        <pc:chgData name="Álvaro García Cerezo" userId="431236b2-20b9-46ca-97a9-97f8fe0db936" providerId="ADAL" clId="{15107D05-290A-4D7B-AE2B-29B0EAF6F057}" dt="2026-08-24T20:00:46.111" v="71399" actId="114"/>
        <pc:sldMkLst>
          <pc:docMk/>
          <pc:sldMk cId="4233581126" sldId="1044"/>
        </pc:sldMkLst>
        <pc:spChg chg="mod">
          <ac:chgData name="Álvaro García Cerezo" userId="431236b2-20b9-46ca-97a9-97f8fe0db936" providerId="ADAL" clId="{15107D05-290A-4D7B-AE2B-29B0EAF6F057}" dt="2026-08-24T20:00:46.111" v="71399" actId="114"/>
          <ac:spMkLst>
            <pc:docMk/>
            <pc:sldMk cId="4233581126" sldId="1044"/>
            <ac:spMk id="3" creationId="{96F09E5B-A919-B779-2925-03736A0C95FB}"/>
          </ac:spMkLst>
        </pc:spChg>
      </pc:sldChg>
      <pc:sldChg chg="addSp delSp modSp add mod">
        <pc:chgData name="Álvaro García Cerezo" userId="431236b2-20b9-46ca-97a9-97f8fe0db936" providerId="ADAL" clId="{15107D05-290A-4D7B-AE2B-29B0EAF6F057}" dt="2026-09-09T05:51:02.082" v="72700" actId="113"/>
        <pc:sldMkLst>
          <pc:docMk/>
          <pc:sldMk cId="781547967" sldId="1052"/>
        </pc:sldMkLst>
        <pc:spChg chg="mod">
          <ac:chgData name="Álvaro García Cerezo" userId="431236b2-20b9-46ca-97a9-97f8fe0db936" providerId="ADAL" clId="{15107D05-290A-4D7B-AE2B-29B0EAF6F057}" dt="2026-09-09T05:51:02.082" v="72700" actId="113"/>
          <ac:spMkLst>
            <pc:docMk/>
            <pc:sldMk cId="781547967" sldId="1052"/>
            <ac:spMk id="3" creationId="{21B83D38-FDE5-7FF1-6A90-A534D51D9274}"/>
          </ac:spMkLst>
        </pc:spChg>
      </pc:sldChg>
      <pc:sldChg chg="addSp delSp modSp add mod ord">
        <pc:chgData name="Álvaro García Cerezo" userId="431236b2-20b9-46ca-97a9-97f8fe0db936" providerId="ADAL" clId="{15107D05-290A-4D7B-AE2B-29B0EAF6F057}" dt="2026-09-09T07:49:28.980" v="73698" actId="167"/>
        <pc:sldMkLst>
          <pc:docMk/>
          <pc:sldMk cId="3294190591" sldId="1055"/>
        </pc:sldMkLst>
        <pc:spChg chg="add ord">
          <ac:chgData name="Álvaro García Cerezo" userId="431236b2-20b9-46ca-97a9-97f8fe0db936" providerId="ADAL" clId="{15107D05-290A-4D7B-AE2B-29B0EAF6F057}" dt="2026-09-09T07:49:28.980" v="73698" actId="167"/>
          <ac:spMkLst>
            <pc:docMk/>
            <pc:sldMk cId="3294190591" sldId="1055"/>
            <ac:spMk id="26" creationId="{563007C7-E453-5C84-5609-EE52BD72B7E0}"/>
          </ac:spMkLst>
        </pc:spChg>
      </pc:sldChg>
      <pc:sldChg chg="modSp add mod">
        <pc:chgData name="Álvaro García Cerezo" userId="431236b2-20b9-46ca-97a9-97f8fe0db936" providerId="ADAL" clId="{15107D05-290A-4D7B-AE2B-29B0EAF6F057}" dt="2026-09-09T05:52:02.444" v="72702" actId="167"/>
        <pc:sldMkLst>
          <pc:docMk/>
          <pc:sldMk cId="863417298" sldId="1056"/>
        </pc:sldMkLst>
        <pc:spChg chg="mod ord">
          <ac:chgData name="Álvaro García Cerezo" userId="431236b2-20b9-46ca-97a9-97f8fe0db936" providerId="ADAL" clId="{15107D05-290A-4D7B-AE2B-29B0EAF6F057}" dt="2026-09-09T05:52:02.444" v="72702" actId="167"/>
          <ac:spMkLst>
            <pc:docMk/>
            <pc:sldMk cId="863417298" sldId="1056"/>
            <ac:spMk id="27" creationId="{4602B67E-3B45-283A-E247-E7219A1BB6EA}"/>
          </ac:spMkLst>
        </pc:spChg>
      </pc:sldChg>
      <pc:sldChg chg="addSp delSp modSp add mod ord">
        <pc:chgData name="Álvaro García Cerezo" userId="431236b2-20b9-46ca-97a9-97f8fe0db936" providerId="ADAL" clId="{15107D05-290A-4D7B-AE2B-29B0EAF6F057}" dt="2026-09-09T05:53:54.551" v="72723" actId="20577"/>
        <pc:sldMkLst>
          <pc:docMk/>
          <pc:sldMk cId="2266126443" sldId="1061"/>
        </pc:sldMkLst>
        <pc:spChg chg="add mod">
          <ac:chgData name="Álvaro García Cerezo" userId="431236b2-20b9-46ca-97a9-97f8fe0db936" providerId="ADAL" clId="{15107D05-290A-4D7B-AE2B-29B0EAF6F057}" dt="2026-09-09T05:53:54.551" v="72723" actId="20577"/>
          <ac:spMkLst>
            <pc:docMk/>
            <pc:sldMk cId="2266126443" sldId="1061"/>
            <ac:spMk id="37" creationId="{9D045EFF-C99D-11FC-74CB-55DD997F5E54}"/>
          </ac:spMkLst>
        </pc:spChg>
      </pc:sldChg>
      <pc:sldChg chg="addSp delSp modSp add mod ord">
        <pc:chgData name="Álvaro García Cerezo" userId="431236b2-20b9-46ca-97a9-97f8fe0db936" providerId="ADAL" clId="{15107D05-290A-4D7B-AE2B-29B0EAF6F057}" dt="2026-09-11T10:22:03.768" v="73732" actId="207"/>
        <pc:sldMkLst>
          <pc:docMk/>
          <pc:sldMk cId="2844847592" sldId="1062"/>
        </pc:sldMkLst>
        <pc:spChg chg="add mod">
          <ac:chgData name="Álvaro García Cerezo" userId="431236b2-20b9-46ca-97a9-97f8fe0db936" providerId="ADAL" clId="{15107D05-290A-4D7B-AE2B-29B0EAF6F057}" dt="2026-09-09T05:30:04.114" v="72539"/>
          <ac:spMkLst>
            <pc:docMk/>
            <pc:sldMk cId="2844847592" sldId="1062"/>
            <ac:spMk id="2" creationId="{DED8725D-44A8-C193-759D-4E309223182E}"/>
          </ac:spMkLst>
        </pc:spChg>
        <pc:spChg chg="mod">
          <ac:chgData name="Álvaro García Cerezo" userId="431236b2-20b9-46ca-97a9-97f8fe0db936" providerId="ADAL" clId="{15107D05-290A-4D7B-AE2B-29B0EAF6F057}" dt="2026-09-11T10:22:03.768" v="73732" actId="207"/>
          <ac:spMkLst>
            <pc:docMk/>
            <pc:sldMk cId="2844847592" sldId="1062"/>
            <ac:spMk id="5" creationId="{B69C0DB7-5B5F-9B35-C314-FD02575E8B3E}"/>
          </ac:spMkLst>
        </pc:spChg>
      </pc:sldChg>
      <pc:sldChg chg="addSp delSp modSp add mod">
        <pc:chgData name="Álvaro García Cerezo" userId="431236b2-20b9-46ca-97a9-97f8fe0db936" providerId="ADAL" clId="{15107D05-290A-4D7B-AE2B-29B0EAF6F057}" dt="2026-09-09T05:29:58.960" v="72535"/>
        <pc:sldMkLst>
          <pc:docMk/>
          <pc:sldMk cId="4117134138" sldId="1063"/>
        </pc:sldMkLst>
        <pc:spChg chg="add mod">
          <ac:chgData name="Álvaro García Cerezo" userId="431236b2-20b9-46ca-97a9-97f8fe0db936" providerId="ADAL" clId="{15107D05-290A-4D7B-AE2B-29B0EAF6F057}" dt="2026-09-09T05:29:58.960" v="72535"/>
          <ac:spMkLst>
            <pc:docMk/>
            <pc:sldMk cId="4117134138" sldId="1063"/>
            <ac:spMk id="4" creationId="{7C3B1C61-9244-DD3F-6FFD-B46E97C4AAD7}"/>
          </ac:spMkLst>
        </pc:spChg>
        <pc:spChg chg="add mod">
          <ac:chgData name="Álvaro García Cerezo" userId="431236b2-20b9-46ca-97a9-97f8fe0db936" providerId="ADAL" clId="{15107D05-290A-4D7B-AE2B-29B0EAF6F057}" dt="2026-08-19T13:38:23.001" v="70428" actId="1037"/>
          <ac:spMkLst>
            <pc:docMk/>
            <pc:sldMk cId="4117134138" sldId="1063"/>
            <ac:spMk id="8" creationId="{BCE59F25-E67A-3BB9-0B12-6B90BC4CC0AD}"/>
          </ac:spMkLst>
        </pc:spChg>
        <pc:spChg chg="add mod">
          <ac:chgData name="Álvaro García Cerezo" userId="431236b2-20b9-46ca-97a9-97f8fe0db936" providerId="ADAL" clId="{15107D05-290A-4D7B-AE2B-29B0EAF6F057}" dt="2026-08-19T13:38:41.953" v="70434" actId="1076"/>
          <ac:spMkLst>
            <pc:docMk/>
            <pc:sldMk cId="4117134138" sldId="1063"/>
            <ac:spMk id="10" creationId="{2F1917FA-7E56-0B5A-FC35-44BB70961825}"/>
          </ac:spMkLst>
        </pc:spChg>
        <pc:grpChg chg="add mod">
          <ac:chgData name="Álvaro García Cerezo" userId="431236b2-20b9-46ca-97a9-97f8fe0db936" providerId="ADAL" clId="{15107D05-290A-4D7B-AE2B-29B0EAF6F057}" dt="2026-08-19T13:38:15.903" v="70422" actId="1038"/>
          <ac:grpSpMkLst>
            <pc:docMk/>
            <pc:sldMk cId="4117134138" sldId="1063"/>
            <ac:grpSpMk id="29" creationId="{8A2734B6-CE4E-43DD-6533-C21844A18E22}"/>
          </ac:grpSpMkLst>
        </pc:grpChg>
        <pc:grpChg chg="add mod">
          <ac:chgData name="Álvaro García Cerezo" userId="431236b2-20b9-46ca-97a9-97f8fe0db936" providerId="ADAL" clId="{15107D05-290A-4D7B-AE2B-29B0EAF6F057}" dt="2026-08-19T13:38:15.903" v="70422" actId="1038"/>
          <ac:grpSpMkLst>
            <pc:docMk/>
            <pc:sldMk cId="4117134138" sldId="1063"/>
            <ac:grpSpMk id="34" creationId="{5E9E9AE1-6B74-BF10-F9AF-0C8036584E9D}"/>
          </ac:grpSpMkLst>
        </pc:grpChg>
        <pc:cxnChg chg="add mod">
          <ac:chgData name="Álvaro García Cerezo" userId="431236b2-20b9-46ca-97a9-97f8fe0db936" providerId="ADAL" clId="{15107D05-290A-4D7B-AE2B-29B0EAF6F057}" dt="2026-08-19T13:38:15.903" v="70422" actId="1038"/>
          <ac:cxnSpMkLst>
            <pc:docMk/>
            <pc:sldMk cId="4117134138" sldId="1063"/>
            <ac:cxnSpMk id="2" creationId="{CB2DA7DF-E178-571C-8F7F-05A879CA12E6}"/>
          </ac:cxnSpMkLst>
        </pc:cxnChg>
        <pc:cxnChg chg="add mod">
          <ac:chgData name="Álvaro García Cerezo" userId="431236b2-20b9-46ca-97a9-97f8fe0db936" providerId="ADAL" clId="{15107D05-290A-4D7B-AE2B-29B0EAF6F057}" dt="2026-08-19T13:38:15.903" v="70422" actId="1038"/>
          <ac:cxnSpMkLst>
            <pc:docMk/>
            <pc:sldMk cId="4117134138" sldId="1063"/>
            <ac:cxnSpMk id="3" creationId="{6EEC9374-6544-D5B2-41F9-C21670F7FB96}"/>
          </ac:cxnSpMkLst>
        </pc:cxnChg>
      </pc:sldChg>
      <pc:sldChg chg="addSp delSp modSp add mod ord">
        <pc:chgData name="Álvaro García Cerezo" userId="431236b2-20b9-46ca-97a9-97f8fe0db936" providerId="ADAL" clId="{15107D05-290A-4D7B-AE2B-29B0EAF6F057}" dt="2026-09-09T05:29:56.341" v="72533"/>
        <pc:sldMkLst>
          <pc:docMk/>
          <pc:sldMk cId="1855567799" sldId="1069"/>
        </pc:sldMkLst>
        <pc:spChg chg="add mod">
          <ac:chgData name="Álvaro García Cerezo" userId="431236b2-20b9-46ca-97a9-97f8fe0db936" providerId="ADAL" clId="{15107D05-290A-4D7B-AE2B-29B0EAF6F057}" dt="2026-09-09T05:29:56.341" v="72533"/>
          <ac:spMkLst>
            <pc:docMk/>
            <pc:sldMk cId="1855567799" sldId="1069"/>
            <ac:spMk id="4" creationId="{95A1DD0D-A3FA-4659-A52D-F982717EF423}"/>
          </ac:spMkLst>
        </pc:spChg>
      </pc:sldChg>
      <pc:sldChg chg="addSp delSp modSp add mod">
        <pc:chgData name="Álvaro García Cerezo" userId="431236b2-20b9-46ca-97a9-97f8fe0db936" providerId="ADAL" clId="{15107D05-290A-4D7B-AE2B-29B0EAF6F057}" dt="2026-09-09T05:29:28.696" v="72517"/>
        <pc:sldMkLst>
          <pc:docMk/>
          <pc:sldMk cId="1245516351" sldId="1071"/>
        </pc:sldMkLst>
        <pc:spChg chg="add mod">
          <ac:chgData name="Álvaro García Cerezo" userId="431236b2-20b9-46ca-97a9-97f8fe0db936" providerId="ADAL" clId="{15107D05-290A-4D7B-AE2B-29B0EAF6F057}" dt="2026-09-09T05:29:28.696" v="72517"/>
          <ac:spMkLst>
            <pc:docMk/>
            <pc:sldMk cId="1245516351" sldId="1071"/>
            <ac:spMk id="2" creationId="{32C3EB21-77DC-2C05-84FF-CD57E8F477BA}"/>
          </ac:spMkLst>
        </pc:spChg>
      </pc:sldChg>
      <pc:sldChg chg="addSp delSp modSp add mod ord">
        <pc:chgData name="Álvaro García Cerezo" userId="431236b2-20b9-46ca-97a9-97f8fe0db936" providerId="ADAL" clId="{15107D05-290A-4D7B-AE2B-29B0EAF6F057}" dt="2026-09-09T05:34:23.037" v="72606" actId="20577"/>
        <pc:sldMkLst>
          <pc:docMk/>
          <pc:sldMk cId="2965810261" sldId="1072"/>
        </pc:sldMkLst>
        <pc:spChg chg="add mod">
          <ac:chgData name="Álvaro García Cerezo" userId="431236b2-20b9-46ca-97a9-97f8fe0db936" providerId="ADAL" clId="{15107D05-290A-4D7B-AE2B-29B0EAF6F057}" dt="2026-09-09T05:29:48.736" v="72529"/>
          <ac:spMkLst>
            <pc:docMk/>
            <pc:sldMk cId="2965810261" sldId="1072"/>
            <ac:spMk id="2" creationId="{670807C5-F012-E092-E33F-2DD774B56602}"/>
          </ac:spMkLst>
        </pc:spChg>
        <pc:spChg chg="add mod">
          <ac:chgData name="Álvaro García Cerezo" userId="431236b2-20b9-46ca-97a9-97f8fe0db936" providerId="ADAL" clId="{15107D05-290A-4D7B-AE2B-29B0EAF6F057}" dt="2026-09-09T05:25:37.172" v="72495" actId="20577"/>
          <ac:spMkLst>
            <pc:docMk/>
            <pc:sldMk cId="2965810261" sldId="1072"/>
            <ac:spMk id="8" creationId="{09B9EECB-B61E-2F87-3253-2211EF3C362D}"/>
          </ac:spMkLst>
        </pc:spChg>
        <pc:graphicFrameChg chg="add mod modGraphic">
          <ac:chgData name="Álvaro García Cerezo" userId="431236b2-20b9-46ca-97a9-97f8fe0db936" providerId="ADAL" clId="{15107D05-290A-4D7B-AE2B-29B0EAF6F057}" dt="2026-09-09T05:34:23.037" v="72606" actId="20577"/>
          <ac:graphicFrameMkLst>
            <pc:docMk/>
            <pc:sldMk cId="2965810261" sldId="1072"/>
            <ac:graphicFrameMk id="13" creationId="{7DB7E9E6-756F-A185-3FFC-C790199F6F60}"/>
          </ac:graphicFrameMkLst>
        </pc:graphicFrameChg>
      </pc:sldChg>
      <pc:sldChg chg="addSp delSp modSp add mod">
        <pc:chgData name="Álvaro García Cerezo" userId="431236b2-20b9-46ca-97a9-97f8fe0db936" providerId="ADAL" clId="{15107D05-290A-4D7B-AE2B-29B0EAF6F057}" dt="2026-09-09T05:29:32.405" v="72519"/>
        <pc:sldMkLst>
          <pc:docMk/>
          <pc:sldMk cId="12671497" sldId="1073"/>
        </pc:sldMkLst>
        <pc:spChg chg="add mod">
          <ac:chgData name="Álvaro García Cerezo" userId="431236b2-20b9-46ca-97a9-97f8fe0db936" providerId="ADAL" clId="{15107D05-290A-4D7B-AE2B-29B0EAF6F057}" dt="2026-09-09T05:29:32.405" v="72519"/>
          <ac:spMkLst>
            <pc:docMk/>
            <pc:sldMk cId="12671497" sldId="1073"/>
            <ac:spMk id="2" creationId="{C70084C3-E8B0-5B00-20F2-FFB09ADABED8}"/>
          </ac:spMkLst>
        </pc:spChg>
        <pc:spChg chg="mod">
          <ac:chgData name="Álvaro García Cerezo" userId="431236b2-20b9-46ca-97a9-97f8fe0db936" providerId="ADAL" clId="{15107D05-290A-4D7B-AE2B-29B0EAF6F057}" dt="2026-08-16T16:32:36.976" v="70065" actId="20577"/>
          <ac:spMkLst>
            <pc:docMk/>
            <pc:sldMk cId="12671497" sldId="1073"/>
            <ac:spMk id="4" creationId="{12CC5769-92E0-29C0-7401-3CD6B898848E}"/>
          </ac:spMkLst>
        </pc:spChg>
      </pc:sldChg>
      <pc:sldChg chg="addSp delSp modSp add mod">
        <pc:chgData name="Álvaro García Cerezo" userId="431236b2-20b9-46ca-97a9-97f8fe0db936" providerId="ADAL" clId="{15107D05-290A-4D7B-AE2B-29B0EAF6F057}" dt="2026-09-09T05:29:36.696" v="72521"/>
        <pc:sldMkLst>
          <pc:docMk/>
          <pc:sldMk cId="580441197" sldId="1074"/>
        </pc:sldMkLst>
        <pc:spChg chg="add mod">
          <ac:chgData name="Álvaro García Cerezo" userId="431236b2-20b9-46ca-97a9-97f8fe0db936" providerId="ADAL" clId="{15107D05-290A-4D7B-AE2B-29B0EAF6F057}" dt="2026-09-09T05:29:36.696" v="72521"/>
          <ac:spMkLst>
            <pc:docMk/>
            <pc:sldMk cId="580441197" sldId="1074"/>
            <ac:spMk id="2" creationId="{51452C6A-4815-F234-76B4-A154B3ECC890}"/>
          </ac:spMkLst>
        </pc:spChg>
      </pc:sldChg>
      <pc:sldChg chg="addSp delSp modSp add mod">
        <pc:chgData name="Álvaro García Cerezo" userId="431236b2-20b9-46ca-97a9-97f8fe0db936" providerId="ADAL" clId="{15107D05-290A-4D7B-AE2B-29B0EAF6F057}" dt="2026-09-09T05:29:40.553" v="72523"/>
        <pc:sldMkLst>
          <pc:docMk/>
          <pc:sldMk cId="3697669721" sldId="1076"/>
        </pc:sldMkLst>
        <pc:spChg chg="add mod">
          <ac:chgData name="Álvaro García Cerezo" userId="431236b2-20b9-46ca-97a9-97f8fe0db936" providerId="ADAL" clId="{15107D05-290A-4D7B-AE2B-29B0EAF6F057}" dt="2026-09-09T05:29:40.553" v="72523"/>
          <ac:spMkLst>
            <pc:docMk/>
            <pc:sldMk cId="3697669721" sldId="1076"/>
            <ac:spMk id="2" creationId="{09A88F7D-3670-8137-4793-39E61269012B}"/>
          </ac:spMkLst>
        </pc:spChg>
      </pc:sldChg>
      <pc:sldChg chg="addSp delSp modSp add mod">
        <pc:chgData name="Álvaro García Cerezo" userId="431236b2-20b9-46ca-97a9-97f8fe0db936" providerId="ADAL" clId="{15107D05-290A-4D7B-AE2B-29B0EAF6F057}" dt="2026-09-09T05:29:43.033" v="72525"/>
        <pc:sldMkLst>
          <pc:docMk/>
          <pc:sldMk cId="1515429003" sldId="1077"/>
        </pc:sldMkLst>
        <pc:spChg chg="add mod">
          <ac:chgData name="Álvaro García Cerezo" userId="431236b2-20b9-46ca-97a9-97f8fe0db936" providerId="ADAL" clId="{15107D05-290A-4D7B-AE2B-29B0EAF6F057}" dt="2026-09-09T05:29:43.033" v="72525"/>
          <ac:spMkLst>
            <pc:docMk/>
            <pc:sldMk cId="1515429003" sldId="1077"/>
            <ac:spMk id="2" creationId="{CA1B798B-9CAA-0F0C-9B3E-48AE944DF386}"/>
          </ac:spMkLst>
        </pc:spChg>
        <pc:spChg chg="mod">
          <ac:chgData name="Álvaro García Cerezo" userId="431236b2-20b9-46ca-97a9-97f8fe0db936" providerId="ADAL" clId="{15107D05-290A-4D7B-AE2B-29B0EAF6F057}" dt="2026-08-16T16:33:20.419" v="70082" actId="20577"/>
          <ac:spMkLst>
            <pc:docMk/>
            <pc:sldMk cId="1515429003" sldId="1077"/>
            <ac:spMk id="4" creationId="{F8BE116F-78BD-4D9E-EABB-D3B15AA3B445}"/>
          </ac:spMkLst>
        </pc:spChg>
      </pc:sldChg>
      <pc:sldChg chg="addSp delSp modSp add mod ord">
        <pc:chgData name="Álvaro García Cerezo" userId="431236b2-20b9-46ca-97a9-97f8fe0db936" providerId="ADAL" clId="{15107D05-290A-4D7B-AE2B-29B0EAF6F057}" dt="2026-09-09T05:34:30.380" v="72611" actId="20577"/>
        <pc:sldMkLst>
          <pc:docMk/>
          <pc:sldMk cId="1873041607" sldId="1078"/>
        </pc:sldMkLst>
        <pc:spChg chg="add mod">
          <ac:chgData name="Álvaro García Cerezo" userId="431236b2-20b9-46ca-97a9-97f8fe0db936" providerId="ADAL" clId="{15107D05-290A-4D7B-AE2B-29B0EAF6F057}" dt="2026-09-09T05:29:53.976" v="72531"/>
          <ac:spMkLst>
            <pc:docMk/>
            <pc:sldMk cId="1873041607" sldId="1078"/>
            <ac:spMk id="2" creationId="{FE2404D2-C0BE-7703-A351-0365BB37BC06}"/>
          </ac:spMkLst>
        </pc:spChg>
        <pc:spChg chg="mod">
          <ac:chgData name="Álvaro García Cerezo" userId="431236b2-20b9-46ca-97a9-97f8fe0db936" providerId="ADAL" clId="{15107D05-290A-4D7B-AE2B-29B0EAF6F057}" dt="2026-09-09T05:34:30.380" v="72611" actId="20577"/>
          <ac:spMkLst>
            <pc:docMk/>
            <pc:sldMk cId="1873041607" sldId="1078"/>
            <ac:spMk id="4" creationId="{B9B6D12E-48D7-5967-C9BF-1B808546DCA2}"/>
          </ac:spMkLst>
        </pc:spChg>
      </pc:sldChg>
      <pc:sldChg chg="addSp delSp modSp add mod">
        <pc:chgData name="Álvaro García Cerezo" userId="431236b2-20b9-46ca-97a9-97f8fe0db936" providerId="ADAL" clId="{15107D05-290A-4D7B-AE2B-29B0EAF6F057}" dt="2026-09-09T05:41:13.253" v="72626" actId="255"/>
        <pc:sldMkLst>
          <pc:docMk/>
          <pc:sldMk cId="3858720865" sldId="1079"/>
        </pc:sldMkLst>
        <pc:spChg chg="add mod">
          <ac:chgData name="Álvaro García Cerezo" userId="431236b2-20b9-46ca-97a9-97f8fe0db936" providerId="ADAL" clId="{15107D05-290A-4D7B-AE2B-29B0EAF6F057}" dt="2026-09-09T05:30:07.964" v="72541"/>
          <ac:spMkLst>
            <pc:docMk/>
            <pc:sldMk cId="3858720865" sldId="1079"/>
            <ac:spMk id="2" creationId="{A417534A-E986-B90B-AB84-CA48753C91E4}"/>
          </ac:spMkLst>
        </pc:spChg>
        <pc:spChg chg="mod">
          <ac:chgData name="Álvaro García Cerezo" userId="431236b2-20b9-46ca-97a9-97f8fe0db936" providerId="ADAL" clId="{15107D05-290A-4D7B-AE2B-29B0EAF6F057}" dt="2026-09-09T05:41:13.253" v="72626" actId="255"/>
          <ac:spMkLst>
            <pc:docMk/>
            <pc:sldMk cId="3858720865" sldId="1079"/>
            <ac:spMk id="5" creationId="{53B1E358-F8D7-1EAD-20AF-EB1D7AE151BD}"/>
          </ac:spMkLst>
        </pc:spChg>
      </pc:sldChg>
      <pc:sldChg chg="addSp delSp modSp add del mod">
        <pc:chgData name="Álvaro García Cerezo" userId="431236b2-20b9-46ca-97a9-97f8fe0db936" providerId="ADAL" clId="{15107D05-290A-4D7B-AE2B-29B0EAF6F057}" dt="2026-09-09T05:30:10.902" v="72543"/>
        <pc:sldMkLst>
          <pc:docMk/>
          <pc:sldMk cId="3355303067" sldId="1080"/>
        </pc:sldMkLst>
        <pc:spChg chg="add mod">
          <ac:chgData name="Álvaro García Cerezo" userId="431236b2-20b9-46ca-97a9-97f8fe0db936" providerId="ADAL" clId="{15107D05-290A-4D7B-AE2B-29B0EAF6F057}" dt="2026-09-09T05:30:10.902" v="72543"/>
          <ac:spMkLst>
            <pc:docMk/>
            <pc:sldMk cId="3355303067" sldId="1080"/>
            <ac:spMk id="2" creationId="{18EC4AFF-99B4-E881-A948-9D10E61233D8}"/>
          </ac:spMkLst>
        </pc:spChg>
      </pc:sldChg>
      <pc:sldChg chg="addSp delSp modSp add mod">
        <pc:chgData name="Álvaro García Cerezo" userId="431236b2-20b9-46ca-97a9-97f8fe0db936" providerId="ADAL" clId="{15107D05-290A-4D7B-AE2B-29B0EAF6F057}" dt="2026-09-09T05:29:45.687" v="72527"/>
        <pc:sldMkLst>
          <pc:docMk/>
          <pc:sldMk cId="772866836" sldId="1081"/>
        </pc:sldMkLst>
        <pc:spChg chg="add mod">
          <ac:chgData name="Álvaro García Cerezo" userId="431236b2-20b9-46ca-97a9-97f8fe0db936" providerId="ADAL" clId="{15107D05-290A-4D7B-AE2B-29B0EAF6F057}" dt="2026-09-09T05:27:35.876" v="72513"/>
          <ac:spMkLst>
            <pc:docMk/>
            <pc:sldMk cId="772866836" sldId="1081"/>
            <ac:spMk id="11" creationId="{546977AD-D5DB-876A-26C8-73B3DD5A0AEB}"/>
          </ac:spMkLst>
        </pc:spChg>
        <pc:spChg chg="add mod">
          <ac:chgData name="Álvaro García Cerezo" userId="431236b2-20b9-46ca-97a9-97f8fe0db936" providerId="ADAL" clId="{15107D05-290A-4D7B-AE2B-29B0EAF6F057}" dt="2026-09-09T05:29:45.687" v="72527"/>
          <ac:spMkLst>
            <pc:docMk/>
            <pc:sldMk cId="772866836" sldId="1081"/>
            <ac:spMk id="12" creationId="{80D547C9-299E-ACF4-C20D-14AF0A1A4D36}"/>
          </ac:spMkLst>
        </pc:spChg>
      </pc:sldChg>
      <pc:sldChg chg="addSp delSp modSp add mod ord">
        <pc:chgData name="Álvaro García Cerezo" userId="431236b2-20b9-46ca-97a9-97f8fe0db936" providerId="ADAL" clId="{15107D05-290A-4D7B-AE2B-29B0EAF6F057}" dt="2026-08-16T10:27:13.354" v="68652"/>
        <pc:sldMkLst>
          <pc:docMk/>
          <pc:sldMk cId="862991759" sldId="1086"/>
        </pc:sldMkLst>
        <pc:spChg chg="add mod">
          <ac:chgData name="Álvaro García Cerezo" userId="431236b2-20b9-46ca-97a9-97f8fe0db936" providerId="ADAL" clId="{15107D05-290A-4D7B-AE2B-29B0EAF6F057}" dt="2026-08-16T10:27:13.354" v="68652"/>
          <ac:spMkLst>
            <pc:docMk/>
            <pc:sldMk cId="862991759" sldId="1086"/>
            <ac:spMk id="9" creationId="{CB98B15D-0770-1F44-F3D1-ADEDBCA76E42}"/>
          </ac:spMkLst>
        </pc:spChg>
        <pc:spChg chg="add mod">
          <ac:chgData name="Álvaro García Cerezo" userId="431236b2-20b9-46ca-97a9-97f8fe0db936" providerId="ADAL" clId="{15107D05-290A-4D7B-AE2B-29B0EAF6F057}" dt="2026-08-16T10:27:13.354" v="68652"/>
          <ac:spMkLst>
            <pc:docMk/>
            <pc:sldMk cId="862991759" sldId="1086"/>
            <ac:spMk id="10" creationId="{3B10C0D8-31A7-09DE-BA84-072715EBC597}"/>
          </ac:spMkLst>
        </pc:spChg>
      </pc:sldChg>
      <pc:sldChg chg="addSp delSp modSp add mod">
        <pc:chgData name="Álvaro García Cerezo" userId="431236b2-20b9-46ca-97a9-97f8fe0db936" providerId="ADAL" clId="{15107D05-290A-4D7B-AE2B-29B0EAF6F057}" dt="2026-08-25T17:23:34.172" v="71425" actId="20577"/>
        <pc:sldMkLst>
          <pc:docMk/>
          <pc:sldMk cId="4001482051" sldId="1087"/>
        </pc:sldMkLst>
        <pc:spChg chg="mod">
          <ac:chgData name="Álvaro García Cerezo" userId="431236b2-20b9-46ca-97a9-97f8fe0db936" providerId="ADAL" clId="{15107D05-290A-4D7B-AE2B-29B0EAF6F057}" dt="2026-08-25T17:23:34.172" v="71425" actId="20577"/>
          <ac:spMkLst>
            <pc:docMk/>
            <pc:sldMk cId="4001482051" sldId="1087"/>
            <ac:spMk id="3" creationId="{63D786A9-C130-6401-C2C7-6DCBC81FE892}"/>
          </ac:spMkLst>
        </pc:spChg>
        <pc:spChg chg="add mod">
          <ac:chgData name="Álvaro García Cerezo" userId="431236b2-20b9-46ca-97a9-97f8fe0db936" providerId="ADAL" clId="{15107D05-290A-4D7B-AE2B-29B0EAF6F057}" dt="2026-08-16T10:27:07.522" v="68649"/>
          <ac:spMkLst>
            <pc:docMk/>
            <pc:sldMk cId="4001482051" sldId="1087"/>
            <ac:spMk id="9" creationId="{F3F444D4-C06C-6F9A-8F3F-F32624A92E40}"/>
          </ac:spMkLst>
        </pc:spChg>
        <pc:spChg chg="add mod">
          <ac:chgData name="Álvaro García Cerezo" userId="431236b2-20b9-46ca-97a9-97f8fe0db936" providerId="ADAL" clId="{15107D05-290A-4D7B-AE2B-29B0EAF6F057}" dt="2026-08-16T10:27:07.522" v="68649"/>
          <ac:spMkLst>
            <pc:docMk/>
            <pc:sldMk cId="4001482051" sldId="1087"/>
            <ac:spMk id="10" creationId="{00E4D077-F919-41C2-2D97-86AB63FD7A72}"/>
          </ac:spMkLst>
        </pc:spChg>
      </pc:sldChg>
      <pc:sldChg chg="addSp delSp modSp add mod">
        <pc:chgData name="Álvaro García Cerezo" userId="431236b2-20b9-46ca-97a9-97f8fe0db936" providerId="ADAL" clId="{15107D05-290A-4D7B-AE2B-29B0EAF6F057}" dt="2026-08-25T17:23:04.531" v="71415" actId="20577"/>
        <pc:sldMkLst>
          <pc:docMk/>
          <pc:sldMk cId="2907966844" sldId="1760"/>
        </pc:sldMkLst>
        <pc:spChg chg="mod">
          <ac:chgData name="Álvaro García Cerezo" userId="431236b2-20b9-46ca-97a9-97f8fe0db936" providerId="ADAL" clId="{15107D05-290A-4D7B-AE2B-29B0EAF6F057}" dt="2026-08-25T17:23:04.531" v="71415" actId="20577"/>
          <ac:spMkLst>
            <pc:docMk/>
            <pc:sldMk cId="2907966844" sldId="1760"/>
            <ac:spMk id="3" creationId="{8AE9B11F-3242-F1D5-E1C3-88D22F7401B7}"/>
          </ac:spMkLst>
        </pc:spChg>
        <pc:spChg chg="add mod">
          <ac:chgData name="Álvaro García Cerezo" userId="431236b2-20b9-46ca-97a9-97f8fe0db936" providerId="ADAL" clId="{15107D05-290A-4D7B-AE2B-29B0EAF6F057}" dt="2026-08-16T10:26:59.036" v="68646"/>
          <ac:spMkLst>
            <pc:docMk/>
            <pc:sldMk cId="2907966844" sldId="1760"/>
            <ac:spMk id="13" creationId="{0F9CD050-C1DB-8335-78F8-340DB36447CF}"/>
          </ac:spMkLst>
        </pc:spChg>
        <pc:spChg chg="add mod">
          <ac:chgData name="Álvaro García Cerezo" userId="431236b2-20b9-46ca-97a9-97f8fe0db936" providerId="ADAL" clId="{15107D05-290A-4D7B-AE2B-29B0EAF6F057}" dt="2026-08-16T10:26:59.036" v="68646"/>
          <ac:spMkLst>
            <pc:docMk/>
            <pc:sldMk cId="2907966844" sldId="1760"/>
            <ac:spMk id="14" creationId="{83FD9DC5-9353-FC49-2E55-6CC23597BBDC}"/>
          </ac:spMkLst>
        </pc:spChg>
      </pc:sldChg>
      <pc:sldChg chg="addSp delSp modSp add mod">
        <pc:chgData name="Álvaro García Cerezo" userId="431236b2-20b9-46ca-97a9-97f8fe0db936" providerId="ADAL" clId="{15107D05-290A-4D7B-AE2B-29B0EAF6F057}" dt="2026-08-16T10:27:19.485" v="68655"/>
        <pc:sldMkLst>
          <pc:docMk/>
          <pc:sldMk cId="1832023730" sldId="1761"/>
        </pc:sldMkLst>
        <pc:spChg chg="add mod">
          <ac:chgData name="Álvaro García Cerezo" userId="431236b2-20b9-46ca-97a9-97f8fe0db936" providerId="ADAL" clId="{15107D05-290A-4D7B-AE2B-29B0EAF6F057}" dt="2026-08-16T10:27:19.485" v="68655"/>
          <ac:spMkLst>
            <pc:docMk/>
            <pc:sldMk cId="1832023730" sldId="1761"/>
            <ac:spMk id="9" creationId="{706D151C-164E-E343-6FF6-5FA19815A209}"/>
          </ac:spMkLst>
        </pc:spChg>
        <pc:spChg chg="add mod">
          <ac:chgData name="Álvaro García Cerezo" userId="431236b2-20b9-46ca-97a9-97f8fe0db936" providerId="ADAL" clId="{15107D05-290A-4D7B-AE2B-29B0EAF6F057}" dt="2026-08-16T10:27:19.485" v="68655"/>
          <ac:spMkLst>
            <pc:docMk/>
            <pc:sldMk cId="1832023730" sldId="1761"/>
            <ac:spMk id="10" creationId="{E22276AB-3A17-EFA8-61C1-163754216FF2}"/>
          </ac:spMkLst>
        </pc:spChg>
      </pc:sldChg>
      <pc:sldChg chg="addSp delSp modSp add mod">
        <pc:chgData name="Álvaro García Cerezo" userId="431236b2-20b9-46ca-97a9-97f8fe0db936" providerId="ADAL" clId="{15107D05-290A-4D7B-AE2B-29B0EAF6F057}" dt="2026-09-09T05:30:14.110" v="72545"/>
        <pc:sldMkLst>
          <pc:docMk/>
          <pc:sldMk cId="2993779480" sldId="1764"/>
        </pc:sldMkLst>
        <pc:spChg chg="add mod">
          <ac:chgData name="Álvaro García Cerezo" userId="431236b2-20b9-46ca-97a9-97f8fe0db936" providerId="ADAL" clId="{15107D05-290A-4D7B-AE2B-29B0EAF6F057}" dt="2026-09-09T05:30:14.110" v="72545"/>
          <ac:spMkLst>
            <pc:docMk/>
            <pc:sldMk cId="2993779480" sldId="1764"/>
            <ac:spMk id="2" creationId="{E116D5DC-018F-07F5-A6B8-07BB70066C55}"/>
          </ac:spMkLst>
        </pc:spChg>
        <pc:spChg chg="mod">
          <ac:chgData name="Álvaro García Cerezo" userId="431236b2-20b9-46ca-97a9-97f8fe0db936" providerId="ADAL" clId="{15107D05-290A-4D7B-AE2B-29B0EAF6F057}" dt="2026-08-24T22:54:56.633" v="71402" actId="207"/>
          <ac:spMkLst>
            <pc:docMk/>
            <pc:sldMk cId="2993779480" sldId="1764"/>
            <ac:spMk id="5" creationId="{E108C99F-A729-46A8-D217-2CBBC2A1A79D}"/>
          </ac:spMkLst>
        </pc:spChg>
      </pc:sldChg>
      <pc:sldChg chg="addSp modSp add del mod">
        <pc:chgData name="Álvaro García Cerezo" userId="431236b2-20b9-46ca-97a9-97f8fe0db936" providerId="ADAL" clId="{15107D05-290A-4D7B-AE2B-29B0EAF6F057}" dt="2026-08-16T11:15:40.027" v="69920" actId="20577"/>
        <pc:sldMkLst>
          <pc:docMk/>
          <pc:sldMk cId="2755831413" sldId="1770"/>
        </pc:sldMkLst>
        <pc:spChg chg="mod">
          <ac:chgData name="Álvaro García Cerezo" userId="431236b2-20b9-46ca-97a9-97f8fe0db936" providerId="ADAL" clId="{15107D05-290A-4D7B-AE2B-29B0EAF6F057}" dt="2026-08-16T11:15:40.027" v="69920" actId="20577"/>
          <ac:spMkLst>
            <pc:docMk/>
            <pc:sldMk cId="2755831413" sldId="1770"/>
            <ac:spMk id="2" creationId="{B4CDBA42-6DA6-EFB2-B152-1A9CCE784785}"/>
          </ac:spMkLst>
        </pc:spChg>
      </pc:sldChg>
      <pc:sldChg chg="addSp delSp modSp add del mod ord">
        <pc:chgData name="Álvaro García Cerezo" userId="431236b2-20b9-46ca-97a9-97f8fe0db936" providerId="ADAL" clId="{15107D05-290A-4D7B-AE2B-29B0EAF6F057}" dt="2026-08-16T11:15:12.637" v="69916" actId="2696"/>
        <pc:sldMkLst>
          <pc:docMk/>
          <pc:sldMk cId="36297875" sldId="1771"/>
        </pc:sldMkLst>
      </pc:sldChg>
      <pc:sldChg chg="modSp add mod ord">
        <pc:chgData name="Álvaro García Cerezo" userId="431236b2-20b9-46ca-97a9-97f8fe0db936" providerId="ADAL" clId="{15107D05-290A-4D7B-AE2B-29B0EAF6F057}" dt="2026-08-16T11:15:30.908" v="69919" actId="20577"/>
        <pc:sldMkLst>
          <pc:docMk/>
          <pc:sldMk cId="3019456464" sldId="1772"/>
        </pc:sldMkLst>
        <pc:spChg chg="mod">
          <ac:chgData name="Álvaro García Cerezo" userId="431236b2-20b9-46ca-97a9-97f8fe0db936" providerId="ADAL" clId="{15107D05-290A-4D7B-AE2B-29B0EAF6F057}" dt="2026-08-16T11:15:30.908" v="69919" actId="20577"/>
          <ac:spMkLst>
            <pc:docMk/>
            <pc:sldMk cId="3019456464" sldId="1772"/>
            <ac:spMk id="2" creationId="{F0EC1BB1-8C49-F532-8A9C-1F892940AD09}"/>
          </ac:spMkLst>
        </pc:spChg>
      </pc:sldChg>
      <pc:sldChg chg="addSp delSp modSp add mod">
        <pc:chgData name="Álvaro García Cerezo" userId="431236b2-20b9-46ca-97a9-97f8fe0db936" providerId="ADAL" clId="{15107D05-290A-4D7B-AE2B-29B0EAF6F057}" dt="2026-09-15T08:45:35.310" v="73873" actId="20577"/>
        <pc:sldMkLst>
          <pc:docMk/>
          <pc:sldMk cId="2591442319" sldId="1782"/>
        </pc:sldMkLst>
        <pc:spChg chg="add mod">
          <ac:chgData name="Álvaro García Cerezo" userId="431236b2-20b9-46ca-97a9-97f8fe0db936" providerId="ADAL" clId="{15107D05-290A-4D7B-AE2B-29B0EAF6F057}" dt="2026-09-15T08:45:35.310" v="73873" actId="20577"/>
          <ac:spMkLst>
            <pc:docMk/>
            <pc:sldMk cId="2591442319" sldId="1782"/>
            <ac:spMk id="27" creationId="{927A1C25-73AA-B338-3B8D-22761B3AA4ED}"/>
          </ac:spMkLst>
        </pc:spChg>
      </pc:sldChg>
      <pc:sldChg chg="addSp delSp modSp add mod">
        <pc:chgData name="Álvaro García Cerezo" userId="431236b2-20b9-46ca-97a9-97f8fe0db936" providerId="ADAL" clId="{15107D05-290A-4D7B-AE2B-29B0EAF6F057}" dt="2026-08-23T14:24:17.758" v="71235" actId="20577"/>
        <pc:sldMkLst>
          <pc:docMk/>
          <pc:sldMk cId="1263520108" sldId="1787"/>
        </pc:sldMkLst>
        <pc:spChg chg="mod">
          <ac:chgData name="Álvaro García Cerezo" userId="431236b2-20b9-46ca-97a9-97f8fe0db936" providerId="ADAL" clId="{15107D05-290A-4D7B-AE2B-29B0EAF6F057}" dt="2026-08-23T14:24:17.758" v="71235" actId="20577"/>
          <ac:spMkLst>
            <pc:docMk/>
            <pc:sldMk cId="1263520108" sldId="1787"/>
            <ac:spMk id="3" creationId="{32A2F498-BE26-94EF-AA97-3574B31B026F}"/>
          </ac:spMkLst>
        </pc:spChg>
      </pc:sldChg>
      <pc:sldChg chg="addSp delSp modSp add mod">
        <pc:chgData name="Álvaro García Cerezo" userId="431236b2-20b9-46ca-97a9-97f8fe0db936" providerId="ADAL" clId="{15107D05-290A-4D7B-AE2B-29B0EAF6F057}" dt="2026-08-23T14:24:21.915" v="71237" actId="20577"/>
        <pc:sldMkLst>
          <pc:docMk/>
          <pc:sldMk cId="2717963394" sldId="1789"/>
        </pc:sldMkLst>
        <pc:spChg chg="mod">
          <ac:chgData name="Álvaro García Cerezo" userId="431236b2-20b9-46ca-97a9-97f8fe0db936" providerId="ADAL" clId="{15107D05-290A-4D7B-AE2B-29B0EAF6F057}" dt="2026-08-23T14:24:21.915" v="71237" actId="20577"/>
          <ac:spMkLst>
            <pc:docMk/>
            <pc:sldMk cId="2717963394" sldId="1789"/>
            <ac:spMk id="3" creationId="{93FF50AE-BEA8-35D2-DC0F-9AA456C85A24}"/>
          </ac:spMkLst>
        </pc:spChg>
      </pc:sldChg>
      <pc:sldChg chg="modSp add del mod">
        <pc:chgData name="Álvaro García Cerezo" userId="431236b2-20b9-46ca-97a9-97f8fe0db936" providerId="ADAL" clId="{15107D05-290A-4D7B-AE2B-29B0EAF6F057}" dt="2026-09-09T05:57:34.758" v="72731"/>
        <pc:sldMkLst>
          <pc:docMk/>
          <pc:sldMk cId="3460938730" sldId="1813"/>
        </pc:sldMkLst>
        <pc:spChg chg="mod">
          <ac:chgData name="Álvaro García Cerezo" userId="431236b2-20b9-46ca-97a9-97f8fe0db936" providerId="ADAL" clId="{15107D05-290A-4D7B-AE2B-29B0EAF6F057}" dt="2026-09-09T05:57:34.758" v="72731"/>
          <ac:spMkLst>
            <pc:docMk/>
            <pc:sldMk cId="3460938730" sldId="1813"/>
            <ac:spMk id="34" creationId="{2F3D1A9A-C3A7-8FB5-58A8-B2C83207E823}"/>
          </ac:spMkLst>
        </pc:spChg>
      </pc:sldChg>
      <pc:sldChg chg="modSp add del mod">
        <pc:chgData name="Álvaro García Cerezo" userId="431236b2-20b9-46ca-97a9-97f8fe0db936" providerId="ADAL" clId="{15107D05-290A-4D7B-AE2B-29B0EAF6F057}" dt="2026-09-11T10:22:15.946" v="73735" actId="207"/>
        <pc:sldMkLst>
          <pc:docMk/>
          <pc:sldMk cId="4013738440" sldId="1816"/>
        </pc:sldMkLst>
        <pc:spChg chg="mod">
          <ac:chgData name="Álvaro García Cerezo" userId="431236b2-20b9-46ca-97a9-97f8fe0db936" providerId="ADAL" clId="{15107D05-290A-4D7B-AE2B-29B0EAF6F057}" dt="2026-09-11T10:22:15.946" v="73735" actId="207"/>
          <ac:spMkLst>
            <pc:docMk/>
            <pc:sldMk cId="4013738440" sldId="1816"/>
            <ac:spMk id="34" creationId="{FE917DDA-E194-405D-BDC0-BB6308E56F01}"/>
          </ac:spMkLst>
        </pc:spChg>
      </pc:sldChg>
      <pc:sldChg chg="addSp modSp add mod">
        <pc:chgData name="Álvaro García Cerezo" userId="431236b2-20b9-46ca-97a9-97f8fe0db936" providerId="ADAL" clId="{15107D05-290A-4D7B-AE2B-29B0EAF6F057}" dt="2026-09-11T10:22:26.975" v="73738" actId="207"/>
        <pc:sldMkLst>
          <pc:docMk/>
          <pc:sldMk cId="2467608964" sldId="1819"/>
        </pc:sldMkLst>
        <pc:spChg chg="mod">
          <ac:chgData name="Álvaro García Cerezo" userId="431236b2-20b9-46ca-97a9-97f8fe0db936" providerId="ADAL" clId="{15107D05-290A-4D7B-AE2B-29B0EAF6F057}" dt="2026-09-11T10:22:26.975" v="73738" actId="207"/>
          <ac:spMkLst>
            <pc:docMk/>
            <pc:sldMk cId="2467608964" sldId="1819"/>
            <ac:spMk id="4" creationId="{D1465AF2-1D51-0F0D-931C-458CEF41239A}"/>
          </ac:spMkLst>
        </pc:spChg>
      </pc:sldChg>
      <pc:sldChg chg="modSp add mod">
        <pc:chgData name="Álvaro García Cerezo" userId="431236b2-20b9-46ca-97a9-97f8fe0db936" providerId="ADAL" clId="{15107D05-290A-4D7B-AE2B-29B0EAF6F057}" dt="2026-09-15T12:24:51.913" v="73877" actId="20577"/>
        <pc:sldMkLst>
          <pc:docMk/>
          <pc:sldMk cId="4227959135" sldId="1820"/>
        </pc:sldMkLst>
        <pc:spChg chg="mod">
          <ac:chgData name="Álvaro García Cerezo" userId="431236b2-20b9-46ca-97a9-97f8fe0db936" providerId="ADAL" clId="{15107D05-290A-4D7B-AE2B-29B0EAF6F057}" dt="2026-09-09T06:43:16.932" v="73467" actId="20577"/>
          <ac:spMkLst>
            <pc:docMk/>
            <pc:sldMk cId="4227959135" sldId="1820"/>
            <ac:spMk id="3" creationId="{4B399362-CA3C-B3DB-6A9A-B4C7697A31EF}"/>
          </ac:spMkLst>
        </pc:spChg>
        <pc:spChg chg="mod">
          <ac:chgData name="Álvaro García Cerezo" userId="431236b2-20b9-46ca-97a9-97f8fe0db936" providerId="ADAL" clId="{15107D05-290A-4D7B-AE2B-29B0EAF6F057}" dt="2026-09-15T12:24:51.913" v="73877" actId="20577"/>
          <ac:spMkLst>
            <pc:docMk/>
            <pc:sldMk cId="4227959135" sldId="1820"/>
            <ac:spMk id="5" creationId="{22A3D47A-0DE7-F68D-576A-62AA9F3B4A86}"/>
          </ac:spMkLst>
        </pc:spChg>
      </pc:sldChg>
      <pc:sldChg chg="modSp add mod">
        <pc:chgData name="Álvaro García Cerezo" userId="431236b2-20b9-46ca-97a9-97f8fe0db936" providerId="ADAL" clId="{15107D05-290A-4D7B-AE2B-29B0EAF6F057}" dt="2026-09-09T06:47:31.492" v="73471" actId="20577"/>
        <pc:sldMkLst>
          <pc:docMk/>
          <pc:sldMk cId="2750472846" sldId="1821"/>
        </pc:sldMkLst>
        <pc:spChg chg="mod">
          <ac:chgData name="Álvaro García Cerezo" userId="431236b2-20b9-46ca-97a9-97f8fe0db936" providerId="ADAL" clId="{15107D05-290A-4D7B-AE2B-29B0EAF6F057}" dt="2026-09-09T06:47:31.492" v="73471" actId="20577"/>
          <ac:spMkLst>
            <pc:docMk/>
            <pc:sldMk cId="2750472846" sldId="1821"/>
            <ac:spMk id="5" creationId="{CCACA31E-340D-7548-E63A-1DDA3D599DEF}"/>
          </ac:spMkLst>
        </pc:spChg>
      </pc:sldChg>
      <pc:sldChg chg="modSp add mod">
        <pc:chgData name="Álvaro García Cerezo" userId="431236b2-20b9-46ca-97a9-97f8fe0db936" providerId="ADAL" clId="{15107D05-290A-4D7B-AE2B-29B0EAF6F057}" dt="2026-09-09T06:56:26.588" v="73482" actId="20577"/>
        <pc:sldMkLst>
          <pc:docMk/>
          <pc:sldMk cId="2361889557" sldId="1822"/>
        </pc:sldMkLst>
        <pc:spChg chg="mod">
          <ac:chgData name="Álvaro García Cerezo" userId="431236b2-20b9-46ca-97a9-97f8fe0db936" providerId="ADAL" clId="{15107D05-290A-4D7B-AE2B-29B0EAF6F057}" dt="2026-09-09T06:56:26.588" v="73482" actId="20577"/>
          <ac:spMkLst>
            <pc:docMk/>
            <pc:sldMk cId="2361889557" sldId="1822"/>
            <ac:spMk id="3" creationId="{401B1FD6-04F4-13C1-D99C-B8CD1557E8B2}"/>
          </ac:spMkLst>
        </pc:spChg>
      </pc:sldChg>
      <pc:sldChg chg="addSp delSp modSp add mod">
        <pc:chgData name="Álvaro García Cerezo" userId="431236b2-20b9-46ca-97a9-97f8fe0db936" providerId="ADAL" clId="{15107D05-290A-4D7B-AE2B-29B0EAF6F057}" dt="2026-08-18T16:18:29.585" v="70107" actId="20577"/>
        <pc:sldMkLst>
          <pc:docMk/>
          <pc:sldMk cId="2982125615" sldId="1824"/>
        </pc:sldMkLst>
        <pc:spChg chg="add mod">
          <ac:chgData name="Álvaro García Cerezo" userId="431236b2-20b9-46ca-97a9-97f8fe0db936" providerId="ADAL" clId="{15107D05-290A-4D7B-AE2B-29B0EAF6F057}" dt="2026-08-18T15:55:30.378" v="70102"/>
          <ac:spMkLst>
            <pc:docMk/>
            <pc:sldMk cId="2982125615" sldId="1824"/>
            <ac:spMk id="5" creationId="{55B80005-05BA-BCA7-8C2D-482C6ED6B3CA}"/>
          </ac:spMkLst>
        </pc:spChg>
        <pc:spChg chg="add mod">
          <ac:chgData name="Álvaro García Cerezo" userId="431236b2-20b9-46ca-97a9-97f8fe0db936" providerId="ADAL" clId="{15107D05-290A-4D7B-AE2B-29B0EAF6F057}" dt="2026-08-18T15:55:30.378" v="70102"/>
          <ac:spMkLst>
            <pc:docMk/>
            <pc:sldMk cId="2982125615" sldId="1824"/>
            <ac:spMk id="6" creationId="{5C4BB180-319D-5237-5775-DCD5D2B11734}"/>
          </ac:spMkLst>
        </pc:spChg>
        <pc:spChg chg="add mod">
          <ac:chgData name="Álvaro García Cerezo" userId="431236b2-20b9-46ca-97a9-97f8fe0db936" providerId="ADAL" clId="{15107D05-290A-4D7B-AE2B-29B0EAF6F057}" dt="2026-08-18T16:18:29.585" v="70107" actId="20577"/>
          <ac:spMkLst>
            <pc:docMk/>
            <pc:sldMk cId="2982125615" sldId="1824"/>
            <ac:spMk id="8" creationId="{71226EC8-F2F2-E109-51EC-D4F66094469F}"/>
          </ac:spMkLst>
        </pc:spChg>
      </pc:sldChg>
      <pc:sldChg chg="addSp modSp add mod">
        <pc:chgData name="Álvaro García Cerezo" userId="431236b2-20b9-46ca-97a9-97f8fe0db936" providerId="ADAL" clId="{15107D05-290A-4D7B-AE2B-29B0EAF6F057}" dt="2026-09-09T08:05:30.287" v="73724" actId="207"/>
        <pc:sldMkLst>
          <pc:docMk/>
          <pc:sldMk cId="138338891" sldId="1825"/>
        </pc:sldMkLst>
        <pc:spChg chg="add mod">
          <ac:chgData name="Álvaro García Cerezo" userId="431236b2-20b9-46ca-97a9-97f8fe0db936" providerId="ADAL" clId="{15107D05-290A-4D7B-AE2B-29B0EAF6F057}" dt="2026-09-09T08:05:30.287" v="73724" actId="207"/>
          <ac:spMkLst>
            <pc:docMk/>
            <pc:sldMk cId="138338891" sldId="1825"/>
            <ac:spMk id="4" creationId="{7D7370AB-FBAA-661D-F441-62A6D71E626E}"/>
          </ac:spMkLst>
        </pc:spChg>
      </pc:sldChg>
      <pc:sldChg chg="addSp delSp modSp add del mod">
        <pc:chgData name="Álvaro García Cerezo" userId="431236b2-20b9-46ca-97a9-97f8fe0db936" providerId="ADAL" clId="{15107D05-290A-4D7B-AE2B-29B0EAF6F057}" dt="2026-09-09T06:10:43.796" v="72808" actId="20577"/>
        <pc:sldMkLst>
          <pc:docMk/>
          <pc:sldMk cId="1901793587" sldId="1828"/>
        </pc:sldMkLst>
        <pc:spChg chg="mod ord">
          <ac:chgData name="Álvaro García Cerezo" userId="431236b2-20b9-46ca-97a9-97f8fe0db936" providerId="ADAL" clId="{15107D05-290A-4D7B-AE2B-29B0EAF6F057}" dt="2026-09-09T06:10:43.796" v="72808" actId="20577"/>
          <ac:spMkLst>
            <pc:docMk/>
            <pc:sldMk cId="1901793587" sldId="1828"/>
            <ac:spMk id="3" creationId="{C3A22809-FC83-1786-2128-7D18D75F5327}"/>
          </ac:spMkLst>
        </pc:spChg>
      </pc:sldChg>
      <pc:sldChg chg="addSp modSp add del mod">
        <pc:chgData name="Álvaro García Cerezo" userId="431236b2-20b9-46ca-97a9-97f8fe0db936" providerId="ADAL" clId="{15107D05-290A-4D7B-AE2B-29B0EAF6F057}" dt="2026-08-16T11:15:12.637" v="69916" actId="2696"/>
        <pc:sldMkLst>
          <pc:docMk/>
          <pc:sldMk cId="2504730431" sldId="1829"/>
        </pc:sldMkLst>
      </pc:sldChg>
      <pc:sldChg chg="modSp add del mod">
        <pc:chgData name="Álvaro García Cerezo" userId="431236b2-20b9-46ca-97a9-97f8fe0db936" providerId="ADAL" clId="{15107D05-290A-4D7B-AE2B-29B0EAF6F057}" dt="2026-09-09T06:09:36.512" v="72807" actId="14100"/>
        <pc:sldMkLst>
          <pc:docMk/>
          <pc:sldMk cId="668755215" sldId="1830"/>
        </pc:sldMkLst>
        <pc:spChg chg="mod">
          <ac:chgData name="Álvaro García Cerezo" userId="431236b2-20b9-46ca-97a9-97f8fe0db936" providerId="ADAL" clId="{15107D05-290A-4D7B-AE2B-29B0EAF6F057}" dt="2026-08-26T19:53:11.428" v="71688" actId="255"/>
          <ac:spMkLst>
            <pc:docMk/>
            <pc:sldMk cId="668755215" sldId="1830"/>
            <ac:spMk id="4" creationId="{575CC2C4-2FC9-E6C2-E533-ED11F07044EE}"/>
          </ac:spMkLst>
        </pc:spChg>
        <pc:spChg chg="mod">
          <ac:chgData name="Álvaro García Cerezo" userId="431236b2-20b9-46ca-97a9-97f8fe0db936" providerId="ADAL" clId="{15107D05-290A-4D7B-AE2B-29B0EAF6F057}" dt="2026-09-09T06:09:31.914" v="72805" actId="14100"/>
          <ac:spMkLst>
            <pc:docMk/>
            <pc:sldMk cId="668755215" sldId="1830"/>
            <ac:spMk id="16" creationId="{2A5749F4-3948-7563-B175-0175974FB3D0}"/>
          </ac:spMkLst>
        </pc:spChg>
        <pc:spChg chg="mod">
          <ac:chgData name="Álvaro García Cerezo" userId="431236b2-20b9-46ca-97a9-97f8fe0db936" providerId="ADAL" clId="{15107D05-290A-4D7B-AE2B-29B0EAF6F057}" dt="2026-09-09T06:09:36.512" v="72807" actId="14100"/>
          <ac:spMkLst>
            <pc:docMk/>
            <pc:sldMk cId="668755215" sldId="1830"/>
            <ac:spMk id="18" creationId="{308BED66-A825-D254-ADD0-7EF6E7D59BD2}"/>
          </ac:spMkLst>
        </pc:spChg>
      </pc:sldChg>
      <pc:sldChg chg="modSp add del mod ord">
        <pc:chgData name="Álvaro García Cerezo" userId="431236b2-20b9-46ca-97a9-97f8fe0db936" providerId="ADAL" clId="{15107D05-290A-4D7B-AE2B-29B0EAF6F057}" dt="2026-09-09T08:05:58.842" v="73725"/>
        <pc:sldMkLst>
          <pc:docMk/>
          <pc:sldMk cId="2823208597" sldId="1831"/>
        </pc:sldMkLst>
        <pc:spChg chg="mod">
          <ac:chgData name="Álvaro García Cerezo" userId="431236b2-20b9-46ca-97a9-97f8fe0db936" providerId="ADAL" clId="{15107D05-290A-4D7B-AE2B-29B0EAF6F057}" dt="2026-09-09T08:05:58.842" v="73725"/>
          <ac:spMkLst>
            <pc:docMk/>
            <pc:sldMk cId="2823208597" sldId="1831"/>
            <ac:spMk id="3" creationId="{B85CEB80-7216-B24F-52A8-67021DBD2291}"/>
          </ac:spMkLst>
        </pc:spChg>
        <pc:spChg chg="mod">
          <ac:chgData name="Álvaro García Cerezo" userId="431236b2-20b9-46ca-97a9-97f8fe0db936" providerId="ADAL" clId="{15107D05-290A-4D7B-AE2B-29B0EAF6F057}" dt="2026-08-16T10:28:49.948" v="68674" actId="20577"/>
          <ac:spMkLst>
            <pc:docMk/>
            <pc:sldMk cId="2823208597" sldId="1831"/>
            <ac:spMk id="16" creationId="{1BE6327B-259C-6E16-68F8-8558EAC70D24}"/>
          </ac:spMkLst>
        </pc:spChg>
      </pc:sldChg>
      <pc:sldChg chg="addSp delSp modSp add del mod">
        <pc:chgData name="Álvaro García Cerezo" userId="431236b2-20b9-46ca-97a9-97f8fe0db936" providerId="ADAL" clId="{15107D05-290A-4D7B-AE2B-29B0EAF6F057}" dt="2026-08-16T11:15:12.637" v="69916" actId="2696"/>
        <pc:sldMkLst>
          <pc:docMk/>
          <pc:sldMk cId="1019275371" sldId="1832"/>
        </pc:sldMkLst>
      </pc:sldChg>
      <pc:sldChg chg="addSp delSp modSp add del mod ord">
        <pc:chgData name="Álvaro García Cerezo" userId="431236b2-20b9-46ca-97a9-97f8fe0db936" providerId="ADAL" clId="{15107D05-290A-4D7B-AE2B-29B0EAF6F057}" dt="2026-09-09T06:17:14.591" v="73456" actId="207"/>
        <pc:sldMkLst>
          <pc:docMk/>
          <pc:sldMk cId="601988854" sldId="1833"/>
        </pc:sldMkLst>
        <pc:spChg chg="mod">
          <ac:chgData name="Álvaro García Cerezo" userId="431236b2-20b9-46ca-97a9-97f8fe0db936" providerId="ADAL" clId="{15107D05-290A-4D7B-AE2B-29B0EAF6F057}" dt="2026-09-09T06:17:14.591" v="73456" actId="207"/>
          <ac:spMkLst>
            <pc:docMk/>
            <pc:sldMk cId="601988854" sldId="1833"/>
            <ac:spMk id="3" creationId="{EC24C63A-DA55-16F7-4899-F73E8DE82613}"/>
          </ac:spMkLst>
        </pc:spChg>
      </pc:sldChg>
      <pc:sldChg chg="addSp delSp modSp add del mod">
        <pc:chgData name="Álvaro García Cerezo" userId="431236b2-20b9-46ca-97a9-97f8fe0db936" providerId="ADAL" clId="{15107D05-290A-4D7B-AE2B-29B0EAF6F057}" dt="2026-08-16T11:15:12.637" v="69916" actId="2696"/>
        <pc:sldMkLst>
          <pc:docMk/>
          <pc:sldMk cId="842176971" sldId="1834"/>
        </pc:sldMkLst>
      </pc:sldChg>
      <pc:sldChg chg="modSp add del mod">
        <pc:chgData name="Álvaro García Cerezo" userId="431236b2-20b9-46ca-97a9-97f8fe0db936" providerId="ADAL" clId="{15107D05-290A-4D7B-AE2B-29B0EAF6F057}" dt="2026-08-26T20:00:11.123" v="71822" actId="1037"/>
        <pc:sldMkLst>
          <pc:docMk/>
          <pc:sldMk cId="3765437538" sldId="1835"/>
        </pc:sldMkLst>
        <pc:spChg chg="mod">
          <ac:chgData name="Álvaro García Cerezo" userId="431236b2-20b9-46ca-97a9-97f8fe0db936" providerId="ADAL" clId="{15107D05-290A-4D7B-AE2B-29B0EAF6F057}" dt="2026-08-16T09:54:48.488" v="68412" actId="114"/>
          <ac:spMkLst>
            <pc:docMk/>
            <pc:sldMk cId="3765437538" sldId="1835"/>
            <ac:spMk id="8" creationId="{0201FEA7-4366-3F88-C3B7-DD6DA7AAE605}"/>
          </ac:spMkLst>
        </pc:spChg>
        <pc:spChg chg="mod">
          <ac:chgData name="Álvaro García Cerezo" userId="431236b2-20b9-46ca-97a9-97f8fe0db936" providerId="ADAL" clId="{15107D05-290A-4D7B-AE2B-29B0EAF6F057}" dt="2026-08-26T20:00:11.123" v="71822" actId="1037"/>
          <ac:spMkLst>
            <pc:docMk/>
            <pc:sldMk cId="3765437538" sldId="1835"/>
            <ac:spMk id="10" creationId="{51608172-CE54-4C69-B862-1BB2AD3B9BBB}"/>
          </ac:spMkLst>
        </pc:spChg>
      </pc:sldChg>
      <pc:sldChg chg="addSp delSp modSp add del mod">
        <pc:chgData name="Álvaro García Cerezo" userId="431236b2-20b9-46ca-97a9-97f8fe0db936" providerId="ADAL" clId="{15107D05-290A-4D7B-AE2B-29B0EAF6F057}" dt="2026-09-09T06:17:24.416" v="73457" actId="207"/>
        <pc:sldMkLst>
          <pc:docMk/>
          <pc:sldMk cId="1346726953" sldId="1836"/>
        </pc:sldMkLst>
        <pc:spChg chg="mod">
          <ac:chgData name="Álvaro García Cerezo" userId="431236b2-20b9-46ca-97a9-97f8fe0db936" providerId="ADAL" clId="{15107D05-290A-4D7B-AE2B-29B0EAF6F057}" dt="2026-09-09T06:17:24.416" v="73457" actId="207"/>
          <ac:spMkLst>
            <pc:docMk/>
            <pc:sldMk cId="1346726953" sldId="1836"/>
            <ac:spMk id="3" creationId="{40C171B3-1227-1C8E-CE5B-20C09BF4D832}"/>
          </ac:spMkLst>
        </pc:spChg>
      </pc:sldChg>
      <pc:sldChg chg="addSp delSp modSp add del mod">
        <pc:chgData name="Álvaro García Cerezo" userId="431236b2-20b9-46ca-97a9-97f8fe0db936" providerId="ADAL" clId="{15107D05-290A-4D7B-AE2B-29B0EAF6F057}" dt="2026-09-09T06:19:36.592" v="73463" actId="20577"/>
        <pc:sldMkLst>
          <pc:docMk/>
          <pc:sldMk cId="165940026" sldId="1837"/>
        </pc:sldMkLst>
        <pc:graphicFrameChg chg="mod modGraphic">
          <ac:chgData name="Álvaro García Cerezo" userId="431236b2-20b9-46ca-97a9-97f8fe0db936" providerId="ADAL" clId="{15107D05-290A-4D7B-AE2B-29B0EAF6F057}" dt="2026-09-09T06:19:36.592" v="73463" actId="20577"/>
          <ac:graphicFrameMkLst>
            <pc:docMk/>
            <pc:sldMk cId="165940026" sldId="1837"/>
            <ac:graphicFrameMk id="5" creationId="{7BA9842C-D57A-1D3C-2F1D-80C01E57CF87}"/>
          </ac:graphicFrameMkLst>
        </pc:graphicFrameChg>
      </pc:sldChg>
      <pc:sldChg chg="modSp add del">
        <pc:chgData name="Álvaro García Cerezo" userId="431236b2-20b9-46ca-97a9-97f8fe0db936" providerId="ADAL" clId="{15107D05-290A-4D7B-AE2B-29B0EAF6F057}" dt="2026-08-16T11:15:12.637" v="69916" actId="2696"/>
        <pc:sldMkLst>
          <pc:docMk/>
          <pc:sldMk cId="2368105624" sldId="1838"/>
        </pc:sldMkLst>
        <pc:spChg chg="mod">
          <ac:chgData name="Álvaro García Cerezo" userId="431236b2-20b9-46ca-97a9-97f8fe0db936" providerId="ADAL" clId="{15107D05-290A-4D7B-AE2B-29B0EAF6F057}" dt="2026-08-16T09:55:05.300" v="68415" actId="20577"/>
          <ac:spMkLst>
            <pc:docMk/>
            <pc:sldMk cId="2368105624" sldId="1838"/>
            <ac:spMk id="3" creationId="{907EAC28-9A3E-DB23-B497-35F2D799567C}"/>
          </ac:spMkLst>
        </pc:spChg>
      </pc:sldChg>
      <pc:sldChg chg="modSp add del mod">
        <pc:chgData name="Álvaro García Cerezo" userId="431236b2-20b9-46ca-97a9-97f8fe0db936" providerId="ADAL" clId="{15107D05-290A-4D7B-AE2B-29B0EAF6F057}" dt="2026-09-09T07:52:55.221" v="73721" actId="20577"/>
        <pc:sldMkLst>
          <pc:docMk/>
          <pc:sldMk cId="4267083324" sldId="1839"/>
        </pc:sldMkLst>
        <pc:spChg chg="mod">
          <ac:chgData name="Álvaro García Cerezo" userId="431236b2-20b9-46ca-97a9-97f8fe0db936" providerId="ADAL" clId="{15107D05-290A-4D7B-AE2B-29B0EAF6F057}" dt="2026-09-09T07:52:55.221" v="73721" actId="20577"/>
          <ac:spMkLst>
            <pc:docMk/>
            <pc:sldMk cId="4267083324" sldId="1839"/>
            <ac:spMk id="3" creationId="{27AEE6CF-E65B-F77C-03CB-EE1CF42D8CD9}"/>
          </ac:spMkLst>
        </pc:spChg>
      </pc:sldChg>
      <pc:sldChg chg="modSp add del mod">
        <pc:chgData name="Álvaro García Cerezo" userId="431236b2-20b9-46ca-97a9-97f8fe0db936" providerId="ADAL" clId="{15107D05-290A-4D7B-AE2B-29B0EAF6F057}" dt="2026-09-09T08:06:51.702" v="73726" actId="20577"/>
        <pc:sldMkLst>
          <pc:docMk/>
          <pc:sldMk cId="2756016260" sldId="1840"/>
        </pc:sldMkLst>
        <pc:spChg chg="mod">
          <ac:chgData name="Álvaro García Cerezo" userId="431236b2-20b9-46ca-97a9-97f8fe0db936" providerId="ADAL" clId="{15107D05-290A-4D7B-AE2B-29B0EAF6F057}" dt="2026-09-09T08:06:51.702" v="73726" actId="20577"/>
          <ac:spMkLst>
            <pc:docMk/>
            <pc:sldMk cId="2756016260" sldId="1840"/>
            <ac:spMk id="3" creationId="{05300426-38F2-0714-BE0F-BCDA4381A47E}"/>
          </ac:spMkLst>
        </pc:spChg>
      </pc:sldChg>
      <pc:sldChg chg="add del ord">
        <pc:chgData name="Álvaro García Cerezo" userId="431236b2-20b9-46ca-97a9-97f8fe0db936" providerId="ADAL" clId="{15107D05-290A-4D7B-AE2B-29B0EAF6F057}" dt="2026-08-18T15:58:03.943" v="70106"/>
        <pc:sldMkLst>
          <pc:docMk/>
          <pc:sldMk cId="2079996652" sldId="1841"/>
        </pc:sldMkLst>
      </pc:sldChg>
      <pc:sldChg chg="modSp add del mod">
        <pc:chgData name="Álvaro García Cerezo" userId="431236b2-20b9-46ca-97a9-97f8fe0db936" providerId="ADAL" clId="{15107D05-290A-4D7B-AE2B-29B0EAF6F057}" dt="2026-08-16T11:15:12.637" v="69916" actId="2696"/>
        <pc:sldMkLst>
          <pc:docMk/>
          <pc:sldMk cId="1990483335" sldId="1842"/>
        </pc:sldMkLst>
      </pc:sldChg>
      <pc:sldChg chg="addSp delSp modSp add del mod">
        <pc:chgData name="Álvaro García Cerezo" userId="431236b2-20b9-46ca-97a9-97f8fe0db936" providerId="ADAL" clId="{15107D05-290A-4D7B-AE2B-29B0EAF6F057}" dt="2026-08-16T11:15:12.637" v="69916" actId="2696"/>
        <pc:sldMkLst>
          <pc:docMk/>
          <pc:sldMk cId="3437140288" sldId="1844"/>
        </pc:sldMkLst>
      </pc:sldChg>
      <pc:sldChg chg="addSp modSp add del mod">
        <pc:chgData name="Álvaro García Cerezo" userId="431236b2-20b9-46ca-97a9-97f8fe0db936" providerId="ADAL" clId="{15107D05-290A-4D7B-AE2B-29B0EAF6F057}" dt="2026-08-16T11:15:12.637" v="69916" actId="2696"/>
        <pc:sldMkLst>
          <pc:docMk/>
          <pc:sldMk cId="2904265606" sldId="1845"/>
        </pc:sldMkLst>
      </pc:sldChg>
      <pc:sldChg chg="addSp delSp modSp add del mod">
        <pc:chgData name="Álvaro García Cerezo" userId="431236b2-20b9-46ca-97a9-97f8fe0db936" providerId="ADAL" clId="{15107D05-290A-4D7B-AE2B-29B0EAF6F057}" dt="2026-09-09T07:50:36.965" v="73700" actId="207"/>
        <pc:sldMkLst>
          <pc:docMk/>
          <pc:sldMk cId="2038042428" sldId="1846"/>
        </pc:sldMkLst>
        <pc:spChg chg="mod">
          <ac:chgData name="Álvaro García Cerezo" userId="431236b2-20b9-46ca-97a9-97f8fe0db936" providerId="ADAL" clId="{15107D05-290A-4D7B-AE2B-29B0EAF6F057}" dt="2026-09-09T07:50:36.965" v="73700" actId="207"/>
          <ac:spMkLst>
            <pc:docMk/>
            <pc:sldMk cId="2038042428" sldId="1846"/>
            <ac:spMk id="3" creationId="{C1997B70-4E72-FA3C-FEA3-A83514E5ABAF}"/>
          </ac:spMkLst>
        </pc:spChg>
      </pc:sldChg>
      <pc:sldChg chg="addSp delSp modSp add del mod">
        <pc:chgData name="Álvaro García Cerezo" userId="431236b2-20b9-46ca-97a9-97f8fe0db936" providerId="ADAL" clId="{15107D05-290A-4D7B-AE2B-29B0EAF6F057}" dt="2026-09-09T07:50:54.574" v="73702" actId="207"/>
        <pc:sldMkLst>
          <pc:docMk/>
          <pc:sldMk cId="2507276384" sldId="1847"/>
        </pc:sldMkLst>
        <pc:spChg chg="mod ord">
          <ac:chgData name="Álvaro García Cerezo" userId="431236b2-20b9-46ca-97a9-97f8fe0db936" providerId="ADAL" clId="{15107D05-290A-4D7B-AE2B-29B0EAF6F057}" dt="2026-09-09T07:50:54.574" v="73702" actId="207"/>
          <ac:spMkLst>
            <pc:docMk/>
            <pc:sldMk cId="2507276384" sldId="1847"/>
            <ac:spMk id="3" creationId="{1506082A-A231-B7BE-412F-1778DA2F406A}"/>
          </ac:spMkLst>
        </pc:spChg>
      </pc:sldChg>
      <pc:sldChg chg="addSp delSp modSp add del mod">
        <pc:chgData name="Álvaro García Cerezo" userId="431236b2-20b9-46ca-97a9-97f8fe0db936" providerId="ADAL" clId="{15107D05-290A-4D7B-AE2B-29B0EAF6F057}" dt="2026-08-16T11:15:12.637" v="69916" actId="2696"/>
        <pc:sldMkLst>
          <pc:docMk/>
          <pc:sldMk cId="3167286921" sldId="1849"/>
        </pc:sldMkLst>
      </pc:sldChg>
      <pc:sldChg chg="modSp add del mod">
        <pc:chgData name="Álvaro García Cerezo" userId="431236b2-20b9-46ca-97a9-97f8fe0db936" providerId="ADAL" clId="{15107D05-290A-4D7B-AE2B-29B0EAF6F057}" dt="2026-08-16T11:15:12.637" v="69916" actId="2696"/>
        <pc:sldMkLst>
          <pc:docMk/>
          <pc:sldMk cId="3048916054" sldId="1850"/>
        </pc:sldMkLst>
      </pc:sldChg>
      <pc:sldChg chg="addSp delSp modSp add del mod">
        <pc:chgData name="Álvaro García Cerezo" userId="431236b2-20b9-46ca-97a9-97f8fe0db936" providerId="ADAL" clId="{15107D05-290A-4D7B-AE2B-29B0EAF6F057}" dt="2026-09-09T07:43:21.164" v="73695" actId="6549"/>
        <pc:sldMkLst>
          <pc:docMk/>
          <pc:sldMk cId="1878557047" sldId="1851"/>
        </pc:sldMkLst>
        <pc:spChg chg="add mod">
          <ac:chgData name="Álvaro García Cerezo" userId="431236b2-20b9-46ca-97a9-97f8fe0db936" providerId="ADAL" clId="{15107D05-290A-4D7B-AE2B-29B0EAF6F057}" dt="2026-09-09T07:43:21.164" v="73695" actId="6549"/>
          <ac:spMkLst>
            <pc:docMk/>
            <pc:sldMk cId="1878557047" sldId="1851"/>
            <ac:spMk id="7" creationId="{36E356A3-4801-15DF-1C0F-FE3E1C5DBBE2}"/>
          </ac:spMkLst>
        </pc:spChg>
      </pc:sldChg>
      <pc:sldChg chg="addSp delSp modSp add del mod">
        <pc:chgData name="Álvaro García Cerezo" userId="431236b2-20b9-46ca-97a9-97f8fe0db936" providerId="ADAL" clId="{15107D05-290A-4D7B-AE2B-29B0EAF6F057}" dt="2026-08-26T18:19:29.046" v="71513" actId="20577"/>
        <pc:sldMkLst>
          <pc:docMk/>
          <pc:sldMk cId="4159780380" sldId="1852"/>
        </pc:sldMkLst>
        <pc:spChg chg="mod">
          <ac:chgData name="Álvaro García Cerezo" userId="431236b2-20b9-46ca-97a9-97f8fe0db936" providerId="ADAL" clId="{15107D05-290A-4D7B-AE2B-29B0EAF6F057}" dt="2026-08-26T18:19:29.046" v="71513" actId="20577"/>
          <ac:spMkLst>
            <pc:docMk/>
            <pc:sldMk cId="4159780380" sldId="1852"/>
            <ac:spMk id="9" creationId="{8BA92101-6C35-DC5D-756F-101B6297562F}"/>
          </ac:spMkLst>
        </pc:spChg>
      </pc:sldChg>
      <pc:sldChg chg="modSp add del mod">
        <pc:chgData name="Álvaro García Cerezo" userId="431236b2-20b9-46ca-97a9-97f8fe0db936" providerId="ADAL" clId="{15107D05-290A-4D7B-AE2B-29B0EAF6F057}" dt="2026-08-16T11:15:12.637" v="69916" actId="2696"/>
        <pc:sldMkLst>
          <pc:docMk/>
          <pc:sldMk cId="1083101221" sldId="1853"/>
        </pc:sldMkLst>
      </pc:sldChg>
      <pc:sldChg chg="modSp add del mod">
        <pc:chgData name="Álvaro García Cerezo" userId="431236b2-20b9-46ca-97a9-97f8fe0db936" providerId="ADAL" clId="{15107D05-290A-4D7B-AE2B-29B0EAF6F057}" dt="2026-08-16T11:15:12.637" v="69916" actId="2696"/>
        <pc:sldMkLst>
          <pc:docMk/>
          <pc:sldMk cId="1292595771" sldId="1855"/>
        </pc:sldMkLst>
      </pc:sldChg>
      <pc:sldChg chg="addSp delSp modSp add mod ord">
        <pc:chgData name="Álvaro García Cerezo" userId="431236b2-20b9-46ca-97a9-97f8fe0db936" providerId="ADAL" clId="{15107D05-290A-4D7B-AE2B-29B0EAF6F057}" dt="2026-08-16T11:15:25.024" v="69918"/>
        <pc:sldMkLst>
          <pc:docMk/>
          <pc:sldMk cId="543846732" sldId="1857"/>
        </pc:sldMkLst>
        <pc:spChg chg="add ord">
          <ac:chgData name="Álvaro García Cerezo" userId="431236b2-20b9-46ca-97a9-97f8fe0db936" providerId="ADAL" clId="{15107D05-290A-4D7B-AE2B-29B0EAF6F057}" dt="2026-08-16T10:35:31.385" v="68736" actId="167"/>
          <ac:spMkLst>
            <pc:docMk/>
            <pc:sldMk cId="543846732" sldId="1857"/>
            <ac:spMk id="3" creationId="{CAD672B7-060C-9E59-F881-4C19DFB4A6DB}"/>
          </ac:spMkLst>
        </pc:spChg>
        <pc:spChg chg="mod">
          <ac:chgData name="Álvaro García Cerezo" userId="431236b2-20b9-46ca-97a9-97f8fe0db936" providerId="ADAL" clId="{15107D05-290A-4D7B-AE2B-29B0EAF6F057}" dt="2026-08-16T10:58:52.111" v="69376" actId="1036"/>
          <ac:spMkLst>
            <pc:docMk/>
            <pc:sldMk cId="543846732" sldId="1857"/>
            <ac:spMk id="20" creationId="{146750FB-A3C2-F4A2-A9CB-F71C5E655F4C}"/>
          </ac:spMkLst>
        </pc:spChg>
        <pc:spChg chg="mod">
          <ac:chgData name="Álvaro García Cerezo" userId="431236b2-20b9-46ca-97a9-97f8fe0db936" providerId="ADAL" clId="{15107D05-290A-4D7B-AE2B-29B0EAF6F057}" dt="2026-08-16T10:58:45.592" v="69361" actId="1037"/>
          <ac:spMkLst>
            <pc:docMk/>
            <pc:sldMk cId="543846732" sldId="1857"/>
            <ac:spMk id="27" creationId="{FC1F9AA3-4B1F-05FF-9F47-0E26C0256389}"/>
          </ac:spMkLst>
        </pc:spChg>
        <pc:spChg chg="ord">
          <ac:chgData name="Álvaro García Cerezo" userId="431236b2-20b9-46ca-97a9-97f8fe0db936" providerId="ADAL" clId="{15107D05-290A-4D7B-AE2B-29B0EAF6F057}" dt="2026-08-16T10:35:32.977" v="68737" actId="167"/>
          <ac:spMkLst>
            <pc:docMk/>
            <pc:sldMk cId="543846732" sldId="1857"/>
            <ac:spMk id="35" creationId="{B764621B-71C6-9AD0-DDF5-8CF50C8D2E7A}"/>
          </ac:spMkLst>
        </pc:spChg>
      </pc:sldChg>
      <pc:sldChg chg="addSp modSp add mod ord">
        <pc:chgData name="Álvaro García Cerezo" userId="431236b2-20b9-46ca-97a9-97f8fe0db936" providerId="ADAL" clId="{15107D05-290A-4D7B-AE2B-29B0EAF6F057}" dt="2026-08-16T11:15:25.024" v="69918"/>
        <pc:sldMkLst>
          <pc:docMk/>
          <pc:sldMk cId="1546986612" sldId="1858"/>
        </pc:sldMkLst>
        <pc:spChg chg="mod">
          <ac:chgData name="Álvaro García Cerezo" userId="431236b2-20b9-46ca-97a9-97f8fe0db936" providerId="ADAL" clId="{15107D05-290A-4D7B-AE2B-29B0EAF6F057}" dt="2026-08-16T09:56:59.646" v="68467" actId="207"/>
          <ac:spMkLst>
            <pc:docMk/>
            <pc:sldMk cId="1546986612" sldId="1858"/>
            <ac:spMk id="3" creationId="{99073078-AEE4-B0DE-DD1D-A42532EB9CC7}"/>
          </ac:spMkLst>
        </pc:spChg>
        <pc:spChg chg="add mod">
          <ac:chgData name="Álvaro García Cerezo" userId="431236b2-20b9-46ca-97a9-97f8fe0db936" providerId="ADAL" clId="{15107D05-290A-4D7B-AE2B-29B0EAF6F057}" dt="2026-08-16T09:57:40.277" v="68489" actId="1076"/>
          <ac:spMkLst>
            <pc:docMk/>
            <pc:sldMk cId="1546986612" sldId="1858"/>
            <ac:spMk id="4" creationId="{E4C1CCA0-A010-B3C4-BBD0-9C25D62ECB63}"/>
          </ac:spMkLst>
        </pc:spChg>
        <pc:spChg chg="mod">
          <ac:chgData name="Álvaro García Cerezo" userId="431236b2-20b9-46ca-97a9-97f8fe0db936" providerId="ADAL" clId="{15107D05-290A-4D7B-AE2B-29B0EAF6F057}" dt="2026-08-16T09:56:22.039" v="68442" actId="14100"/>
          <ac:spMkLst>
            <pc:docMk/>
            <pc:sldMk cId="1546986612" sldId="1858"/>
            <ac:spMk id="16" creationId="{97B3F51C-6B25-8FA7-BDB5-C59E2ED090EE}"/>
          </ac:spMkLst>
        </pc:spChg>
        <pc:spChg chg="mod">
          <ac:chgData name="Álvaro García Cerezo" userId="431236b2-20b9-46ca-97a9-97f8fe0db936" providerId="ADAL" clId="{15107D05-290A-4D7B-AE2B-29B0EAF6F057}" dt="2026-08-16T09:56:29.437" v="68446" actId="14100"/>
          <ac:spMkLst>
            <pc:docMk/>
            <pc:sldMk cId="1546986612" sldId="1858"/>
            <ac:spMk id="18" creationId="{A1B87B95-F186-1202-4529-06BE486107A0}"/>
          </ac:spMkLst>
        </pc:spChg>
        <pc:cxnChg chg="add mod">
          <ac:chgData name="Álvaro García Cerezo" userId="431236b2-20b9-46ca-97a9-97f8fe0db936" providerId="ADAL" clId="{15107D05-290A-4D7B-AE2B-29B0EAF6F057}" dt="2026-08-16T09:57:40.277" v="68489" actId="1076"/>
          <ac:cxnSpMkLst>
            <pc:docMk/>
            <pc:sldMk cId="1546986612" sldId="1858"/>
            <ac:cxnSpMk id="5" creationId="{F6FF17CD-A63D-3B5A-BBE4-D6C9AD84E71A}"/>
          </ac:cxnSpMkLst>
        </pc:cxnChg>
        <pc:cxnChg chg="add mod">
          <ac:chgData name="Álvaro García Cerezo" userId="431236b2-20b9-46ca-97a9-97f8fe0db936" providerId="ADAL" clId="{15107D05-290A-4D7B-AE2B-29B0EAF6F057}" dt="2026-08-16T09:57:47.238" v="68490" actId="14100"/>
          <ac:cxnSpMkLst>
            <pc:docMk/>
            <pc:sldMk cId="1546986612" sldId="1858"/>
            <ac:cxnSpMk id="8" creationId="{D5C8A042-4AF8-B4CF-BDB8-19006A25078B}"/>
          </ac:cxnSpMkLst>
        </pc:cxnChg>
      </pc:sldChg>
      <pc:sldChg chg="addSp delSp modSp add mod ord">
        <pc:chgData name="Álvaro García Cerezo" userId="431236b2-20b9-46ca-97a9-97f8fe0db936" providerId="ADAL" clId="{15107D05-290A-4D7B-AE2B-29B0EAF6F057}" dt="2026-09-11T10:22:34.011" v="73740" actId="207"/>
        <pc:sldMkLst>
          <pc:docMk/>
          <pc:sldMk cId="2482637547" sldId="1859"/>
        </pc:sldMkLst>
        <pc:spChg chg="add mod">
          <ac:chgData name="Álvaro García Cerezo" userId="431236b2-20b9-46ca-97a9-97f8fe0db936" providerId="ADAL" clId="{15107D05-290A-4D7B-AE2B-29B0EAF6F057}" dt="2026-08-16T10:15:06.315" v="68501"/>
          <ac:spMkLst>
            <pc:docMk/>
            <pc:sldMk cId="2482637547" sldId="1859"/>
            <ac:spMk id="4" creationId="{E6B65383-0BC0-1500-409A-A061429FDE91}"/>
          </ac:spMkLst>
        </pc:spChg>
        <pc:spChg chg="mod">
          <ac:chgData name="Álvaro García Cerezo" userId="431236b2-20b9-46ca-97a9-97f8fe0db936" providerId="ADAL" clId="{15107D05-290A-4D7B-AE2B-29B0EAF6F057}" dt="2026-09-11T10:22:34.011" v="73740" actId="207"/>
          <ac:spMkLst>
            <pc:docMk/>
            <pc:sldMk cId="2482637547" sldId="1859"/>
            <ac:spMk id="5" creationId="{88344F6F-756E-6F3E-2C44-C1DF1CC0E8FF}"/>
          </ac:spMkLst>
        </pc:spChg>
        <pc:spChg chg="add mod">
          <ac:chgData name="Álvaro García Cerezo" userId="431236b2-20b9-46ca-97a9-97f8fe0db936" providerId="ADAL" clId="{15107D05-290A-4D7B-AE2B-29B0EAF6F057}" dt="2026-08-16T10:15:06.315" v="68501"/>
          <ac:spMkLst>
            <pc:docMk/>
            <pc:sldMk cId="2482637547" sldId="1859"/>
            <ac:spMk id="7" creationId="{F7AEFB8B-07D5-3128-224C-45FFD83F8ADA}"/>
          </ac:spMkLst>
        </pc:spChg>
      </pc:sldChg>
      <pc:sldChg chg="modSp add mod ord">
        <pc:chgData name="Álvaro García Cerezo" userId="431236b2-20b9-46ca-97a9-97f8fe0db936" providerId="ADAL" clId="{15107D05-290A-4D7B-AE2B-29B0EAF6F057}" dt="2026-09-11T10:21:57.236" v="73730" actId="207"/>
        <pc:sldMkLst>
          <pc:docMk/>
          <pc:sldMk cId="846841661" sldId="1860"/>
        </pc:sldMkLst>
        <pc:spChg chg="mod">
          <ac:chgData name="Álvaro García Cerezo" userId="431236b2-20b9-46ca-97a9-97f8fe0db936" providerId="ADAL" clId="{15107D05-290A-4D7B-AE2B-29B0EAF6F057}" dt="2026-09-11T10:21:57.236" v="73730" actId="207"/>
          <ac:spMkLst>
            <pc:docMk/>
            <pc:sldMk cId="846841661" sldId="1860"/>
            <ac:spMk id="5" creationId="{1692C9B5-4ADE-3444-2538-58E9407ACDCF}"/>
          </ac:spMkLst>
        </pc:spChg>
      </pc:sldChg>
      <pc:sldChg chg="add">
        <pc:chgData name="Álvaro García Cerezo" userId="431236b2-20b9-46ca-97a9-97f8fe0db936" providerId="ADAL" clId="{15107D05-290A-4D7B-AE2B-29B0EAF6F057}" dt="2026-08-16T11:24:27.357" v="69972"/>
        <pc:sldMkLst>
          <pc:docMk/>
          <pc:sldMk cId="2535501125" sldId="1861"/>
        </pc:sldMkLst>
      </pc:sldChg>
      <pc:sldChg chg="addSp delSp modSp add mod ord">
        <pc:chgData name="Álvaro García Cerezo" userId="431236b2-20b9-46ca-97a9-97f8fe0db936" providerId="ADAL" clId="{15107D05-290A-4D7B-AE2B-29B0EAF6F057}" dt="2026-09-11T14:47:19.129" v="73845" actId="20577"/>
        <pc:sldMkLst>
          <pc:docMk/>
          <pc:sldMk cId="1037723374" sldId="1862"/>
        </pc:sldMkLst>
        <pc:spChg chg="add mod">
          <ac:chgData name="Álvaro García Cerezo" userId="431236b2-20b9-46ca-97a9-97f8fe0db936" providerId="ADAL" clId="{15107D05-290A-4D7B-AE2B-29B0EAF6F057}" dt="2026-09-11T14:47:19.129" v="73845" actId="20577"/>
          <ac:spMkLst>
            <pc:docMk/>
            <pc:sldMk cId="1037723374" sldId="1862"/>
            <ac:spMk id="2" creationId="{B025D865-12B2-5252-1742-5FD7DD790299}"/>
          </ac:spMkLst>
        </pc:spChg>
        <pc:spChg chg="mod">
          <ac:chgData name="Álvaro García Cerezo" userId="431236b2-20b9-46ca-97a9-97f8fe0db936" providerId="ADAL" clId="{15107D05-290A-4D7B-AE2B-29B0EAF6F057}" dt="2026-08-16T11:23:47.642" v="69969"/>
          <ac:spMkLst>
            <pc:docMk/>
            <pc:sldMk cId="1037723374" sldId="1862"/>
            <ac:spMk id="7" creationId="{49149EF5-FF14-8465-B812-459B58A7D157}"/>
          </ac:spMkLst>
        </pc:spChg>
        <pc:spChg chg="mod">
          <ac:chgData name="Álvaro García Cerezo" userId="431236b2-20b9-46ca-97a9-97f8fe0db936" providerId="ADAL" clId="{15107D05-290A-4D7B-AE2B-29B0EAF6F057}" dt="2026-08-16T10:29:37.323" v="68707" actId="14100"/>
          <ac:spMkLst>
            <pc:docMk/>
            <pc:sldMk cId="1037723374" sldId="1862"/>
            <ac:spMk id="8" creationId="{E21E69C5-F666-17E5-8426-0F5809B03D7D}"/>
          </ac:spMkLst>
        </pc:spChg>
      </pc:sldChg>
      <pc:sldChg chg="addSp delSp modSp add mod ord">
        <pc:chgData name="Álvaro García Cerezo" userId="431236b2-20b9-46ca-97a9-97f8fe0db936" providerId="ADAL" clId="{15107D05-290A-4D7B-AE2B-29B0EAF6F057}" dt="2026-08-16T11:15:25.024" v="69918"/>
        <pc:sldMkLst>
          <pc:docMk/>
          <pc:sldMk cId="1613373140" sldId="1863"/>
        </pc:sldMkLst>
        <pc:spChg chg="add mod ord">
          <ac:chgData name="Álvaro García Cerezo" userId="431236b2-20b9-46ca-97a9-97f8fe0db936" providerId="ADAL" clId="{15107D05-290A-4D7B-AE2B-29B0EAF6F057}" dt="2026-08-16T11:00:17.460" v="69409" actId="207"/>
          <ac:spMkLst>
            <pc:docMk/>
            <pc:sldMk cId="1613373140" sldId="1863"/>
            <ac:spMk id="2" creationId="{95030507-AB0D-F7E3-EA95-0187C0D059D6}"/>
          </ac:spMkLst>
        </pc:spChg>
        <pc:spChg chg="add">
          <ac:chgData name="Álvaro García Cerezo" userId="431236b2-20b9-46ca-97a9-97f8fe0db936" providerId="ADAL" clId="{15107D05-290A-4D7B-AE2B-29B0EAF6F057}" dt="2026-08-16T10:35:41.562" v="68739" actId="22"/>
          <ac:spMkLst>
            <pc:docMk/>
            <pc:sldMk cId="1613373140" sldId="1863"/>
            <ac:spMk id="4" creationId="{C782A84D-EFCF-855F-3B3C-650593DAF55A}"/>
          </ac:spMkLst>
        </pc:spChg>
        <pc:spChg chg="add mod">
          <ac:chgData name="Álvaro García Cerezo" userId="431236b2-20b9-46ca-97a9-97f8fe0db936" providerId="ADAL" clId="{15107D05-290A-4D7B-AE2B-29B0EAF6F057}" dt="2026-08-16T10:40:11.829" v="68808"/>
          <ac:spMkLst>
            <pc:docMk/>
            <pc:sldMk cId="1613373140" sldId="1863"/>
            <ac:spMk id="9" creationId="{33750627-10C5-BFF5-8A6D-10366C46AF97}"/>
          </ac:spMkLst>
        </pc:spChg>
        <pc:cxnChg chg="add mod">
          <ac:chgData name="Álvaro García Cerezo" userId="431236b2-20b9-46ca-97a9-97f8fe0db936" providerId="ADAL" clId="{15107D05-290A-4D7B-AE2B-29B0EAF6F057}" dt="2026-08-16T10:40:11.829" v="68808"/>
          <ac:cxnSpMkLst>
            <pc:docMk/>
            <pc:sldMk cId="1613373140" sldId="1863"/>
            <ac:cxnSpMk id="5" creationId="{6DE42B9B-F39B-AD9E-6F79-3099E80A9E7E}"/>
          </ac:cxnSpMkLst>
        </pc:cxnChg>
      </pc:sldChg>
      <pc:sldChg chg="addSp delSp modSp add mod ord">
        <pc:chgData name="Álvaro García Cerezo" userId="431236b2-20b9-46ca-97a9-97f8fe0db936" providerId="ADAL" clId="{15107D05-290A-4D7B-AE2B-29B0EAF6F057}" dt="2026-08-16T11:15:25.024" v="69918"/>
        <pc:sldMkLst>
          <pc:docMk/>
          <pc:sldMk cId="3483515707" sldId="1864"/>
        </pc:sldMkLst>
        <pc:spChg chg="add mod ord">
          <ac:chgData name="Álvaro García Cerezo" userId="431236b2-20b9-46ca-97a9-97f8fe0db936" providerId="ADAL" clId="{15107D05-290A-4D7B-AE2B-29B0EAF6F057}" dt="2026-08-16T11:00:22.770" v="69410" actId="207"/>
          <ac:spMkLst>
            <pc:docMk/>
            <pc:sldMk cId="3483515707" sldId="1864"/>
            <ac:spMk id="4" creationId="{4764CCA9-8611-988D-A8FF-68B8D0C00849}"/>
          </ac:spMkLst>
        </pc:spChg>
        <pc:spChg chg="add mod">
          <ac:chgData name="Álvaro García Cerezo" userId="431236b2-20b9-46ca-97a9-97f8fe0db936" providerId="ADAL" clId="{15107D05-290A-4D7B-AE2B-29B0EAF6F057}" dt="2026-08-16T10:41:16.546" v="68825" actId="14100"/>
          <ac:spMkLst>
            <pc:docMk/>
            <pc:sldMk cId="3483515707" sldId="1864"/>
            <ac:spMk id="5" creationId="{41BC1916-D2C7-76ED-51EC-6AB82FDD2610}"/>
          </ac:spMkLst>
        </pc:spChg>
        <pc:spChg chg="mod">
          <ac:chgData name="Álvaro García Cerezo" userId="431236b2-20b9-46ca-97a9-97f8fe0db936" providerId="ADAL" clId="{15107D05-290A-4D7B-AE2B-29B0EAF6F057}" dt="2026-08-16T10:35:13.265" v="68731" actId="206"/>
          <ac:spMkLst>
            <pc:docMk/>
            <pc:sldMk cId="3483515707" sldId="1864"/>
            <ac:spMk id="26" creationId="{3D7C2070-D770-B713-829A-436B6D8F1E28}"/>
          </ac:spMkLst>
        </pc:spChg>
        <pc:cxnChg chg="add mod">
          <ac:chgData name="Álvaro García Cerezo" userId="431236b2-20b9-46ca-97a9-97f8fe0db936" providerId="ADAL" clId="{15107D05-290A-4D7B-AE2B-29B0EAF6F057}" dt="2026-08-16T10:41:06.828" v="68823" actId="14100"/>
          <ac:cxnSpMkLst>
            <pc:docMk/>
            <pc:sldMk cId="3483515707" sldId="1864"/>
            <ac:cxnSpMk id="9" creationId="{9F71C6EC-6188-B69D-45AD-55A7B0AD3AF2}"/>
          </ac:cxnSpMkLst>
        </pc:cxnChg>
      </pc:sldChg>
      <pc:sldChg chg="addSp delSp modSp add mod ord">
        <pc:chgData name="Álvaro García Cerezo" userId="431236b2-20b9-46ca-97a9-97f8fe0db936" providerId="ADAL" clId="{15107D05-290A-4D7B-AE2B-29B0EAF6F057}" dt="2026-08-16T11:15:25.024" v="69918"/>
        <pc:sldMkLst>
          <pc:docMk/>
          <pc:sldMk cId="3251669066" sldId="1865"/>
        </pc:sldMkLst>
        <pc:spChg chg="mod">
          <ac:chgData name="Álvaro García Cerezo" userId="431236b2-20b9-46ca-97a9-97f8fe0db936" providerId="ADAL" clId="{15107D05-290A-4D7B-AE2B-29B0EAF6F057}" dt="2026-08-16T10:42:26.343" v="68851" actId="207"/>
          <ac:spMkLst>
            <pc:docMk/>
            <pc:sldMk cId="3251669066" sldId="1865"/>
            <ac:spMk id="2" creationId="{B401D19C-2F23-021B-D02B-A0AFB90732B4}"/>
          </ac:spMkLst>
        </pc:spChg>
        <pc:spChg chg="add mod">
          <ac:chgData name="Álvaro García Cerezo" userId="431236b2-20b9-46ca-97a9-97f8fe0db936" providerId="ADAL" clId="{15107D05-290A-4D7B-AE2B-29B0EAF6F057}" dt="2026-08-16T10:42:42.994" v="68857" actId="1076"/>
          <ac:spMkLst>
            <pc:docMk/>
            <pc:sldMk cId="3251669066" sldId="1865"/>
            <ac:spMk id="11" creationId="{D9F48342-4ECF-5F58-7178-AEBCD9CA2334}"/>
          </ac:spMkLst>
        </pc:spChg>
        <pc:cxnChg chg="add mod">
          <ac:chgData name="Álvaro García Cerezo" userId="431236b2-20b9-46ca-97a9-97f8fe0db936" providerId="ADAL" clId="{15107D05-290A-4D7B-AE2B-29B0EAF6F057}" dt="2026-08-16T10:42:53.829" v="68864" actId="14100"/>
          <ac:cxnSpMkLst>
            <pc:docMk/>
            <pc:sldMk cId="3251669066" sldId="1865"/>
            <ac:cxnSpMk id="9" creationId="{CABF5BF7-C3F1-57A7-EAB6-461D5B92B176}"/>
          </ac:cxnSpMkLst>
        </pc:cxnChg>
      </pc:sldChg>
      <pc:sldChg chg="addSp delSp modSp add mod ord">
        <pc:chgData name="Álvaro García Cerezo" userId="431236b2-20b9-46ca-97a9-97f8fe0db936" providerId="ADAL" clId="{15107D05-290A-4D7B-AE2B-29B0EAF6F057}" dt="2026-08-16T11:15:25.024" v="69918"/>
        <pc:sldMkLst>
          <pc:docMk/>
          <pc:sldMk cId="2681012209" sldId="1866"/>
        </pc:sldMkLst>
        <pc:spChg chg="add mod ord">
          <ac:chgData name="Álvaro García Cerezo" userId="431236b2-20b9-46ca-97a9-97f8fe0db936" providerId="ADAL" clId="{15107D05-290A-4D7B-AE2B-29B0EAF6F057}" dt="2026-08-16T10:45:45.174" v="68910" actId="167"/>
          <ac:spMkLst>
            <pc:docMk/>
            <pc:sldMk cId="2681012209" sldId="1866"/>
            <ac:spMk id="5" creationId="{EB10E4C1-6F4D-8CC7-0351-793301E01713}"/>
          </ac:spMkLst>
        </pc:spChg>
      </pc:sldChg>
      <pc:sldChg chg="addSp delSp modSp add mod ord">
        <pc:chgData name="Álvaro García Cerezo" userId="431236b2-20b9-46ca-97a9-97f8fe0db936" providerId="ADAL" clId="{15107D05-290A-4D7B-AE2B-29B0EAF6F057}" dt="2026-08-16T11:15:25.024" v="69918"/>
        <pc:sldMkLst>
          <pc:docMk/>
          <pc:sldMk cId="2418528093" sldId="1867"/>
        </pc:sldMkLst>
        <pc:spChg chg="ord">
          <ac:chgData name="Álvaro García Cerezo" userId="431236b2-20b9-46ca-97a9-97f8fe0db936" providerId="ADAL" clId="{15107D05-290A-4D7B-AE2B-29B0EAF6F057}" dt="2026-08-16T10:46:30.178" v="68917" actId="167"/>
          <ac:spMkLst>
            <pc:docMk/>
            <pc:sldMk cId="2418528093" sldId="1867"/>
            <ac:spMk id="5" creationId="{D694A127-4A1C-09A3-8567-B54FFCC4637B}"/>
          </ac:spMkLst>
        </pc:spChg>
      </pc:sldChg>
      <pc:sldChg chg="addSp delSp modSp add mod ord">
        <pc:chgData name="Álvaro García Cerezo" userId="431236b2-20b9-46ca-97a9-97f8fe0db936" providerId="ADAL" clId="{15107D05-290A-4D7B-AE2B-29B0EAF6F057}" dt="2026-09-09T06:07:51.965" v="72800" actId="113"/>
        <pc:sldMkLst>
          <pc:docMk/>
          <pc:sldMk cId="1110700976" sldId="1870"/>
        </pc:sldMkLst>
        <pc:spChg chg="mod ord">
          <ac:chgData name="Álvaro García Cerezo" userId="431236b2-20b9-46ca-97a9-97f8fe0db936" providerId="ADAL" clId="{15107D05-290A-4D7B-AE2B-29B0EAF6F057}" dt="2026-08-16T11:02:17.445" v="69520" actId="1038"/>
          <ac:spMkLst>
            <pc:docMk/>
            <pc:sldMk cId="1110700976" sldId="1870"/>
            <ac:spMk id="2" creationId="{13605FBC-8B64-E25B-05FA-A572C827A262}"/>
          </ac:spMkLst>
        </pc:spChg>
        <pc:spChg chg="mod">
          <ac:chgData name="Álvaro García Cerezo" userId="431236b2-20b9-46ca-97a9-97f8fe0db936" providerId="ADAL" clId="{15107D05-290A-4D7B-AE2B-29B0EAF6F057}" dt="2026-08-16T11:02:17.445" v="69520" actId="1038"/>
          <ac:spMkLst>
            <pc:docMk/>
            <pc:sldMk cId="1110700976" sldId="1870"/>
            <ac:spMk id="4" creationId="{5480E080-CD8C-8B2D-E143-C513F20AD1DF}"/>
          </ac:spMkLst>
        </pc:spChg>
        <pc:spChg chg="mod">
          <ac:chgData name="Álvaro García Cerezo" userId="431236b2-20b9-46ca-97a9-97f8fe0db936" providerId="ADAL" clId="{15107D05-290A-4D7B-AE2B-29B0EAF6F057}" dt="2026-08-16T11:00:49.204" v="69419" actId="1076"/>
          <ac:spMkLst>
            <pc:docMk/>
            <pc:sldMk cId="1110700976" sldId="1870"/>
            <ac:spMk id="7" creationId="{314370A2-0930-391E-96AE-226D64E77F6F}"/>
          </ac:spMkLst>
        </pc:spChg>
        <pc:spChg chg="add mod">
          <ac:chgData name="Álvaro García Cerezo" userId="431236b2-20b9-46ca-97a9-97f8fe0db936" providerId="ADAL" clId="{15107D05-290A-4D7B-AE2B-29B0EAF6F057}" dt="2026-09-09T06:07:51.965" v="72800" actId="113"/>
          <ac:spMkLst>
            <pc:docMk/>
            <pc:sldMk cId="1110700976" sldId="1870"/>
            <ac:spMk id="11" creationId="{8B314EBC-72A9-2871-B932-06A4A8992B7F}"/>
          </ac:spMkLst>
        </pc:spChg>
        <pc:spChg chg="mod">
          <ac:chgData name="Álvaro García Cerezo" userId="431236b2-20b9-46ca-97a9-97f8fe0db936" providerId="ADAL" clId="{15107D05-290A-4D7B-AE2B-29B0EAF6F057}" dt="2026-08-16T11:02:17.445" v="69520" actId="1038"/>
          <ac:spMkLst>
            <pc:docMk/>
            <pc:sldMk cId="1110700976" sldId="1870"/>
            <ac:spMk id="12" creationId="{0C06E043-35D2-67CC-53AC-8BBAE9D50B23}"/>
          </ac:spMkLst>
        </pc:spChg>
        <pc:spChg chg="mod">
          <ac:chgData name="Álvaro García Cerezo" userId="431236b2-20b9-46ca-97a9-97f8fe0db936" providerId="ADAL" clId="{15107D05-290A-4D7B-AE2B-29B0EAF6F057}" dt="2026-08-16T11:02:17.445" v="69520" actId="1038"/>
          <ac:spMkLst>
            <pc:docMk/>
            <pc:sldMk cId="1110700976" sldId="1870"/>
            <ac:spMk id="13" creationId="{A92DC5D4-5C00-2961-E57D-FF2C423604D2}"/>
          </ac:spMkLst>
        </pc:spChg>
        <pc:spChg chg="add mod">
          <ac:chgData name="Álvaro García Cerezo" userId="431236b2-20b9-46ca-97a9-97f8fe0db936" providerId="ADAL" clId="{15107D05-290A-4D7B-AE2B-29B0EAF6F057}" dt="2026-08-23T14:31:37.253" v="71331" actId="1037"/>
          <ac:spMkLst>
            <pc:docMk/>
            <pc:sldMk cId="1110700976" sldId="1870"/>
            <ac:spMk id="14" creationId="{A8A738B3-F4C8-E3B0-386D-3C91AFFDB0B3}"/>
          </ac:spMkLst>
        </pc:spChg>
        <pc:spChg chg="add mod">
          <ac:chgData name="Álvaro García Cerezo" userId="431236b2-20b9-46ca-97a9-97f8fe0db936" providerId="ADAL" clId="{15107D05-290A-4D7B-AE2B-29B0EAF6F057}" dt="2026-08-23T14:31:37.253" v="71331" actId="1037"/>
          <ac:spMkLst>
            <pc:docMk/>
            <pc:sldMk cId="1110700976" sldId="1870"/>
            <ac:spMk id="19" creationId="{3799B572-55A4-27B2-6196-0D3DB0349D54}"/>
          </ac:spMkLst>
        </pc:spChg>
        <pc:spChg chg="add mod">
          <ac:chgData name="Álvaro García Cerezo" userId="431236b2-20b9-46ca-97a9-97f8fe0db936" providerId="ADAL" clId="{15107D05-290A-4D7B-AE2B-29B0EAF6F057}" dt="2026-08-23T14:31:37.253" v="71331" actId="1037"/>
          <ac:spMkLst>
            <pc:docMk/>
            <pc:sldMk cId="1110700976" sldId="1870"/>
            <ac:spMk id="20" creationId="{17E8D9BD-4978-6502-A3ED-3D4E0E9ACAC3}"/>
          </ac:spMkLst>
        </pc:spChg>
        <pc:spChg chg="mod">
          <ac:chgData name="Álvaro García Cerezo" userId="431236b2-20b9-46ca-97a9-97f8fe0db936" providerId="ADAL" clId="{15107D05-290A-4D7B-AE2B-29B0EAF6F057}" dt="2026-08-16T11:02:17.445" v="69520" actId="1038"/>
          <ac:spMkLst>
            <pc:docMk/>
            <pc:sldMk cId="1110700976" sldId="1870"/>
            <ac:spMk id="35" creationId="{B3385398-CD2B-CB4F-B481-91FE7A0A4EB0}"/>
          </ac:spMkLst>
        </pc:spChg>
        <pc:cxnChg chg="mod">
          <ac:chgData name="Álvaro García Cerezo" userId="431236b2-20b9-46ca-97a9-97f8fe0db936" providerId="ADAL" clId="{15107D05-290A-4D7B-AE2B-29B0EAF6F057}" dt="2026-08-16T11:02:17.445" v="69520" actId="1038"/>
          <ac:cxnSpMkLst>
            <pc:docMk/>
            <pc:sldMk cId="1110700976" sldId="1870"/>
            <ac:cxnSpMk id="10" creationId="{900AC191-01AC-143E-566E-6ADA9967AF84}"/>
          </ac:cxnSpMkLst>
        </pc:cxnChg>
        <pc:cxnChg chg="mod">
          <ac:chgData name="Álvaro García Cerezo" userId="431236b2-20b9-46ca-97a9-97f8fe0db936" providerId="ADAL" clId="{15107D05-290A-4D7B-AE2B-29B0EAF6F057}" dt="2026-08-16T11:02:17.445" v="69520" actId="1038"/>
          <ac:cxnSpMkLst>
            <pc:docMk/>
            <pc:sldMk cId="1110700976" sldId="1870"/>
            <ac:cxnSpMk id="17" creationId="{B444307E-8975-AAB2-7031-A654930F4944}"/>
          </ac:cxnSpMkLst>
        </pc:cxnChg>
      </pc:sldChg>
      <pc:sldChg chg="addSp delSp modSp add mod ord">
        <pc:chgData name="Álvaro García Cerezo" userId="431236b2-20b9-46ca-97a9-97f8fe0db936" providerId="ADAL" clId="{15107D05-290A-4D7B-AE2B-29B0EAF6F057}" dt="2026-09-09T06:07:44.971" v="72799" actId="113"/>
        <pc:sldMkLst>
          <pc:docMk/>
          <pc:sldMk cId="1007848584" sldId="1872"/>
        </pc:sldMkLst>
        <pc:spChg chg="add mod">
          <ac:chgData name="Álvaro García Cerezo" userId="431236b2-20b9-46ca-97a9-97f8fe0db936" providerId="ADAL" clId="{15107D05-290A-4D7B-AE2B-29B0EAF6F057}" dt="2026-09-09T06:07:44.971" v="72799" actId="113"/>
          <ac:spMkLst>
            <pc:docMk/>
            <pc:sldMk cId="1007848584" sldId="1872"/>
            <ac:spMk id="28" creationId="{D4FAE4CE-5C9D-33CC-DCD5-C3807A269F45}"/>
          </ac:spMkLst>
        </pc:spChg>
        <pc:spChg chg="add mod">
          <ac:chgData name="Álvaro García Cerezo" userId="431236b2-20b9-46ca-97a9-97f8fe0db936" providerId="ADAL" clId="{15107D05-290A-4D7B-AE2B-29B0EAF6F057}" dt="2026-08-23T14:31:44.595" v="71334"/>
          <ac:spMkLst>
            <pc:docMk/>
            <pc:sldMk cId="1007848584" sldId="1872"/>
            <ac:spMk id="29" creationId="{0E58FDE4-59F7-7AFA-DA84-EA1E39C30510}"/>
          </ac:spMkLst>
        </pc:spChg>
        <pc:spChg chg="add mod">
          <ac:chgData name="Álvaro García Cerezo" userId="431236b2-20b9-46ca-97a9-97f8fe0db936" providerId="ADAL" clId="{15107D05-290A-4D7B-AE2B-29B0EAF6F057}" dt="2026-08-23T14:31:44.595" v="71334"/>
          <ac:spMkLst>
            <pc:docMk/>
            <pc:sldMk cId="1007848584" sldId="1872"/>
            <ac:spMk id="30" creationId="{528EF6CC-CBE0-32F9-3125-8A9BB963E9AF}"/>
          </ac:spMkLst>
        </pc:spChg>
        <pc:spChg chg="add mod">
          <ac:chgData name="Álvaro García Cerezo" userId="431236b2-20b9-46ca-97a9-97f8fe0db936" providerId="ADAL" clId="{15107D05-290A-4D7B-AE2B-29B0EAF6F057}" dt="2026-08-23T14:31:44.595" v="71334"/>
          <ac:spMkLst>
            <pc:docMk/>
            <pc:sldMk cId="1007848584" sldId="1872"/>
            <ac:spMk id="31" creationId="{487C30B8-94A3-F6A9-2DC9-4115662308DE}"/>
          </ac:spMkLst>
        </pc:spChg>
      </pc:sldChg>
      <pc:sldChg chg="modSp add mod ord">
        <pc:chgData name="Álvaro García Cerezo" userId="431236b2-20b9-46ca-97a9-97f8fe0db936" providerId="ADAL" clId="{15107D05-290A-4D7B-AE2B-29B0EAF6F057}" dt="2026-09-11T14:47:04.122" v="73825" actId="20577"/>
        <pc:sldMkLst>
          <pc:docMk/>
          <pc:sldMk cId="1777943730" sldId="1873"/>
        </pc:sldMkLst>
        <pc:spChg chg="mod">
          <ac:chgData name="Álvaro García Cerezo" userId="431236b2-20b9-46ca-97a9-97f8fe0db936" providerId="ADAL" clId="{15107D05-290A-4D7B-AE2B-29B0EAF6F057}" dt="2026-09-11T14:47:04.122" v="73825" actId="20577"/>
          <ac:spMkLst>
            <pc:docMk/>
            <pc:sldMk cId="1777943730" sldId="1873"/>
            <ac:spMk id="2" creationId="{B31EF046-E3CC-014B-7A44-B43C2739A141}"/>
          </ac:spMkLst>
        </pc:spChg>
        <pc:spChg chg="mod">
          <ac:chgData name="Álvaro García Cerezo" userId="431236b2-20b9-46ca-97a9-97f8fe0db936" providerId="ADAL" clId="{15107D05-290A-4D7B-AE2B-29B0EAF6F057}" dt="2026-08-16T11:23:41.696" v="69968" actId="20577"/>
          <ac:spMkLst>
            <pc:docMk/>
            <pc:sldMk cId="1777943730" sldId="1873"/>
            <ac:spMk id="7" creationId="{1026B94E-D386-19BC-A228-11A6E03AFA53}"/>
          </ac:spMkLst>
        </pc:spChg>
      </pc:sldChg>
      <pc:sldChg chg="modSp add mod ord">
        <pc:chgData name="Álvaro García Cerezo" userId="431236b2-20b9-46ca-97a9-97f8fe0db936" providerId="ADAL" clId="{15107D05-290A-4D7B-AE2B-29B0EAF6F057}" dt="2026-09-11T14:47:30.198" v="73850" actId="20577"/>
        <pc:sldMkLst>
          <pc:docMk/>
          <pc:sldMk cId="644522545" sldId="1874"/>
        </pc:sldMkLst>
        <pc:spChg chg="mod">
          <ac:chgData name="Álvaro García Cerezo" userId="431236b2-20b9-46ca-97a9-97f8fe0db936" providerId="ADAL" clId="{15107D05-290A-4D7B-AE2B-29B0EAF6F057}" dt="2026-09-11T14:47:30.198" v="73850" actId="20577"/>
          <ac:spMkLst>
            <pc:docMk/>
            <pc:sldMk cId="644522545" sldId="1874"/>
            <ac:spMk id="2" creationId="{545EB58B-6F9E-3AB6-4AEA-0F257B4FB536}"/>
          </ac:spMkLst>
        </pc:spChg>
        <pc:spChg chg="mod">
          <ac:chgData name="Álvaro García Cerezo" userId="431236b2-20b9-46ca-97a9-97f8fe0db936" providerId="ADAL" clId="{15107D05-290A-4D7B-AE2B-29B0EAF6F057}" dt="2026-08-16T11:23:50.480" v="69970"/>
          <ac:spMkLst>
            <pc:docMk/>
            <pc:sldMk cId="644522545" sldId="1874"/>
            <ac:spMk id="7" creationId="{388B484B-04D0-6A4B-DEC1-C041CF0FF6A1}"/>
          </ac:spMkLst>
        </pc:spChg>
      </pc:sldChg>
      <pc:sldChg chg="addSp delSp modSp add mod">
        <pc:chgData name="Álvaro García Cerezo" userId="431236b2-20b9-46ca-97a9-97f8fe0db936" providerId="ADAL" clId="{15107D05-290A-4D7B-AE2B-29B0EAF6F057}" dt="2026-09-09T05:30:01.339" v="72537"/>
        <pc:sldMkLst>
          <pc:docMk/>
          <pc:sldMk cId="1695432619" sldId="1876"/>
        </pc:sldMkLst>
        <pc:spChg chg="add mod">
          <ac:chgData name="Álvaro García Cerezo" userId="431236b2-20b9-46ca-97a9-97f8fe0db936" providerId="ADAL" clId="{15107D05-290A-4D7B-AE2B-29B0EAF6F057}" dt="2026-09-09T05:30:01.339" v="72537"/>
          <ac:spMkLst>
            <pc:docMk/>
            <pc:sldMk cId="1695432619" sldId="1876"/>
            <ac:spMk id="4" creationId="{48FC5BE1-F62A-00B2-FE7C-A979EEA305BD}"/>
          </ac:spMkLst>
        </pc:spChg>
        <pc:spChg chg="add mod">
          <ac:chgData name="Álvaro García Cerezo" userId="431236b2-20b9-46ca-97a9-97f8fe0db936" providerId="ADAL" clId="{15107D05-290A-4D7B-AE2B-29B0EAF6F057}" dt="2026-08-19T13:39:01.454" v="70438"/>
          <ac:spMkLst>
            <pc:docMk/>
            <pc:sldMk cId="1695432619" sldId="1876"/>
            <ac:spMk id="7" creationId="{6E89AEC9-DBB9-3E5D-97BC-8B16B3C610B4}"/>
          </ac:spMkLst>
        </pc:spChg>
        <pc:spChg chg="add mod">
          <ac:chgData name="Álvaro García Cerezo" userId="431236b2-20b9-46ca-97a9-97f8fe0db936" providerId="ADAL" clId="{15107D05-290A-4D7B-AE2B-29B0EAF6F057}" dt="2026-08-19T13:39:01.454" v="70438"/>
          <ac:spMkLst>
            <pc:docMk/>
            <pc:sldMk cId="1695432619" sldId="1876"/>
            <ac:spMk id="9" creationId="{DCE22946-274E-066A-CEF2-F7AC01F9D6D5}"/>
          </ac:spMkLst>
        </pc:spChg>
        <pc:spChg chg="add mod">
          <ac:chgData name="Álvaro García Cerezo" userId="431236b2-20b9-46ca-97a9-97f8fe0db936" providerId="ADAL" clId="{15107D05-290A-4D7B-AE2B-29B0EAF6F057}" dt="2026-08-19T13:39:29.670" v="70465" actId="14100"/>
          <ac:spMkLst>
            <pc:docMk/>
            <pc:sldMk cId="1695432619" sldId="1876"/>
            <ac:spMk id="13" creationId="{E9891340-8D80-5B8B-9719-7DD3E07B756A}"/>
          </ac:spMkLst>
        </pc:spChg>
        <pc:spChg chg="add mod">
          <ac:chgData name="Álvaro García Cerezo" userId="431236b2-20b9-46ca-97a9-97f8fe0db936" providerId="ADAL" clId="{15107D05-290A-4D7B-AE2B-29B0EAF6F057}" dt="2026-08-19T13:39:29.670" v="70465" actId="14100"/>
          <ac:spMkLst>
            <pc:docMk/>
            <pc:sldMk cId="1695432619" sldId="1876"/>
            <ac:spMk id="15" creationId="{4C588296-D365-9DA8-D947-C4B2C9FF4659}"/>
          </ac:spMkLst>
        </pc:spChg>
        <pc:spChg chg="add mod">
          <ac:chgData name="Álvaro García Cerezo" userId="431236b2-20b9-46ca-97a9-97f8fe0db936" providerId="ADAL" clId="{15107D05-290A-4D7B-AE2B-29B0EAF6F057}" dt="2026-08-19T13:39:29.670" v="70465" actId="14100"/>
          <ac:spMkLst>
            <pc:docMk/>
            <pc:sldMk cId="1695432619" sldId="1876"/>
            <ac:spMk id="22" creationId="{1616A718-D5CE-71C0-71A3-53A53DD742B2}"/>
          </ac:spMkLst>
        </pc:spChg>
        <pc:spChg chg="add mod">
          <ac:chgData name="Álvaro García Cerezo" userId="431236b2-20b9-46ca-97a9-97f8fe0db936" providerId="ADAL" clId="{15107D05-290A-4D7B-AE2B-29B0EAF6F057}" dt="2026-08-19T13:39:29.670" v="70465" actId="14100"/>
          <ac:spMkLst>
            <pc:docMk/>
            <pc:sldMk cId="1695432619" sldId="1876"/>
            <ac:spMk id="23" creationId="{BFF9921E-4766-6257-942E-5B538C18D8A6}"/>
          </ac:spMkLst>
        </pc:spChg>
        <pc:spChg chg="add mod">
          <ac:chgData name="Álvaro García Cerezo" userId="431236b2-20b9-46ca-97a9-97f8fe0db936" providerId="ADAL" clId="{15107D05-290A-4D7B-AE2B-29B0EAF6F057}" dt="2026-08-19T13:39:29.670" v="70465" actId="14100"/>
          <ac:spMkLst>
            <pc:docMk/>
            <pc:sldMk cId="1695432619" sldId="1876"/>
            <ac:spMk id="24" creationId="{176D8331-49DD-2F18-BB1A-83C95A2591B1}"/>
          </ac:spMkLst>
        </pc:spChg>
        <pc:spChg chg="add mod">
          <ac:chgData name="Álvaro García Cerezo" userId="431236b2-20b9-46ca-97a9-97f8fe0db936" providerId="ADAL" clId="{15107D05-290A-4D7B-AE2B-29B0EAF6F057}" dt="2026-08-19T13:39:29.670" v="70465" actId="14100"/>
          <ac:spMkLst>
            <pc:docMk/>
            <pc:sldMk cId="1695432619" sldId="1876"/>
            <ac:spMk id="25" creationId="{F55E0533-E73B-64A4-FB81-AA1BB2574581}"/>
          </ac:spMkLst>
        </pc:spChg>
        <pc:spChg chg="add mod">
          <ac:chgData name="Álvaro García Cerezo" userId="431236b2-20b9-46ca-97a9-97f8fe0db936" providerId="ADAL" clId="{15107D05-290A-4D7B-AE2B-29B0EAF6F057}" dt="2026-08-19T13:39:57.584" v="70497" actId="1038"/>
          <ac:spMkLst>
            <pc:docMk/>
            <pc:sldMk cId="1695432619" sldId="1876"/>
            <ac:spMk id="35" creationId="{D2F0B87D-F969-62EA-C586-A8DB439273CA}"/>
          </ac:spMkLst>
        </pc:spChg>
        <pc:spChg chg="add mod">
          <ac:chgData name="Álvaro García Cerezo" userId="431236b2-20b9-46ca-97a9-97f8fe0db936" providerId="ADAL" clId="{15107D05-290A-4D7B-AE2B-29B0EAF6F057}" dt="2026-08-19T13:39:57.584" v="70497" actId="1038"/>
          <ac:spMkLst>
            <pc:docMk/>
            <pc:sldMk cId="1695432619" sldId="1876"/>
            <ac:spMk id="37" creationId="{1AFEB950-E3F0-E151-3893-0C67FCC7C3A2}"/>
          </ac:spMkLst>
        </pc:spChg>
        <pc:spChg chg="add mod">
          <ac:chgData name="Álvaro García Cerezo" userId="431236b2-20b9-46ca-97a9-97f8fe0db936" providerId="ADAL" clId="{15107D05-290A-4D7B-AE2B-29B0EAF6F057}" dt="2026-08-19T13:39:57.584" v="70497" actId="1038"/>
          <ac:spMkLst>
            <pc:docMk/>
            <pc:sldMk cId="1695432619" sldId="1876"/>
            <ac:spMk id="38" creationId="{79937F63-3B72-7889-95D6-6756735A6E92}"/>
          </ac:spMkLst>
        </pc:spChg>
        <pc:cxnChg chg="add mod">
          <ac:chgData name="Álvaro García Cerezo" userId="431236b2-20b9-46ca-97a9-97f8fe0db936" providerId="ADAL" clId="{15107D05-290A-4D7B-AE2B-29B0EAF6F057}" dt="2026-08-19T13:39:29.670" v="70465" actId="14100"/>
          <ac:cxnSpMkLst>
            <pc:docMk/>
            <pc:sldMk cId="1695432619" sldId="1876"/>
            <ac:cxnSpMk id="19" creationId="{0187775E-6B94-E04E-7438-F37C33B2E78B}"/>
          </ac:cxnSpMkLst>
        </pc:cxnChg>
        <pc:cxnChg chg="add mod">
          <ac:chgData name="Álvaro García Cerezo" userId="431236b2-20b9-46ca-97a9-97f8fe0db936" providerId="ADAL" clId="{15107D05-290A-4D7B-AE2B-29B0EAF6F057}" dt="2026-08-19T13:39:57.584" v="70497" actId="1038"/>
          <ac:cxnSpMkLst>
            <pc:docMk/>
            <pc:sldMk cId="1695432619" sldId="1876"/>
            <ac:cxnSpMk id="36" creationId="{05DF6C03-F9E0-9CFC-8FBE-5ED8B2CEC322}"/>
          </ac:cxnSpMkLst>
        </pc:cxnChg>
      </pc:sldChg>
      <pc:sldChg chg="modSp add mod">
        <pc:chgData name="Álvaro García Cerezo" userId="431236b2-20b9-46ca-97a9-97f8fe0db936" providerId="ADAL" clId="{15107D05-290A-4D7B-AE2B-29B0EAF6F057}" dt="2026-09-11T10:21:53.421" v="73729" actId="207"/>
        <pc:sldMkLst>
          <pc:docMk/>
          <pc:sldMk cId="75955272" sldId="1877"/>
        </pc:sldMkLst>
        <pc:spChg chg="mod">
          <ac:chgData name="Álvaro García Cerezo" userId="431236b2-20b9-46ca-97a9-97f8fe0db936" providerId="ADAL" clId="{15107D05-290A-4D7B-AE2B-29B0EAF6F057}" dt="2026-09-11T10:21:53.421" v="73729" actId="207"/>
          <ac:spMkLst>
            <pc:docMk/>
            <pc:sldMk cId="75955272" sldId="1877"/>
            <ac:spMk id="11" creationId="{3644A44C-B540-FEB6-8424-D6266722F11F}"/>
          </ac:spMkLst>
        </pc:spChg>
      </pc:sldChg>
      <pc:sldChg chg="modSp add mod">
        <pc:chgData name="Álvaro García Cerezo" userId="431236b2-20b9-46ca-97a9-97f8fe0db936" providerId="ADAL" clId="{15107D05-290A-4D7B-AE2B-29B0EAF6F057}" dt="2026-09-09T06:06:30.186" v="72798" actId="20577"/>
        <pc:sldMkLst>
          <pc:docMk/>
          <pc:sldMk cId="2280640984" sldId="2049"/>
        </pc:sldMkLst>
        <pc:spChg chg="mod">
          <ac:chgData name="Álvaro García Cerezo" userId="431236b2-20b9-46ca-97a9-97f8fe0db936" providerId="ADAL" clId="{15107D05-290A-4D7B-AE2B-29B0EAF6F057}" dt="2026-09-09T06:06:30.186" v="72798" actId="20577"/>
          <ac:spMkLst>
            <pc:docMk/>
            <pc:sldMk cId="2280640984" sldId="2049"/>
            <ac:spMk id="8" creationId="{04A2B4AA-B7EC-D85C-21EA-E738E0D3EA70}"/>
          </ac:spMkLst>
        </pc:spChg>
      </pc:sldChg>
      <pc:sldChg chg="modSp add mod">
        <pc:chgData name="Álvaro García Cerezo" userId="431236b2-20b9-46ca-97a9-97f8fe0db936" providerId="ADAL" clId="{15107D05-290A-4D7B-AE2B-29B0EAF6F057}" dt="2026-08-26T20:15:38.103" v="72475" actId="20577"/>
        <pc:sldMkLst>
          <pc:docMk/>
          <pc:sldMk cId="1146009342" sldId="2051"/>
        </pc:sldMkLst>
        <pc:spChg chg="mod">
          <ac:chgData name="Álvaro García Cerezo" userId="431236b2-20b9-46ca-97a9-97f8fe0db936" providerId="ADAL" clId="{15107D05-290A-4D7B-AE2B-29B0EAF6F057}" dt="2026-08-26T19:54:56.581" v="71698" actId="14100"/>
          <ac:spMkLst>
            <pc:docMk/>
            <pc:sldMk cId="1146009342" sldId="2051"/>
            <ac:spMk id="6" creationId="{93B6625F-AF47-D8DE-6496-AB77D5E927D6}"/>
          </ac:spMkLst>
        </pc:spChg>
        <pc:spChg chg="mod">
          <ac:chgData name="Álvaro García Cerezo" userId="431236b2-20b9-46ca-97a9-97f8fe0db936" providerId="ADAL" clId="{15107D05-290A-4D7B-AE2B-29B0EAF6F057}" dt="2026-08-26T19:54:56.743" v="71700" actId="14100"/>
          <ac:spMkLst>
            <pc:docMk/>
            <pc:sldMk cId="1146009342" sldId="2051"/>
            <ac:spMk id="7" creationId="{795D708F-DF30-FF7A-7CFC-954FED4A08DA}"/>
          </ac:spMkLst>
        </pc:spChg>
        <pc:spChg chg="mod">
          <ac:chgData name="Álvaro García Cerezo" userId="431236b2-20b9-46ca-97a9-97f8fe0db936" providerId="ADAL" clId="{15107D05-290A-4D7B-AE2B-29B0EAF6F057}" dt="2026-08-26T20:15:38.103" v="72475" actId="20577"/>
          <ac:spMkLst>
            <pc:docMk/>
            <pc:sldMk cId="1146009342" sldId="2051"/>
            <ac:spMk id="9" creationId="{9177C70E-E89F-B2E2-B077-57CC4B657393}"/>
          </ac:spMkLst>
        </pc:spChg>
      </pc:sldChg>
      <pc:sldChg chg="addSp delSp modSp add del mod">
        <pc:chgData name="Álvaro García Cerezo" userId="431236b2-20b9-46ca-97a9-97f8fe0db936" providerId="ADAL" clId="{15107D05-290A-4D7B-AE2B-29B0EAF6F057}" dt="2026-08-26T20:13:35.643" v="72472" actId="255"/>
        <pc:sldMkLst>
          <pc:docMk/>
          <pc:sldMk cId="3857958405" sldId="2052"/>
        </pc:sldMkLst>
        <pc:spChg chg="mod">
          <ac:chgData name="Álvaro García Cerezo" userId="431236b2-20b9-46ca-97a9-97f8fe0db936" providerId="ADAL" clId="{15107D05-290A-4D7B-AE2B-29B0EAF6F057}" dt="2026-08-26T20:13:35.643" v="72472" actId="255"/>
          <ac:spMkLst>
            <pc:docMk/>
            <pc:sldMk cId="3857958405" sldId="2052"/>
            <ac:spMk id="3" creationId="{07770302-8F95-973E-4BF5-ADBF48D7A572}"/>
          </ac:spMkLst>
        </pc:spChg>
        <pc:spChg chg="add mod">
          <ac:chgData name="Álvaro García Cerezo" userId="431236b2-20b9-46ca-97a9-97f8fe0db936" providerId="ADAL" clId="{15107D05-290A-4D7B-AE2B-29B0EAF6F057}" dt="2026-08-26T19:55:06.563" v="71703"/>
          <ac:spMkLst>
            <pc:docMk/>
            <pc:sldMk cId="3857958405" sldId="2052"/>
            <ac:spMk id="6" creationId="{F6E2000B-775C-91F9-389C-C9CCD618F6F7}"/>
          </ac:spMkLst>
        </pc:spChg>
        <pc:spChg chg="add mod">
          <ac:chgData name="Álvaro García Cerezo" userId="431236b2-20b9-46ca-97a9-97f8fe0db936" providerId="ADAL" clId="{15107D05-290A-4D7B-AE2B-29B0EAF6F057}" dt="2026-08-26T19:55:06.563" v="71703"/>
          <ac:spMkLst>
            <pc:docMk/>
            <pc:sldMk cId="3857958405" sldId="2052"/>
            <ac:spMk id="7" creationId="{6AB455EF-2D68-36E0-55E6-9D90F5659CF9}"/>
          </ac:spMkLst>
        </pc:spChg>
      </pc:sldChg>
      <pc:sldChg chg="modSp add mod">
        <pc:chgData name="Álvaro García Cerezo" userId="431236b2-20b9-46ca-97a9-97f8fe0db936" providerId="ADAL" clId="{15107D05-290A-4D7B-AE2B-29B0EAF6F057}" dt="2026-09-09T06:28:39.666" v="73465" actId="20577"/>
        <pc:sldMkLst>
          <pc:docMk/>
          <pc:sldMk cId="2118090541" sldId="2053"/>
        </pc:sldMkLst>
        <pc:spChg chg="mod">
          <ac:chgData name="Álvaro García Cerezo" userId="431236b2-20b9-46ca-97a9-97f8fe0db936" providerId="ADAL" clId="{15107D05-290A-4D7B-AE2B-29B0EAF6F057}" dt="2026-08-26T20:13:28.116" v="72470" actId="255"/>
          <ac:spMkLst>
            <pc:docMk/>
            <pc:sldMk cId="2118090541" sldId="2053"/>
            <ac:spMk id="3" creationId="{77C7673F-AFC6-8974-00EA-EA2250DF8C88}"/>
          </ac:spMkLst>
        </pc:spChg>
        <pc:spChg chg="mod">
          <ac:chgData name="Álvaro García Cerezo" userId="431236b2-20b9-46ca-97a9-97f8fe0db936" providerId="ADAL" clId="{15107D05-290A-4D7B-AE2B-29B0EAF6F057}" dt="2026-09-09T06:28:39.666" v="73465" actId="20577"/>
          <ac:spMkLst>
            <pc:docMk/>
            <pc:sldMk cId="2118090541" sldId="2053"/>
            <ac:spMk id="9" creationId="{EC0A9D5E-09C9-3F72-89D6-B37359454EDD}"/>
          </ac:spMkLst>
        </pc:spChg>
      </pc:sldChg>
      <pc:sldChg chg="addSp delSp modSp add mod">
        <pc:chgData name="Álvaro García Cerezo" userId="431236b2-20b9-46ca-97a9-97f8fe0db936" providerId="ADAL" clId="{15107D05-290A-4D7B-AE2B-29B0EAF6F057}" dt="2026-09-09T07:40:44.089" v="73691" actId="1035"/>
        <pc:sldMkLst>
          <pc:docMk/>
          <pc:sldMk cId="74382974" sldId="2054"/>
        </pc:sldMkLst>
        <pc:spChg chg="add mod">
          <ac:chgData name="Álvaro García Cerezo" userId="431236b2-20b9-46ca-97a9-97f8fe0db936" providerId="ADAL" clId="{15107D05-290A-4D7B-AE2B-29B0EAF6F057}" dt="2026-09-09T07:40:44.089" v="73691" actId="1035"/>
          <ac:spMkLst>
            <pc:docMk/>
            <pc:sldMk cId="74382974" sldId="2054"/>
            <ac:spMk id="7" creationId="{D347C6A3-7395-CB2F-FC80-2E92902518E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C28164-9F8E-4372-88D5-15DA20BE72A2}" type="datetimeFigureOut">
              <a:rPr lang="es-ES" smtClean="0"/>
              <a:t>06/10/2026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6DA2E-A809-40C2-BBBF-611AF6E0E10C}" type="slidenum">
              <a:rPr lang="es-ES" smtClean="0"/>
              <a:t>‹Nº›</a:t>
            </a:fld>
            <a:endParaRPr lang="es-ES"/>
          </a:p>
        </p:txBody>
      </p:sp>
    </p:spTree>
    <p:extLst>
      <p:ext uri="{BB962C8B-B14F-4D97-AF65-F5344CB8AC3E}">
        <p14:creationId xmlns:p14="http://schemas.microsoft.com/office/powerpoint/2010/main" val="3265260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60858-8F1B-2AC8-215E-A5F596C667F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33F66F-9EC2-BD60-E9F4-F146A2A2DE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55E2DF-0D93-AB64-19DC-BAEBB2A4ED3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418083B-5680-796E-1F25-90F06BFD852B}"/>
              </a:ext>
            </a:extLst>
          </p:cNvPr>
          <p:cNvSpPr>
            <a:spLocks noGrp="1"/>
          </p:cNvSpPr>
          <p:nvPr>
            <p:ph type="sldNum" sz="quarter" idx="5"/>
          </p:nvPr>
        </p:nvSpPr>
        <p:spPr/>
        <p:txBody>
          <a:bodyPr/>
          <a:lstStyle/>
          <a:p>
            <a:fld id="{86E6DA2E-A809-40C2-BBBF-611AF6E0E10C}" type="slidenum">
              <a:rPr lang="es-ES" smtClean="0"/>
              <a:t>2</a:t>
            </a:fld>
            <a:endParaRPr lang="es-ES"/>
          </a:p>
        </p:txBody>
      </p:sp>
    </p:spTree>
    <p:extLst>
      <p:ext uri="{BB962C8B-B14F-4D97-AF65-F5344CB8AC3E}">
        <p14:creationId xmlns:p14="http://schemas.microsoft.com/office/powerpoint/2010/main" val="2209160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EA8CF-A7DC-FF96-6231-9E62E07F68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3B014B0-950B-4C30-B840-DABA76FF87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BD2A7B-A865-87EB-A483-610B944D22E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C31C65D-2DA6-FEF2-972D-14047ED11D84}"/>
              </a:ext>
            </a:extLst>
          </p:cNvPr>
          <p:cNvSpPr>
            <a:spLocks noGrp="1"/>
          </p:cNvSpPr>
          <p:nvPr>
            <p:ph type="sldNum" sz="quarter" idx="5"/>
          </p:nvPr>
        </p:nvSpPr>
        <p:spPr/>
        <p:txBody>
          <a:bodyPr/>
          <a:lstStyle/>
          <a:p>
            <a:fld id="{86E6DA2E-A809-40C2-BBBF-611AF6E0E10C}" type="slidenum">
              <a:rPr lang="es-ES" smtClean="0"/>
              <a:t>5</a:t>
            </a:fld>
            <a:endParaRPr lang="es-ES"/>
          </a:p>
        </p:txBody>
      </p:sp>
    </p:spTree>
    <p:extLst>
      <p:ext uri="{BB962C8B-B14F-4D97-AF65-F5344CB8AC3E}">
        <p14:creationId xmlns:p14="http://schemas.microsoft.com/office/powerpoint/2010/main" val="844848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E8DE5-9576-F485-6557-3895462777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71A7AB-5450-19D8-BA1D-C8473C0A50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485FB2-1259-81C1-525A-B1A471D70DA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4528153-21A5-9A3A-3D16-476E8999E518}"/>
              </a:ext>
            </a:extLst>
          </p:cNvPr>
          <p:cNvSpPr>
            <a:spLocks noGrp="1"/>
          </p:cNvSpPr>
          <p:nvPr>
            <p:ph type="sldNum" sz="quarter" idx="5"/>
          </p:nvPr>
        </p:nvSpPr>
        <p:spPr/>
        <p:txBody>
          <a:bodyPr/>
          <a:lstStyle/>
          <a:p>
            <a:fld id="{86E6DA2E-A809-40C2-BBBF-611AF6E0E10C}" type="slidenum">
              <a:rPr lang="es-ES" smtClean="0"/>
              <a:t>6</a:t>
            </a:fld>
            <a:endParaRPr lang="es-ES"/>
          </a:p>
        </p:txBody>
      </p:sp>
    </p:spTree>
    <p:extLst>
      <p:ext uri="{BB962C8B-B14F-4D97-AF65-F5344CB8AC3E}">
        <p14:creationId xmlns:p14="http://schemas.microsoft.com/office/powerpoint/2010/main" val="3075493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242D8-3C53-66BC-DC0F-C172A53BF3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274AAE-6338-04CA-2A8E-6642CF7A7A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DC21140-DFE4-4F33-C0C5-0F8B7C4B0E2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C5EFFB8-2584-E7FC-26F1-90344D4D13F4}"/>
              </a:ext>
            </a:extLst>
          </p:cNvPr>
          <p:cNvSpPr>
            <a:spLocks noGrp="1"/>
          </p:cNvSpPr>
          <p:nvPr>
            <p:ph type="sldNum" sz="quarter" idx="5"/>
          </p:nvPr>
        </p:nvSpPr>
        <p:spPr/>
        <p:txBody>
          <a:bodyPr/>
          <a:lstStyle/>
          <a:p>
            <a:fld id="{86E6DA2E-A809-40C2-BBBF-611AF6E0E10C}" type="slidenum">
              <a:rPr lang="es-ES" smtClean="0"/>
              <a:t>7</a:t>
            </a:fld>
            <a:endParaRPr lang="es-ES"/>
          </a:p>
        </p:txBody>
      </p:sp>
    </p:spTree>
    <p:extLst>
      <p:ext uri="{BB962C8B-B14F-4D97-AF65-F5344CB8AC3E}">
        <p14:creationId xmlns:p14="http://schemas.microsoft.com/office/powerpoint/2010/main" val="2335316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0ED2B-B45C-AA11-24BE-33964415BF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558410-5499-2E99-0D24-66DEF4F07C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575200-6C2D-86BB-8E9A-E3472D3D5C4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F59D0A8-AFE2-5E80-F89D-BC5DA4A7978E}"/>
              </a:ext>
            </a:extLst>
          </p:cNvPr>
          <p:cNvSpPr>
            <a:spLocks noGrp="1"/>
          </p:cNvSpPr>
          <p:nvPr>
            <p:ph type="sldNum" sz="quarter" idx="5"/>
          </p:nvPr>
        </p:nvSpPr>
        <p:spPr/>
        <p:txBody>
          <a:bodyPr/>
          <a:lstStyle/>
          <a:p>
            <a:fld id="{86E6DA2E-A809-40C2-BBBF-611AF6E0E10C}" type="slidenum">
              <a:rPr lang="es-ES" smtClean="0"/>
              <a:t>8</a:t>
            </a:fld>
            <a:endParaRPr lang="es-ES"/>
          </a:p>
        </p:txBody>
      </p:sp>
    </p:spTree>
    <p:extLst>
      <p:ext uri="{BB962C8B-B14F-4D97-AF65-F5344CB8AC3E}">
        <p14:creationId xmlns:p14="http://schemas.microsoft.com/office/powerpoint/2010/main" val="2820832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301FF-1D30-7319-C7B8-B53A7EE4C11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2D85061-3134-3003-4617-6C75EB6E53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1F40A4-4095-2A11-8BE8-53E4B0E9211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776FDEE-9C2A-1D57-C0A6-01223B855991}"/>
              </a:ext>
            </a:extLst>
          </p:cNvPr>
          <p:cNvSpPr>
            <a:spLocks noGrp="1"/>
          </p:cNvSpPr>
          <p:nvPr>
            <p:ph type="sldNum" sz="quarter" idx="5"/>
          </p:nvPr>
        </p:nvSpPr>
        <p:spPr/>
        <p:txBody>
          <a:bodyPr/>
          <a:lstStyle/>
          <a:p>
            <a:fld id="{86E6DA2E-A809-40C2-BBBF-611AF6E0E10C}" type="slidenum">
              <a:rPr lang="es-ES" smtClean="0"/>
              <a:t>9</a:t>
            </a:fld>
            <a:endParaRPr lang="es-ES"/>
          </a:p>
        </p:txBody>
      </p:sp>
    </p:spTree>
    <p:extLst>
      <p:ext uri="{BB962C8B-B14F-4D97-AF65-F5344CB8AC3E}">
        <p14:creationId xmlns:p14="http://schemas.microsoft.com/office/powerpoint/2010/main" val="2963695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E9E2F-A649-64C1-E8D4-77FB89B08A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BC89DD-55F9-5D19-B742-DA250AFA50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135C87-E39F-91FD-D9E0-CB815024817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243ADB8-FFA7-89DD-50E4-7F587B010E52}"/>
              </a:ext>
            </a:extLst>
          </p:cNvPr>
          <p:cNvSpPr>
            <a:spLocks noGrp="1"/>
          </p:cNvSpPr>
          <p:nvPr>
            <p:ph type="sldNum" sz="quarter" idx="5"/>
          </p:nvPr>
        </p:nvSpPr>
        <p:spPr/>
        <p:txBody>
          <a:bodyPr/>
          <a:lstStyle/>
          <a:p>
            <a:fld id="{86E6DA2E-A809-40C2-BBBF-611AF6E0E10C}" type="slidenum">
              <a:rPr lang="es-ES" smtClean="0"/>
              <a:t>10</a:t>
            </a:fld>
            <a:endParaRPr lang="es-ES"/>
          </a:p>
        </p:txBody>
      </p:sp>
    </p:spTree>
    <p:extLst>
      <p:ext uri="{BB962C8B-B14F-4D97-AF65-F5344CB8AC3E}">
        <p14:creationId xmlns:p14="http://schemas.microsoft.com/office/powerpoint/2010/main" val="3340450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A8A45-388F-13CA-A65E-916E5EADBE5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54DDF6-4F98-0EC2-AECF-C7C0B96F16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1259B1A-1367-6B1E-FFB7-9DB6B13DCD2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B2DADB4-37CC-8027-7B93-1F378F092F10}"/>
              </a:ext>
            </a:extLst>
          </p:cNvPr>
          <p:cNvSpPr>
            <a:spLocks noGrp="1"/>
          </p:cNvSpPr>
          <p:nvPr>
            <p:ph type="sldNum" sz="quarter" idx="5"/>
          </p:nvPr>
        </p:nvSpPr>
        <p:spPr/>
        <p:txBody>
          <a:bodyPr/>
          <a:lstStyle/>
          <a:p>
            <a:fld id="{86E6DA2E-A809-40C2-BBBF-611AF6E0E10C}" type="slidenum">
              <a:rPr lang="es-ES" smtClean="0"/>
              <a:t>11</a:t>
            </a:fld>
            <a:endParaRPr lang="es-ES"/>
          </a:p>
        </p:txBody>
      </p:sp>
    </p:spTree>
    <p:extLst>
      <p:ext uri="{BB962C8B-B14F-4D97-AF65-F5344CB8AC3E}">
        <p14:creationId xmlns:p14="http://schemas.microsoft.com/office/powerpoint/2010/main" val="4996701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8A4E4-742A-4A72-CD3F-3CCE8A7D77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B56BD6-B44E-4C23-7879-91506BCC2E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03E4F8-C98E-F6B7-40C2-87C8C7A5272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FC2AC87-941F-F22D-B37F-632CFBBB9546}"/>
              </a:ext>
            </a:extLst>
          </p:cNvPr>
          <p:cNvSpPr>
            <a:spLocks noGrp="1"/>
          </p:cNvSpPr>
          <p:nvPr>
            <p:ph type="sldNum" sz="quarter" idx="5"/>
          </p:nvPr>
        </p:nvSpPr>
        <p:spPr/>
        <p:txBody>
          <a:bodyPr/>
          <a:lstStyle/>
          <a:p>
            <a:fld id="{86E6DA2E-A809-40C2-BBBF-611AF6E0E10C}" type="slidenum">
              <a:rPr lang="es-ES" smtClean="0"/>
              <a:t>12</a:t>
            </a:fld>
            <a:endParaRPr lang="es-ES"/>
          </a:p>
        </p:txBody>
      </p:sp>
    </p:spTree>
    <p:extLst>
      <p:ext uri="{BB962C8B-B14F-4D97-AF65-F5344CB8AC3E}">
        <p14:creationId xmlns:p14="http://schemas.microsoft.com/office/powerpoint/2010/main" val="516956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3753F-8694-113F-BE1C-DA7CD0B3F42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128191-19F1-BE1C-BB1A-C83F2EBB2B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004BF1F-D58E-5D14-5AC7-F6E5C0235BA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B35CAC-6D4A-0CFE-5063-DDD41AA5B962}"/>
              </a:ext>
            </a:extLst>
          </p:cNvPr>
          <p:cNvSpPr>
            <a:spLocks noGrp="1"/>
          </p:cNvSpPr>
          <p:nvPr>
            <p:ph type="sldNum" sz="quarter" idx="5"/>
          </p:nvPr>
        </p:nvSpPr>
        <p:spPr/>
        <p:txBody>
          <a:bodyPr/>
          <a:lstStyle/>
          <a:p>
            <a:fld id="{86E6DA2E-A809-40C2-BBBF-611AF6E0E10C}" type="slidenum">
              <a:rPr lang="es-ES" smtClean="0"/>
              <a:t>13</a:t>
            </a:fld>
            <a:endParaRPr lang="es-ES"/>
          </a:p>
        </p:txBody>
      </p:sp>
    </p:spTree>
    <p:extLst>
      <p:ext uri="{BB962C8B-B14F-4D97-AF65-F5344CB8AC3E}">
        <p14:creationId xmlns:p14="http://schemas.microsoft.com/office/powerpoint/2010/main" val="2170192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DBAC-EC04-239F-C8C0-DAFFC6CD30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D336FAD-9B7A-AE1D-DD04-3E8CDEE040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8AED50-D206-E1D2-F69E-CD21B2C760E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54E3052-51DA-D9D6-74B6-A27E88F6596D}"/>
              </a:ext>
            </a:extLst>
          </p:cNvPr>
          <p:cNvSpPr>
            <a:spLocks noGrp="1"/>
          </p:cNvSpPr>
          <p:nvPr>
            <p:ph type="sldNum" sz="quarter" idx="5"/>
          </p:nvPr>
        </p:nvSpPr>
        <p:spPr/>
        <p:txBody>
          <a:bodyPr/>
          <a:lstStyle/>
          <a:p>
            <a:fld id="{86E6DA2E-A809-40C2-BBBF-611AF6E0E10C}" type="slidenum">
              <a:rPr lang="es-ES" smtClean="0"/>
              <a:t>14</a:t>
            </a:fld>
            <a:endParaRPr lang="es-ES"/>
          </a:p>
        </p:txBody>
      </p:sp>
    </p:spTree>
    <p:extLst>
      <p:ext uri="{BB962C8B-B14F-4D97-AF65-F5344CB8AC3E}">
        <p14:creationId xmlns:p14="http://schemas.microsoft.com/office/powerpoint/2010/main" val="4091672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426DE-3B34-3338-8C30-AB87791052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45D7B7-92A8-AA13-CBED-7AA0925D0F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520B643-FE21-C7E8-094E-E91393DC745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FC6776A-BB31-0DED-860B-1F6CB711DE22}"/>
              </a:ext>
            </a:extLst>
          </p:cNvPr>
          <p:cNvSpPr>
            <a:spLocks noGrp="1"/>
          </p:cNvSpPr>
          <p:nvPr>
            <p:ph type="sldNum" sz="quarter" idx="5"/>
          </p:nvPr>
        </p:nvSpPr>
        <p:spPr/>
        <p:txBody>
          <a:bodyPr/>
          <a:lstStyle/>
          <a:p>
            <a:fld id="{86E6DA2E-A809-40C2-BBBF-611AF6E0E10C}" type="slidenum">
              <a:rPr lang="es-ES" smtClean="0"/>
              <a:t>15</a:t>
            </a:fld>
            <a:endParaRPr lang="es-ES"/>
          </a:p>
        </p:txBody>
      </p:sp>
    </p:spTree>
    <p:extLst>
      <p:ext uri="{BB962C8B-B14F-4D97-AF65-F5344CB8AC3E}">
        <p14:creationId xmlns:p14="http://schemas.microsoft.com/office/powerpoint/2010/main" val="2601267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539A2-FA41-FE17-A573-40ED2D913F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C1B698E-46C4-E3B7-C9E2-58FE9177145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3599FEF-C209-73E5-743B-987277A1E3F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5034281-FF49-89CA-A2DC-5C7E09E822A3}"/>
              </a:ext>
            </a:extLst>
          </p:cNvPr>
          <p:cNvSpPr>
            <a:spLocks noGrp="1"/>
          </p:cNvSpPr>
          <p:nvPr>
            <p:ph type="sldNum" sz="quarter" idx="5"/>
          </p:nvPr>
        </p:nvSpPr>
        <p:spPr/>
        <p:txBody>
          <a:bodyPr/>
          <a:lstStyle/>
          <a:p>
            <a:fld id="{86E6DA2E-A809-40C2-BBBF-611AF6E0E10C}" type="slidenum">
              <a:rPr lang="es-ES" smtClean="0"/>
              <a:t>16</a:t>
            </a:fld>
            <a:endParaRPr lang="es-ES"/>
          </a:p>
        </p:txBody>
      </p:sp>
    </p:spTree>
    <p:extLst>
      <p:ext uri="{BB962C8B-B14F-4D97-AF65-F5344CB8AC3E}">
        <p14:creationId xmlns:p14="http://schemas.microsoft.com/office/powerpoint/2010/main" val="2573365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4B6D-E83E-C1DE-75D4-A7A985DBBF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D385898-B170-70E6-8601-6F440B9CF5C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9DC1B6A-FF52-AFFB-A880-001270174D2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08F35B9-8E26-7AE0-91D8-4C22DCACEBE9}"/>
              </a:ext>
            </a:extLst>
          </p:cNvPr>
          <p:cNvSpPr>
            <a:spLocks noGrp="1"/>
          </p:cNvSpPr>
          <p:nvPr>
            <p:ph type="sldNum" sz="quarter" idx="5"/>
          </p:nvPr>
        </p:nvSpPr>
        <p:spPr/>
        <p:txBody>
          <a:bodyPr/>
          <a:lstStyle/>
          <a:p>
            <a:fld id="{86E6DA2E-A809-40C2-BBBF-611AF6E0E10C}" type="slidenum">
              <a:rPr lang="es-ES" smtClean="0"/>
              <a:t>17</a:t>
            </a:fld>
            <a:endParaRPr lang="es-ES"/>
          </a:p>
        </p:txBody>
      </p:sp>
    </p:spTree>
    <p:extLst>
      <p:ext uri="{BB962C8B-B14F-4D97-AF65-F5344CB8AC3E}">
        <p14:creationId xmlns:p14="http://schemas.microsoft.com/office/powerpoint/2010/main" val="2071805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AF67D-0A3A-051B-6243-011DD62730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6EABC2-936F-5235-D438-3745E94696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0D157E-CA88-5416-7015-7E5B2156A61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2E9B41C-D8B9-6792-DCC3-4B68E7A90CB8}"/>
              </a:ext>
            </a:extLst>
          </p:cNvPr>
          <p:cNvSpPr>
            <a:spLocks noGrp="1"/>
          </p:cNvSpPr>
          <p:nvPr>
            <p:ph type="sldNum" sz="quarter" idx="5"/>
          </p:nvPr>
        </p:nvSpPr>
        <p:spPr/>
        <p:txBody>
          <a:bodyPr/>
          <a:lstStyle/>
          <a:p>
            <a:fld id="{86E6DA2E-A809-40C2-BBBF-611AF6E0E10C}" type="slidenum">
              <a:rPr lang="es-ES" smtClean="0"/>
              <a:t>18</a:t>
            </a:fld>
            <a:endParaRPr lang="es-ES"/>
          </a:p>
        </p:txBody>
      </p:sp>
    </p:spTree>
    <p:extLst>
      <p:ext uri="{BB962C8B-B14F-4D97-AF65-F5344CB8AC3E}">
        <p14:creationId xmlns:p14="http://schemas.microsoft.com/office/powerpoint/2010/main" val="798746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7E1E6-75F0-2413-CF9E-FA283C003F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002E7E-D9E8-5E86-6648-436E920AD8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2BFB08-C164-E30D-881C-A15C1F5F14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04CC362-7FD4-E996-4522-FB6AD9603A41}"/>
              </a:ext>
            </a:extLst>
          </p:cNvPr>
          <p:cNvSpPr>
            <a:spLocks noGrp="1"/>
          </p:cNvSpPr>
          <p:nvPr>
            <p:ph type="sldNum" sz="quarter" idx="5"/>
          </p:nvPr>
        </p:nvSpPr>
        <p:spPr/>
        <p:txBody>
          <a:bodyPr/>
          <a:lstStyle/>
          <a:p>
            <a:fld id="{86E6DA2E-A809-40C2-BBBF-611AF6E0E10C}" type="slidenum">
              <a:rPr lang="es-ES" smtClean="0"/>
              <a:t>19</a:t>
            </a:fld>
            <a:endParaRPr lang="es-ES"/>
          </a:p>
        </p:txBody>
      </p:sp>
    </p:spTree>
    <p:extLst>
      <p:ext uri="{BB962C8B-B14F-4D97-AF65-F5344CB8AC3E}">
        <p14:creationId xmlns:p14="http://schemas.microsoft.com/office/powerpoint/2010/main" val="1450339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81558-2EAC-7CF4-08CD-19ACD60D19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DC4C31C-F043-6F26-B66A-9280F628D18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566BEE-3291-C20D-46BB-FD5B131D95B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4A9B4-16B9-FD4E-D1A5-22D1238F5F4D}"/>
              </a:ext>
            </a:extLst>
          </p:cNvPr>
          <p:cNvSpPr>
            <a:spLocks noGrp="1"/>
          </p:cNvSpPr>
          <p:nvPr>
            <p:ph type="sldNum" sz="quarter" idx="5"/>
          </p:nvPr>
        </p:nvSpPr>
        <p:spPr/>
        <p:txBody>
          <a:bodyPr/>
          <a:lstStyle/>
          <a:p>
            <a:fld id="{86E6DA2E-A809-40C2-BBBF-611AF6E0E10C}" type="slidenum">
              <a:rPr lang="es-ES" smtClean="0"/>
              <a:t>20</a:t>
            </a:fld>
            <a:endParaRPr lang="es-ES"/>
          </a:p>
        </p:txBody>
      </p:sp>
    </p:spTree>
    <p:extLst>
      <p:ext uri="{BB962C8B-B14F-4D97-AF65-F5344CB8AC3E}">
        <p14:creationId xmlns:p14="http://schemas.microsoft.com/office/powerpoint/2010/main" val="2022905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E7A6B-F92C-6B2A-AB19-5D7BFDDF9D7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5EE2BE-E519-D744-9827-888E9F153F0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6EE406-D233-9624-15A1-49FCD5EB72A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A7345AD-A053-8E45-32A8-D4D01D38E00F}"/>
              </a:ext>
            </a:extLst>
          </p:cNvPr>
          <p:cNvSpPr>
            <a:spLocks noGrp="1"/>
          </p:cNvSpPr>
          <p:nvPr>
            <p:ph type="sldNum" sz="quarter" idx="5"/>
          </p:nvPr>
        </p:nvSpPr>
        <p:spPr/>
        <p:txBody>
          <a:bodyPr/>
          <a:lstStyle/>
          <a:p>
            <a:fld id="{86E6DA2E-A809-40C2-BBBF-611AF6E0E10C}" type="slidenum">
              <a:rPr lang="es-ES" smtClean="0"/>
              <a:t>22</a:t>
            </a:fld>
            <a:endParaRPr lang="es-ES"/>
          </a:p>
        </p:txBody>
      </p:sp>
    </p:spTree>
    <p:extLst>
      <p:ext uri="{BB962C8B-B14F-4D97-AF65-F5344CB8AC3E}">
        <p14:creationId xmlns:p14="http://schemas.microsoft.com/office/powerpoint/2010/main" val="2420146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84B2-9839-E8AC-14E3-407EAB04DE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A0C5795-F48C-FDCE-A44F-CD92CA13122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877396-EDC6-4B52-68E5-F871FC01F9A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ABBAA02-8205-EF88-348E-29A20E2E4372}"/>
              </a:ext>
            </a:extLst>
          </p:cNvPr>
          <p:cNvSpPr>
            <a:spLocks noGrp="1"/>
          </p:cNvSpPr>
          <p:nvPr>
            <p:ph type="sldNum" sz="quarter" idx="5"/>
          </p:nvPr>
        </p:nvSpPr>
        <p:spPr/>
        <p:txBody>
          <a:bodyPr/>
          <a:lstStyle/>
          <a:p>
            <a:fld id="{86E6DA2E-A809-40C2-BBBF-611AF6E0E10C}" type="slidenum">
              <a:rPr lang="es-ES" smtClean="0"/>
              <a:t>23</a:t>
            </a:fld>
            <a:endParaRPr lang="es-ES"/>
          </a:p>
        </p:txBody>
      </p:sp>
    </p:spTree>
    <p:extLst>
      <p:ext uri="{BB962C8B-B14F-4D97-AF65-F5344CB8AC3E}">
        <p14:creationId xmlns:p14="http://schemas.microsoft.com/office/powerpoint/2010/main" val="15310846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EAE9C-4EA1-6870-89B4-ABA21BB82D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263B52-0411-101E-A794-C08CA280CC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4658AB-432E-8008-A5D5-3235B8B88B4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91B2B6C-B9FC-49AE-B7DD-22C3B401DDD2}"/>
              </a:ext>
            </a:extLst>
          </p:cNvPr>
          <p:cNvSpPr>
            <a:spLocks noGrp="1"/>
          </p:cNvSpPr>
          <p:nvPr>
            <p:ph type="sldNum" sz="quarter" idx="5"/>
          </p:nvPr>
        </p:nvSpPr>
        <p:spPr/>
        <p:txBody>
          <a:bodyPr/>
          <a:lstStyle/>
          <a:p>
            <a:fld id="{86E6DA2E-A809-40C2-BBBF-611AF6E0E10C}" type="slidenum">
              <a:rPr lang="es-ES" smtClean="0"/>
              <a:t>24</a:t>
            </a:fld>
            <a:endParaRPr lang="es-ES"/>
          </a:p>
        </p:txBody>
      </p:sp>
    </p:spTree>
    <p:extLst>
      <p:ext uri="{BB962C8B-B14F-4D97-AF65-F5344CB8AC3E}">
        <p14:creationId xmlns:p14="http://schemas.microsoft.com/office/powerpoint/2010/main" val="27735148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FAB58-2E1F-E5A0-1A1E-1DE6F0533E4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0C4280-6985-92F4-2B32-0E8E1340F0E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2E64C2E-FC35-3C3D-A348-01D2BA2E25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0A7C966-AEE6-375F-97BC-8DF4CFE3459D}"/>
              </a:ext>
            </a:extLst>
          </p:cNvPr>
          <p:cNvSpPr>
            <a:spLocks noGrp="1"/>
          </p:cNvSpPr>
          <p:nvPr>
            <p:ph type="sldNum" sz="quarter" idx="5"/>
          </p:nvPr>
        </p:nvSpPr>
        <p:spPr/>
        <p:txBody>
          <a:bodyPr/>
          <a:lstStyle/>
          <a:p>
            <a:fld id="{86E6DA2E-A809-40C2-BBBF-611AF6E0E10C}" type="slidenum">
              <a:rPr lang="es-ES" smtClean="0"/>
              <a:t>25</a:t>
            </a:fld>
            <a:endParaRPr lang="es-ES"/>
          </a:p>
        </p:txBody>
      </p:sp>
    </p:spTree>
    <p:extLst>
      <p:ext uri="{BB962C8B-B14F-4D97-AF65-F5344CB8AC3E}">
        <p14:creationId xmlns:p14="http://schemas.microsoft.com/office/powerpoint/2010/main" val="5177730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184A-6F32-482F-4FBF-6F89C04E4A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45CC2A7-2796-35EE-597F-136FBA02B2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C9DF15-D250-F383-B294-896C254D34D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17F2856-2365-70A8-C92A-582D2BB82FFA}"/>
              </a:ext>
            </a:extLst>
          </p:cNvPr>
          <p:cNvSpPr>
            <a:spLocks noGrp="1"/>
          </p:cNvSpPr>
          <p:nvPr>
            <p:ph type="sldNum" sz="quarter" idx="5"/>
          </p:nvPr>
        </p:nvSpPr>
        <p:spPr/>
        <p:txBody>
          <a:bodyPr/>
          <a:lstStyle/>
          <a:p>
            <a:fld id="{86E6DA2E-A809-40C2-BBBF-611AF6E0E10C}" type="slidenum">
              <a:rPr lang="es-ES" smtClean="0"/>
              <a:t>31</a:t>
            </a:fld>
            <a:endParaRPr lang="es-ES"/>
          </a:p>
        </p:txBody>
      </p:sp>
    </p:spTree>
    <p:extLst>
      <p:ext uri="{BB962C8B-B14F-4D97-AF65-F5344CB8AC3E}">
        <p14:creationId xmlns:p14="http://schemas.microsoft.com/office/powerpoint/2010/main" val="3760705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5F17E-D137-614D-BD44-D146B919EB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0404CBD-387A-5F1A-BD0E-7EBC170D1B6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994223-22CC-143D-5539-7F557D6DC16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7BA9C9F-1F74-C9A5-C5FD-FF8669C260BE}"/>
              </a:ext>
            </a:extLst>
          </p:cNvPr>
          <p:cNvSpPr>
            <a:spLocks noGrp="1"/>
          </p:cNvSpPr>
          <p:nvPr>
            <p:ph type="sldNum" sz="quarter" idx="5"/>
          </p:nvPr>
        </p:nvSpPr>
        <p:spPr/>
        <p:txBody>
          <a:bodyPr/>
          <a:lstStyle/>
          <a:p>
            <a:fld id="{86E6DA2E-A809-40C2-BBBF-611AF6E0E10C}" type="slidenum">
              <a:rPr lang="es-ES" smtClean="0"/>
              <a:t>33</a:t>
            </a:fld>
            <a:endParaRPr lang="es-ES"/>
          </a:p>
        </p:txBody>
      </p:sp>
    </p:spTree>
    <p:extLst>
      <p:ext uri="{BB962C8B-B14F-4D97-AF65-F5344CB8AC3E}">
        <p14:creationId xmlns:p14="http://schemas.microsoft.com/office/powerpoint/2010/main" val="39430213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6CB26-0801-76CE-09FA-109875A6249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655F8F-6594-EDAB-5506-99ED3C91172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E34313-93F4-2D3F-04FF-AB4195B3810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9E9D195-64EA-A283-3B3C-EBC2718CD030}"/>
              </a:ext>
            </a:extLst>
          </p:cNvPr>
          <p:cNvSpPr>
            <a:spLocks noGrp="1"/>
          </p:cNvSpPr>
          <p:nvPr>
            <p:ph type="sldNum" sz="quarter" idx="5"/>
          </p:nvPr>
        </p:nvSpPr>
        <p:spPr/>
        <p:txBody>
          <a:bodyPr/>
          <a:lstStyle/>
          <a:p>
            <a:fld id="{86E6DA2E-A809-40C2-BBBF-611AF6E0E10C}" type="slidenum">
              <a:rPr lang="es-ES" smtClean="0"/>
              <a:t>34</a:t>
            </a:fld>
            <a:endParaRPr lang="es-ES"/>
          </a:p>
        </p:txBody>
      </p:sp>
    </p:spTree>
    <p:extLst>
      <p:ext uri="{BB962C8B-B14F-4D97-AF65-F5344CB8AC3E}">
        <p14:creationId xmlns:p14="http://schemas.microsoft.com/office/powerpoint/2010/main" val="1154551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4C843-97B5-61DD-EB7D-560954EFAD7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671E71-0303-55E5-1885-046A66558E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EB9703-C0A2-67B8-0254-27B7B9EF3BA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B8923CE-C4EC-91AC-81AE-C0D72E3F0578}"/>
              </a:ext>
            </a:extLst>
          </p:cNvPr>
          <p:cNvSpPr>
            <a:spLocks noGrp="1"/>
          </p:cNvSpPr>
          <p:nvPr>
            <p:ph type="sldNum" sz="quarter" idx="5"/>
          </p:nvPr>
        </p:nvSpPr>
        <p:spPr/>
        <p:txBody>
          <a:bodyPr/>
          <a:lstStyle/>
          <a:p>
            <a:fld id="{86E6DA2E-A809-40C2-BBBF-611AF6E0E10C}" type="slidenum">
              <a:rPr lang="es-ES" smtClean="0"/>
              <a:t>35</a:t>
            </a:fld>
            <a:endParaRPr lang="es-ES"/>
          </a:p>
        </p:txBody>
      </p:sp>
    </p:spTree>
    <p:extLst>
      <p:ext uri="{BB962C8B-B14F-4D97-AF65-F5344CB8AC3E}">
        <p14:creationId xmlns:p14="http://schemas.microsoft.com/office/powerpoint/2010/main" val="2791565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52548-A515-1614-DE98-94AC28B8DA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4B166F-8DC9-BA2F-DE46-B4422CF6C9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42A1FA-891C-2368-F8DB-811B62BDFAF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C418B6F-3DEA-17D3-31F1-F8AE07447F1D}"/>
              </a:ext>
            </a:extLst>
          </p:cNvPr>
          <p:cNvSpPr>
            <a:spLocks noGrp="1"/>
          </p:cNvSpPr>
          <p:nvPr>
            <p:ph type="sldNum" sz="quarter" idx="5"/>
          </p:nvPr>
        </p:nvSpPr>
        <p:spPr/>
        <p:txBody>
          <a:bodyPr/>
          <a:lstStyle/>
          <a:p>
            <a:fld id="{86E6DA2E-A809-40C2-BBBF-611AF6E0E10C}" type="slidenum">
              <a:rPr lang="es-ES" smtClean="0"/>
              <a:t>36</a:t>
            </a:fld>
            <a:endParaRPr lang="es-ES"/>
          </a:p>
        </p:txBody>
      </p:sp>
    </p:spTree>
    <p:extLst>
      <p:ext uri="{BB962C8B-B14F-4D97-AF65-F5344CB8AC3E}">
        <p14:creationId xmlns:p14="http://schemas.microsoft.com/office/powerpoint/2010/main" val="25563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53F76-5D32-FB0B-EF99-CC54E0FDBD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5C4214-BEA3-ADF4-4CE6-959D0CDD07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CBEA917-1421-03C7-5E94-A36508706B9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AE30158-C401-BBF1-32A8-4E740B071F10}"/>
              </a:ext>
            </a:extLst>
          </p:cNvPr>
          <p:cNvSpPr>
            <a:spLocks noGrp="1"/>
          </p:cNvSpPr>
          <p:nvPr>
            <p:ph type="sldNum" sz="quarter" idx="5"/>
          </p:nvPr>
        </p:nvSpPr>
        <p:spPr/>
        <p:txBody>
          <a:bodyPr/>
          <a:lstStyle/>
          <a:p>
            <a:fld id="{86E6DA2E-A809-40C2-BBBF-611AF6E0E10C}" type="slidenum">
              <a:rPr lang="es-ES" smtClean="0"/>
              <a:t>37</a:t>
            </a:fld>
            <a:endParaRPr lang="es-ES"/>
          </a:p>
        </p:txBody>
      </p:sp>
    </p:spTree>
    <p:extLst>
      <p:ext uri="{BB962C8B-B14F-4D97-AF65-F5344CB8AC3E}">
        <p14:creationId xmlns:p14="http://schemas.microsoft.com/office/powerpoint/2010/main" val="33183606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7D58E-DFF2-329A-4F43-341A986A6D4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4C4D20-8120-6370-D8B3-095610A780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44573F-E0FD-EF8E-2D7D-DF80316A6DB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FE81FCC-AB46-D617-245F-37EF68C6C502}"/>
              </a:ext>
            </a:extLst>
          </p:cNvPr>
          <p:cNvSpPr>
            <a:spLocks noGrp="1"/>
          </p:cNvSpPr>
          <p:nvPr>
            <p:ph type="sldNum" sz="quarter" idx="5"/>
          </p:nvPr>
        </p:nvSpPr>
        <p:spPr/>
        <p:txBody>
          <a:bodyPr/>
          <a:lstStyle/>
          <a:p>
            <a:fld id="{86E6DA2E-A809-40C2-BBBF-611AF6E0E10C}" type="slidenum">
              <a:rPr lang="es-ES" smtClean="0"/>
              <a:t>38</a:t>
            </a:fld>
            <a:endParaRPr lang="es-ES"/>
          </a:p>
        </p:txBody>
      </p:sp>
    </p:spTree>
    <p:extLst>
      <p:ext uri="{BB962C8B-B14F-4D97-AF65-F5344CB8AC3E}">
        <p14:creationId xmlns:p14="http://schemas.microsoft.com/office/powerpoint/2010/main" val="24431602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DFBE-2A39-C611-BDCA-6DEC0A6E4D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99CFD0-530B-F5D6-12B4-FBBCF67050B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63059E-B446-0A48-5F14-73C9FA92A4D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17F0E24-47C0-4F50-DCEF-0B7610360943}"/>
              </a:ext>
            </a:extLst>
          </p:cNvPr>
          <p:cNvSpPr>
            <a:spLocks noGrp="1"/>
          </p:cNvSpPr>
          <p:nvPr>
            <p:ph type="sldNum" sz="quarter" idx="5"/>
          </p:nvPr>
        </p:nvSpPr>
        <p:spPr/>
        <p:txBody>
          <a:bodyPr/>
          <a:lstStyle/>
          <a:p>
            <a:fld id="{86E6DA2E-A809-40C2-BBBF-611AF6E0E10C}" type="slidenum">
              <a:rPr lang="es-ES" smtClean="0"/>
              <a:t>39</a:t>
            </a:fld>
            <a:endParaRPr lang="es-ES"/>
          </a:p>
        </p:txBody>
      </p:sp>
    </p:spTree>
    <p:extLst>
      <p:ext uri="{BB962C8B-B14F-4D97-AF65-F5344CB8AC3E}">
        <p14:creationId xmlns:p14="http://schemas.microsoft.com/office/powerpoint/2010/main" val="1675726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FEA3B-0346-C228-A972-1697923C0F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211B5B-4C71-1781-617B-545E379A3A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3A8953-12D6-A0C9-0562-6FBF5E0D731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68A01B6-936A-7970-035A-D7B873CE3BC3}"/>
              </a:ext>
            </a:extLst>
          </p:cNvPr>
          <p:cNvSpPr>
            <a:spLocks noGrp="1"/>
          </p:cNvSpPr>
          <p:nvPr>
            <p:ph type="sldNum" sz="quarter" idx="5"/>
          </p:nvPr>
        </p:nvSpPr>
        <p:spPr/>
        <p:txBody>
          <a:bodyPr/>
          <a:lstStyle/>
          <a:p>
            <a:fld id="{86E6DA2E-A809-40C2-BBBF-611AF6E0E10C}" type="slidenum">
              <a:rPr lang="es-ES" smtClean="0"/>
              <a:t>41</a:t>
            </a:fld>
            <a:endParaRPr lang="es-ES"/>
          </a:p>
        </p:txBody>
      </p:sp>
    </p:spTree>
    <p:extLst>
      <p:ext uri="{BB962C8B-B14F-4D97-AF65-F5344CB8AC3E}">
        <p14:creationId xmlns:p14="http://schemas.microsoft.com/office/powerpoint/2010/main" val="17802988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49E99-0DDF-ABB9-4F16-3E1DBFD2F0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65CB86-A678-2A9F-4214-745B5CA687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B1AC5B-2A1C-5B20-A756-5B429693A5F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D8ABDBA-4E1A-4311-8D25-FB9D9F14453C}"/>
              </a:ext>
            </a:extLst>
          </p:cNvPr>
          <p:cNvSpPr>
            <a:spLocks noGrp="1"/>
          </p:cNvSpPr>
          <p:nvPr>
            <p:ph type="sldNum" sz="quarter" idx="5"/>
          </p:nvPr>
        </p:nvSpPr>
        <p:spPr/>
        <p:txBody>
          <a:bodyPr/>
          <a:lstStyle/>
          <a:p>
            <a:fld id="{86E6DA2E-A809-40C2-BBBF-611AF6E0E10C}" type="slidenum">
              <a:rPr lang="es-ES" smtClean="0"/>
              <a:t>42</a:t>
            </a:fld>
            <a:endParaRPr lang="es-ES"/>
          </a:p>
        </p:txBody>
      </p:sp>
    </p:spTree>
    <p:extLst>
      <p:ext uri="{BB962C8B-B14F-4D97-AF65-F5344CB8AC3E}">
        <p14:creationId xmlns:p14="http://schemas.microsoft.com/office/powerpoint/2010/main" val="3316188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D1917-F00C-8D7F-AF14-A80708A5B7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0E1480-6386-F0F1-CDEC-69B4AC6F453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519DCFF-EC07-612F-4B49-7936609DD90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B8D3E50-62B3-7222-B4A0-90D6DB303A90}"/>
              </a:ext>
            </a:extLst>
          </p:cNvPr>
          <p:cNvSpPr>
            <a:spLocks noGrp="1"/>
          </p:cNvSpPr>
          <p:nvPr>
            <p:ph type="sldNum" sz="quarter" idx="5"/>
          </p:nvPr>
        </p:nvSpPr>
        <p:spPr/>
        <p:txBody>
          <a:bodyPr/>
          <a:lstStyle/>
          <a:p>
            <a:fld id="{86E6DA2E-A809-40C2-BBBF-611AF6E0E10C}" type="slidenum">
              <a:rPr lang="es-ES" smtClean="0"/>
              <a:t>43</a:t>
            </a:fld>
            <a:endParaRPr lang="es-ES"/>
          </a:p>
        </p:txBody>
      </p:sp>
    </p:spTree>
    <p:extLst>
      <p:ext uri="{BB962C8B-B14F-4D97-AF65-F5344CB8AC3E}">
        <p14:creationId xmlns:p14="http://schemas.microsoft.com/office/powerpoint/2010/main" val="18077355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F33EA-37EC-8173-5BA5-9CD422E148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0ACA61-7E8F-6CA8-CCD6-D5093BE4408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B785AB-124C-16A7-E3CE-5831ACCBD93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EB9EB3B-35D7-CB4A-4767-6FF47C0F1FA5}"/>
              </a:ext>
            </a:extLst>
          </p:cNvPr>
          <p:cNvSpPr>
            <a:spLocks noGrp="1"/>
          </p:cNvSpPr>
          <p:nvPr>
            <p:ph type="sldNum" sz="quarter" idx="5"/>
          </p:nvPr>
        </p:nvSpPr>
        <p:spPr/>
        <p:txBody>
          <a:bodyPr/>
          <a:lstStyle/>
          <a:p>
            <a:fld id="{86E6DA2E-A809-40C2-BBBF-611AF6E0E10C}" type="slidenum">
              <a:rPr lang="es-ES" smtClean="0"/>
              <a:t>44</a:t>
            </a:fld>
            <a:endParaRPr lang="es-ES"/>
          </a:p>
        </p:txBody>
      </p:sp>
    </p:spTree>
    <p:extLst>
      <p:ext uri="{BB962C8B-B14F-4D97-AF65-F5344CB8AC3E}">
        <p14:creationId xmlns:p14="http://schemas.microsoft.com/office/powerpoint/2010/main" val="7772713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F727D-BA2C-BFAA-F891-B6E13D46BE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F32AE7-F710-D32A-9B07-CE2C1D8DFA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61878C-5BA0-B49E-5DDB-BFAB1E22A38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863985F-8968-0479-BF37-EBCA78B42551}"/>
              </a:ext>
            </a:extLst>
          </p:cNvPr>
          <p:cNvSpPr>
            <a:spLocks noGrp="1"/>
          </p:cNvSpPr>
          <p:nvPr>
            <p:ph type="sldNum" sz="quarter" idx="5"/>
          </p:nvPr>
        </p:nvSpPr>
        <p:spPr/>
        <p:txBody>
          <a:bodyPr/>
          <a:lstStyle/>
          <a:p>
            <a:fld id="{86E6DA2E-A809-40C2-BBBF-611AF6E0E10C}" type="slidenum">
              <a:rPr lang="es-ES" smtClean="0"/>
              <a:t>45</a:t>
            </a:fld>
            <a:endParaRPr lang="es-ES"/>
          </a:p>
        </p:txBody>
      </p:sp>
    </p:spTree>
    <p:extLst>
      <p:ext uri="{BB962C8B-B14F-4D97-AF65-F5344CB8AC3E}">
        <p14:creationId xmlns:p14="http://schemas.microsoft.com/office/powerpoint/2010/main" val="4155819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37499-DC1B-8F16-7766-8E65694E4E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4D22283-65C4-A8FE-68F4-005DEC5182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93CFA5-9440-7BC4-2BAC-D894F5E0413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3C75CDE-B123-5DD8-09C1-C446E68F25E9}"/>
              </a:ext>
            </a:extLst>
          </p:cNvPr>
          <p:cNvSpPr>
            <a:spLocks noGrp="1"/>
          </p:cNvSpPr>
          <p:nvPr>
            <p:ph type="sldNum" sz="quarter" idx="5"/>
          </p:nvPr>
        </p:nvSpPr>
        <p:spPr/>
        <p:txBody>
          <a:bodyPr/>
          <a:lstStyle/>
          <a:p>
            <a:fld id="{86E6DA2E-A809-40C2-BBBF-611AF6E0E10C}" type="slidenum">
              <a:rPr lang="es-ES" smtClean="0"/>
              <a:t>46</a:t>
            </a:fld>
            <a:endParaRPr lang="es-ES"/>
          </a:p>
        </p:txBody>
      </p:sp>
    </p:spTree>
    <p:extLst>
      <p:ext uri="{BB962C8B-B14F-4D97-AF65-F5344CB8AC3E}">
        <p14:creationId xmlns:p14="http://schemas.microsoft.com/office/powerpoint/2010/main" val="24804504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FBBCC-194A-8238-D80C-D40891E42A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386D24C-6D03-34C2-8A00-74A7B84E1D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EBB3BD-0FC1-DC04-8F93-E6006C7E115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AA0B776-2BA0-FC9B-7DE0-529D8A39F6F9}"/>
              </a:ext>
            </a:extLst>
          </p:cNvPr>
          <p:cNvSpPr>
            <a:spLocks noGrp="1"/>
          </p:cNvSpPr>
          <p:nvPr>
            <p:ph type="sldNum" sz="quarter" idx="5"/>
          </p:nvPr>
        </p:nvSpPr>
        <p:spPr/>
        <p:txBody>
          <a:bodyPr/>
          <a:lstStyle/>
          <a:p>
            <a:fld id="{86E6DA2E-A809-40C2-BBBF-611AF6E0E10C}" type="slidenum">
              <a:rPr lang="es-ES" smtClean="0"/>
              <a:t>47</a:t>
            </a:fld>
            <a:endParaRPr lang="es-ES"/>
          </a:p>
        </p:txBody>
      </p:sp>
    </p:spTree>
    <p:extLst>
      <p:ext uri="{BB962C8B-B14F-4D97-AF65-F5344CB8AC3E}">
        <p14:creationId xmlns:p14="http://schemas.microsoft.com/office/powerpoint/2010/main" val="128070030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565B1-004B-B8B7-770F-B1E1885176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97DFB6-6319-F84B-3D73-F237AACCB9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49A3A8A-07CB-4B7C-8E2A-1D23B8041F7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CABF807-90ED-F2DF-310A-91C3FF0FF227}"/>
              </a:ext>
            </a:extLst>
          </p:cNvPr>
          <p:cNvSpPr>
            <a:spLocks noGrp="1"/>
          </p:cNvSpPr>
          <p:nvPr>
            <p:ph type="sldNum" sz="quarter" idx="5"/>
          </p:nvPr>
        </p:nvSpPr>
        <p:spPr/>
        <p:txBody>
          <a:bodyPr/>
          <a:lstStyle/>
          <a:p>
            <a:fld id="{86E6DA2E-A809-40C2-BBBF-611AF6E0E10C}" type="slidenum">
              <a:rPr lang="es-ES" smtClean="0"/>
              <a:t>48</a:t>
            </a:fld>
            <a:endParaRPr lang="es-ES"/>
          </a:p>
        </p:txBody>
      </p:sp>
    </p:spTree>
    <p:extLst>
      <p:ext uri="{BB962C8B-B14F-4D97-AF65-F5344CB8AC3E}">
        <p14:creationId xmlns:p14="http://schemas.microsoft.com/office/powerpoint/2010/main" val="30709710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5B09A-86A5-2E71-73C2-4D1BEFE062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A2789C-B1DE-4501-307E-30AAA6493E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037130-833E-6D6C-442C-376BE0A59FA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51B10ED-0911-276D-936E-DE8361A94C45}"/>
              </a:ext>
            </a:extLst>
          </p:cNvPr>
          <p:cNvSpPr>
            <a:spLocks noGrp="1"/>
          </p:cNvSpPr>
          <p:nvPr>
            <p:ph type="sldNum" sz="quarter" idx="5"/>
          </p:nvPr>
        </p:nvSpPr>
        <p:spPr/>
        <p:txBody>
          <a:bodyPr/>
          <a:lstStyle/>
          <a:p>
            <a:fld id="{86E6DA2E-A809-40C2-BBBF-611AF6E0E10C}" type="slidenum">
              <a:rPr lang="es-ES" smtClean="0"/>
              <a:t>49</a:t>
            </a:fld>
            <a:endParaRPr lang="es-ES"/>
          </a:p>
        </p:txBody>
      </p:sp>
    </p:spTree>
    <p:extLst>
      <p:ext uri="{BB962C8B-B14F-4D97-AF65-F5344CB8AC3E}">
        <p14:creationId xmlns:p14="http://schemas.microsoft.com/office/powerpoint/2010/main" val="30232560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FEE2-7EAC-7178-DEE1-F3AB464DFDB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F70F30-4913-9052-AFFA-4CE365AF9E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8CBAB7-2D96-54F2-1D62-6F7D849A745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BCF5709-992D-5727-C898-75DA992EC2E3}"/>
              </a:ext>
            </a:extLst>
          </p:cNvPr>
          <p:cNvSpPr>
            <a:spLocks noGrp="1"/>
          </p:cNvSpPr>
          <p:nvPr>
            <p:ph type="sldNum" sz="quarter" idx="5"/>
          </p:nvPr>
        </p:nvSpPr>
        <p:spPr/>
        <p:txBody>
          <a:bodyPr/>
          <a:lstStyle/>
          <a:p>
            <a:fld id="{86E6DA2E-A809-40C2-BBBF-611AF6E0E10C}" type="slidenum">
              <a:rPr lang="es-ES" smtClean="0"/>
              <a:t>50</a:t>
            </a:fld>
            <a:endParaRPr lang="es-ES"/>
          </a:p>
        </p:txBody>
      </p:sp>
    </p:spTree>
    <p:extLst>
      <p:ext uri="{BB962C8B-B14F-4D97-AF65-F5344CB8AC3E}">
        <p14:creationId xmlns:p14="http://schemas.microsoft.com/office/powerpoint/2010/main" val="31912309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A1CC8-3DD5-FF90-C883-0233D17EBD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8EE1AF-971A-7169-4927-30D45358E4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788146-D08F-AAB2-3B3C-B8D3209C75A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FD5E62-CB04-FD70-5B50-97F02F9AC8F4}"/>
              </a:ext>
            </a:extLst>
          </p:cNvPr>
          <p:cNvSpPr>
            <a:spLocks noGrp="1"/>
          </p:cNvSpPr>
          <p:nvPr>
            <p:ph type="sldNum" sz="quarter" idx="5"/>
          </p:nvPr>
        </p:nvSpPr>
        <p:spPr/>
        <p:txBody>
          <a:bodyPr/>
          <a:lstStyle/>
          <a:p>
            <a:fld id="{86E6DA2E-A809-40C2-BBBF-611AF6E0E10C}" type="slidenum">
              <a:rPr lang="es-ES" smtClean="0"/>
              <a:t>51</a:t>
            </a:fld>
            <a:endParaRPr lang="es-ES"/>
          </a:p>
        </p:txBody>
      </p:sp>
    </p:spTree>
    <p:extLst>
      <p:ext uri="{BB962C8B-B14F-4D97-AF65-F5344CB8AC3E}">
        <p14:creationId xmlns:p14="http://schemas.microsoft.com/office/powerpoint/2010/main" val="24685336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8942-FFB2-E50B-B618-9C4D547279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B47153-DC94-F8F3-FA3C-D01ED68493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8F9543-6BA3-C4C7-0D03-0B3040C1D1B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D0E112F-0DD9-B2D3-2237-15CBB769E675}"/>
              </a:ext>
            </a:extLst>
          </p:cNvPr>
          <p:cNvSpPr>
            <a:spLocks noGrp="1"/>
          </p:cNvSpPr>
          <p:nvPr>
            <p:ph type="sldNum" sz="quarter" idx="5"/>
          </p:nvPr>
        </p:nvSpPr>
        <p:spPr/>
        <p:txBody>
          <a:bodyPr/>
          <a:lstStyle/>
          <a:p>
            <a:fld id="{86E6DA2E-A809-40C2-BBBF-611AF6E0E10C}" type="slidenum">
              <a:rPr lang="es-ES" smtClean="0"/>
              <a:t>52</a:t>
            </a:fld>
            <a:endParaRPr lang="es-ES"/>
          </a:p>
        </p:txBody>
      </p:sp>
    </p:spTree>
    <p:extLst>
      <p:ext uri="{BB962C8B-B14F-4D97-AF65-F5344CB8AC3E}">
        <p14:creationId xmlns:p14="http://schemas.microsoft.com/office/powerpoint/2010/main" val="1699623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3414-0C9E-591B-D094-A4A558BF07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4762FF-AA33-BDDF-7332-C3D7F375F5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486DBE-3907-7FFD-DF34-8623AFF17F0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895E5F-178D-1AFC-DA4B-D1445CF181A6}"/>
              </a:ext>
            </a:extLst>
          </p:cNvPr>
          <p:cNvSpPr>
            <a:spLocks noGrp="1"/>
          </p:cNvSpPr>
          <p:nvPr>
            <p:ph type="sldNum" sz="quarter" idx="5"/>
          </p:nvPr>
        </p:nvSpPr>
        <p:spPr/>
        <p:txBody>
          <a:bodyPr/>
          <a:lstStyle/>
          <a:p>
            <a:fld id="{86E6DA2E-A809-40C2-BBBF-611AF6E0E10C}" type="slidenum">
              <a:rPr lang="es-ES" smtClean="0"/>
              <a:t>53</a:t>
            </a:fld>
            <a:endParaRPr lang="es-ES"/>
          </a:p>
        </p:txBody>
      </p:sp>
    </p:spTree>
    <p:extLst>
      <p:ext uri="{BB962C8B-B14F-4D97-AF65-F5344CB8AC3E}">
        <p14:creationId xmlns:p14="http://schemas.microsoft.com/office/powerpoint/2010/main" val="9174426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D10F0-7278-21A0-F84C-EACFA7AC569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6D48343-4E69-D71E-F488-C8262D83DA1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B63AB9-F38B-8432-801A-6D8C6EBB8C8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156ECC4-8790-4F3A-D7AE-12570977F807}"/>
              </a:ext>
            </a:extLst>
          </p:cNvPr>
          <p:cNvSpPr>
            <a:spLocks noGrp="1"/>
          </p:cNvSpPr>
          <p:nvPr>
            <p:ph type="sldNum" sz="quarter" idx="5"/>
          </p:nvPr>
        </p:nvSpPr>
        <p:spPr/>
        <p:txBody>
          <a:bodyPr/>
          <a:lstStyle/>
          <a:p>
            <a:fld id="{86E6DA2E-A809-40C2-BBBF-611AF6E0E10C}" type="slidenum">
              <a:rPr lang="es-ES" smtClean="0"/>
              <a:t>54</a:t>
            </a:fld>
            <a:endParaRPr lang="es-ES"/>
          </a:p>
        </p:txBody>
      </p:sp>
    </p:spTree>
    <p:extLst>
      <p:ext uri="{BB962C8B-B14F-4D97-AF65-F5344CB8AC3E}">
        <p14:creationId xmlns:p14="http://schemas.microsoft.com/office/powerpoint/2010/main" val="16509978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B3D00-DC4F-5468-4056-01F1C5544B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975E39-A7EF-A2D0-3483-22ABC4612A9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83491D-C2A1-9589-CAC1-ED8F52013CE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882361E-DBE1-30D8-7C3F-F3726BE4EF0B}"/>
              </a:ext>
            </a:extLst>
          </p:cNvPr>
          <p:cNvSpPr>
            <a:spLocks noGrp="1"/>
          </p:cNvSpPr>
          <p:nvPr>
            <p:ph type="sldNum" sz="quarter" idx="5"/>
          </p:nvPr>
        </p:nvSpPr>
        <p:spPr/>
        <p:txBody>
          <a:bodyPr/>
          <a:lstStyle/>
          <a:p>
            <a:fld id="{86E6DA2E-A809-40C2-BBBF-611AF6E0E10C}" type="slidenum">
              <a:rPr lang="es-ES" smtClean="0"/>
              <a:t>55</a:t>
            </a:fld>
            <a:endParaRPr lang="es-ES"/>
          </a:p>
        </p:txBody>
      </p:sp>
    </p:spTree>
    <p:extLst>
      <p:ext uri="{BB962C8B-B14F-4D97-AF65-F5344CB8AC3E}">
        <p14:creationId xmlns:p14="http://schemas.microsoft.com/office/powerpoint/2010/main" val="73618137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C8F94-4A09-D0F2-B394-33CAFE8B10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CD948A3-D712-CD76-9EA7-E5341DB4C1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930DA5D-0A5A-F081-8025-4A51F1B024F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168CDBA-A8D5-F39C-BDAA-F80DF234C40D}"/>
              </a:ext>
            </a:extLst>
          </p:cNvPr>
          <p:cNvSpPr>
            <a:spLocks noGrp="1"/>
          </p:cNvSpPr>
          <p:nvPr>
            <p:ph type="sldNum" sz="quarter" idx="5"/>
          </p:nvPr>
        </p:nvSpPr>
        <p:spPr/>
        <p:txBody>
          <a:bodyPr/>
          <a:lstStyle/>
          <a:p>
            <a:fld id="{86E6DA2E-A809-40C2-BBBF-611AF6E0E10C}" type="slidenum">
              <a:rPr lang="es-ES" smtClean="0"/>
              <a:t>56</a:t>
            </a:fld>
            <a:endParaRPr lang="es-ES"/>
          </a:p>
        </p:txBody>
      </p:sp>
    </p:spTree>
    <p:extLst>
      <p:ext uri="{BB962C8B-B14F-4D97-AF65-F5344CB8AC3E}">
        <p14:creationId xmlns:p14="http://schemas.microsoft.com/office/powerpoint/2010/main" val="407162077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391C8-9AC8-EDB2-EE35-FDC0895222D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7C411E-A7BE-0852-CD6A-0713C6D0DF1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F26C3DD-E5D5-5C61-6398-20B9B8C82BA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89EC129-46F0-BB1B-5AA7-EC38714F611E}"/>
              </a:ext>
            </a:extLst>
          </p:cNvPr>
          <p:cNvSpPr>
            <a:spLocks noGrp="1"/>
          </p:cNvSpPr>
          <p:nvPr>
            <p:ph type="sldNum" sz="quarter" idx="5"/>
          </p:nvPr>
        </p:nvSpPr>
        <p:spPr/>
        <p:txBody>
          <a:bodyPr/>
          <a:lstStyle/>
          <a:p>
            <a:fld id="{86E6DA2E-A809-40C2-BBBF-611AF6E0E10C}" type="slidenum">
              <a:rPr lang="es-ES" smtClean="0"/>
              <a:t>57</a:t>
            </a:fld>
            <a:endParaRPr lang="es-ES"/>
          </a:p>
        </p:txBody>
      </p:sp>
    </p:spTree>
    <p:extLst>
      <p:ext uri="{BB962C8B-B14F-4D97-AF65-F5344CB8AC3E}">
        <p14:creationId xmlns:p14="http://schemas.microsoft.com/office/powerpoint/2010/main" val="34700804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E797C-7E76-EA31-9C47-7CA7638D7C8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DF0DC2-12B7-160D-1A47-4B311BB615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16717E-CCE5-CCEC-1D19-DFA923269F0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16A6C28-1B95-CFF1-2A64-0015B9987641}"/>
              </a:ext>
            </a:extLst>
          </p:cNvPr>
          <p:cNvSpPr>
            <a:spLocks noGrp="1"/>
          </p:cNvSpPr>
          <p:nvPr>
            <p:ph type="sldNum" sz="quarter" idx="5"/>
          </p:nvPr>
        </p:nvSpPr>
        <p:spPr/>
        <p:txBody>
          <a:bodyPr/>
          <a:lstStyle/>
          <a:p>
            <a:fld id="{86E6DA2E-A809-40C2-BBBF-611AF6E0E10C}" type="slidenum">
              <a:rPr lang="es-ES" smtClean="0"/>
              <a:t>58</a:t>
            </a:fld>
            <a:endParaRPr lang="es-ES"/>
          </a:p>
        </p:txBody>
      </p:sp>
    </p:spTree>
    <p:extLst>
      <p:ext uri="{BB962C8B-B14F-4D97-AF65-F5344CB8AC3E}">
        <p14:creationId xmlns:p14="http://schemas.microsoft.com/office/powerpoint/2010/main" val="33649223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35951-617C-4090-EAA4-B5A367EBDF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E88A56-449F-9CB7-D203-F40DCE2C1B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4154761-E0EC-04DC-566A-CCB0527B4BE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EA1AE9D-BCD0-79EA-32F6-3B312EE37D4C}"/>
              </a:ext>
            </a:extLst>
          </p:cNvPr>
          <p:cNvSpPr>
            <a:spLocks noGrp="1"/>
          </p:cNvSpPr>
          <p:nvPr>
            <p:ph type="sldNum" sz="quarter" idx="5"/>
          </p:nvPr>
        </p:nvSpPr>
        <p:spPr/>
        <p:txBody>
          <a:bodyPr/>
          <a:lstStyle/>
          <a:p>
            <a:fld id="{86E6DA2E-A809-40C2-BBBF-611AF6E0E10C}" type="slidenum">
              <a:rPr lang="es-ES" smtClean="0"/>
              <a:t>59</a:t>
            </a:fld>
            <a:endParaRPr lang="es-ES"/>
          </a:p>
        </p:txBody>
      </p:sp>
    </p:spTree>
    <p:extLst>
      <p:ext uri="{BB962C8B-B14F-4D97-AF65-F5344CB8AC3E}">
        <p14:creationId xmlns:p14="http://schemas.microsoft.com/office/powerpoint/2010/main" val="40886718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3584-4D3B-A8E3-3709-C45394D4B8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9FE789-B935-56C8-869C-D445D3E15D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C69FFFE-66D8-4A88-DFFA-95F216B0116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297A98-788C-3132-D294-1AF9DF2B5B0F}"/>
              </a:ext>
            </a:extLst>
          </p:cNvPr>
          <p:cNvSpPr>
            <a:spLocks noGrp="1"/>
          </p:cNvSpPr>
          <p:nvPr>
            <p:ph type="sldNum" sz="quarter" idx="5"/>
          </p:nvPr>
        </p:nvSpPr>
        <p:spPr/>
        <p:txBody>
          <a:bodyPr/>
          <a:lstStyle/>
          <a:p>
            <a:fld id="{86E6DA2E-A809-40C2-BBBF-611AF6E0E10C}" type="slidenum">
              <a:rPr lang="es-ES" smtClean="0"/>
              <a:t>60</a:t>
            </a:fld>
            <a:endParaRPr lang="es-ES"/>
          </a:p>
        </p:txBody>
      </p:sp>
    </p:spTree>
    <p:extLst>
      <p:ext uri="{BB962C8B-B14F-4D97-AF65-F5344CB8AC3E}">
        <p14:creationId xmlns:p14="http://schemas.microsoft.com/office/powerpoint/2010/main" val="11034142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C3552-24D3-54E9-B841-6E67F8FEB1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FDEC28-3F77-ECC7-C284-055D533218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A66B5D-2B86-3B67-31EE-1DD03ABB4D3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318ACCA-98C4-A8D6-4629-786C74CC8AB8}"/>
              </a:ext>
            </a:extLst>
          </p:cNvPr>
          <p:cNvSpPr>
            <a:spLocks noGrp="1"/>
          </p:cNvSpPr>
          <p:nvPr>
            <p:ph type="sldNum" sz="quarter" idx="5"/>
          </p:nvPr>
        </p:nvSpPr>
        <p:spPr/>
        <p:txBody>
          <a:bodyPr/>
          <a:lstStyle/>
          <a:p>
            <a:fld id="{86E6DA2E-A809-40C2-BBBF-611AF6E0E10C}" type="slidenum">
              <a:rPr lang="es-ES" smtClean="0"/>
              <a:t>61</a:t>
            </a:fld>
            <a:endParaRPr lang="es-ES"/>
          </a:p>
        </p:txBody>
      </p:sp>
    </p:spTree>
    <p:extLst>
      <p:ext uri="{BB962C8B-B14F-4D97-AF65-F5344CB8AC3E}">
        <p14:creationId xmlns:p14="http://schemas.microsoft.com/office/powerpoint/2010/main" val="40527107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BA340-1339-FD04-249B-81A8610F50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DAE936-6EF9-DFEF-E245-73EB9022D4D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82C2F6-1B68-64E9-FEE8-A6A9A57CCD5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C08C1E9-EEAA-F1A1-98EE-07F579E8B8B4}"/>
              </a:ext>
            </a:extLst>
          </p:cNvPr>
          <p:cNvSpPr>
            <a:spLocks noGrp="1"/>
          </p:cNvSpPr>
          <p:nvPr>
            <p:ph type="sldNum" sz="quarter" idx="5"/>
          </p:nvPr>
        </p:nvSpPr>
        <p:spPr/>
        <p:txBody>
          <a:bodyPr/>
          <a:lstStyle/>
          <a:p>
            <a:fld id="{86E6DA2E-A809-40C2-BBBF-611AF6E0E10C}" type="slidenum">
              <a:rPr lang="es-ES" smtClean="0"/>
              <a:t>62</a:t>
            </a:fld>
            <a:endParaRPr lang="es-ES"/>
          </a:p>
        </p:txBody>
      </p:sp>
    </p:spTree>
    <p:extLst>
      <p:ext uri="{BB962C8B-B14F-4D97-AF65-F5344CB8AC3E}">
        <p14:creationId xmlns:p14="http://schemas.microsoft.com/office/powerpoint/2010/main" val="16869489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EDC2-8D9C-989A-76B0-788F713F87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7E1159-A79E-E4EC-BE42-6F184B5BB3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0ECF030-5A07-5214-C96F-00987B749E3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3D9552-7F34-6EAF-61D9-659BBB9435C3}"/>
              </a:ext>
            </a:extLst>
          </p:cNvPr>
          <p:cNvSpPr>
            <a:spLocks noGrp="1"/>
          </p:cNvSpPr>
          <p:nvPr>
            <p:ph type="sldNum" sz="quarter" idx="5"/>
          </p:nvPr>
        </p:nvSpPr>
        <p:spPr/>
        <p:txBody>
          <a:bodyPr/>
          <a:lstStyle/>
          <a:p>
            <a:fld id="{86E6DA2E-A809-40C2-BBBF-611AF6E0E10C}" type="slidenum">
              <a:rPr lang="es-ES" smtClean="0"/>
              <a:t>63</a:t>
            </a:fld>
            <a:endParaRPr lang="es-ES"/>
          </a:p>
        </p:txBody>
      </p:sp>
    </p:spTree>
    <p:extLst>
      <p:ext uri="{BB962C8B-B14F-4D97-AF65-F5344CB8AC3E}">
        <p14:creationId xmlns:p14="http://schemas.microsoft.com/office/powerpoint/2010/main" val="41382990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FE6D3-B230-41F3-510E-2484B6EE1D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CD19DE3-CC1F-6338-9762-9925668A5F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F5CA443-591B-CD26-9134-7A0EE4B81E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86E5249-CDF3-47FD-8A57-E145DE5DC9CA}"/>
              </a:ext>
            </a:extLst>
          </p:cNvPr>
          <p:cNvSpPr>
            <a:spLocks noGrp="1"/>
          </p:cNvSpPr>
          <p:nvPr>
            <p:ph type="sldNum" sz="quarter" idx="5"/>
          </p:nvPr>
        </p:nvSpPr>
        <p:spPr/>
        <p:txBody>
          <a:bodyPr/>
          <a:lstStyle/>
          <a:p>
            <a:fld id="{86E6DA2E-A809-40C2-BBBF-611AF6E0E10C}" type="slidenum">
              <a:rPr lang="es-ES" smtClean="0"/>
              <a:t>64</a:t>
            </a:fld>
            <a:endParaRPr lang="es-ES"/>
          </a:p>
        </p:txBody>
      </p:sp>
    </p:spTree>
    <p:extLst>
      <p:ext uri="{BB962C8B-B14F-4D97-AF65-F5344CB8AC3E}">
        <p14:creationId xmlns:p14="http://schemas.microsoft.com/office/powerpoint/2010/main" val="390745576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9B6C-F1B9-EB0F-803C-7B72180559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52E9A0F-469A-46E6-4281-EAE9A5B1E1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47BA27-8389-7E78-85D7-307504E5B2A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C5749C3-515C-E5BF-BAA8-496452BA6CF5}"/>
              </a:ext>
            </a:extLst>
          </p:cNvPr>
          <p:cNvSpPr>
            <a:spLocks noGrp="1"/>
          </p:cNvSpPr>
          <p:nvPr>
            <p:ph type="sldNum" sz="quarter" idx="5"/>
          </p:nvPr>
        </p:nvSpPr>
        <p:spPr/>
        <p:txBody>
          <a:bodyPr/>
          <a:lstStyle/>
          <a:p>
            <a:fld id="{86E6DA2E-A809-40C2-BBBF-611AF6E0E10C}" type="slidenum">
              <a:rPr lang="es-ES" smtClean="0"/>
              <a:t>65</a:t>
            </a:fld>
            <a:endParaRPr lang="es-ES"/>
          </a:p>
        </p:txBody>
      </p:sp>
    </p:spTree>
    <p:extLst>
      <p:ext uri="{BB962C8B-B14F-4D97-AF65-F5344CB8AC3E}">
        <p14:creationId xmlns:p14="http://schemas.microsoft.com/office/powerpoint/2010/main" val="37909427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78E2C-CC86-EADE-CECB-ACDBD6092D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1B8D4A-FBA2-A690-89AB-AC9BFD2546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36591FB-2FC0-FE1E-EC78-0CB7B035623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A4B047D-EB81-7A82-A7E3-F8004FF72E01}"/>
              </a:ext>
            </a:extLst>
          </p:cNvPr>
          <p:cNvSpPr>
            <a:spLocks noGrp="1"/>
          </p:cNvSpPr>
          <p:nvPr>
            <p:ph type="sldNum" sz="quarter" idx="5"/>
          </p:nvPr>
        </p:nvSpPr>
        <p:spPr/>
        <p:txBody>
          <a:bodyPr/>
          <a:lstStyle/>
          <a:p>
            <a:fld id="{86E6DA2E-A809-40C2-BBBF-611AF6E0E10C}" type="slidenum">
              <a:rPr lang="es-ES" smtClean="0"/>
              <a:t>66</a:t>
            </a:fld>
            <a:endParaRPr lang="es-ES"/>
          </a:p>
        </p:txBody>
      </p:sp>
    </p:spTree>
    <p:extLst>
      <p:ext uri="{BB962C8B-B14F-4D97-AF65-F5344CB8AC3E}">
        <p14:creationId xmlns:p14="http://schemas.microsoft.com/office/powerpoint/2010/main" val="318097666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C09A5-51BD-74AF-DE91-8C62A71874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227AFE1-EFD3-124D-7718-F5A3B67B7C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1ED8AC-FE81-978D-E3BE-F10F2465EF9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4EBCB9D-8EF0-E81F-9E6A-D788BACEBC14}"/>
              </a:ext>
            </a:extLst>
          </p:cNvPr>
          <p:cNvSpPr>
            <a:spLocks noGrp="1"/>
          </p:cNvSpPr>
          <p:nvPr>
            <p:ph type="sldNum" sz="quarter" idx="5"/>
          </p:nvPr>
        </p:nvSpPr>
        <p:spPr/>
        <p:txBody>
          <a:bodyPr/>
          <a:lstStyle/>
          <a:p>
            <a:fld id="{86E6DA2E-A809-40C2-BBBF-611AF6E0E10C}" type="slidenum">
              <a:rPr lang="es-ES" smtClean="0"/>
              <a:t>67</a:t>
            </a:fld>
            <a:endParaRPr lang="es-ES"/>
          </a:p>
        </p:txBody>
      </p:sp>
    </p:spTree>
    <p:extLst>
      <p:ext uri="{BB962C8B-B14F-4D97-AF65-F5344CB8AC3E}">
        <p14:creationId xmlns:p14="http://schemas.microsoft.com/office/powerpoint/2010/main" val="30009066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DD9D4-C24E-4156-470F-720AE9BC95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3747B2-5766-380B-354B-CFD989BC0A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498CA89-9459-EE5D-AB7E-B6837260594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DD09897-BE12-C58D-5CC9-CF3C24360752}"/>
              </a:ext>
            </a:extLst>
          </p:cNvPr>
          <p:cNvSpPr>
            <a:spLocks noGrp="1"/>
          </p:cNvSpPr>
          <p:nvPr>
            <p:ph type="sldNum" sz="quarter" idx="5"/>
          </p:nvPr>
        </p:nvSpPr>
        <p:spPr/>
        <p:txBody>
          <a:bodyPr/>
          <a:lstStyle/>
          <a:p>
            <a:fld id="{86E6DA2E-A809-40C2-BBBF-611AF6E0E10C}" type="slidenum">
              <a:rPr lang="es-ES" smtClean="0"/>
              <a:t>68</a:t>
            </a:fld>
            <a:endParaRPr lang="es-ES"/>
          </a:p>
        </p:txBody>
      </p:sp>
    </p:spTree>
    <p:extLst>
      <p:ext uri="{BB962C8B-B14F-4D97-AF65-F5344CB8AC3E}">
        <p14:creationId xmlns:p14="http://schemas.microsoft.com/office/powerpoint/2010/main" val="14965006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6ECD2-FC01-0ECF-18AB-AE8BE96B28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6278E6E-A75E-A3D4-2D32-DCB95127D75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3E4DFD-4D83-87F6-8002-9E3EF294728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4AC2094-6074-A138-1DA8-F7AB32C1D8DD}"/>
              </a:ext>
            </a:extLst>
          </p:cNvPr>
          <p:cNvSpPr>
            <a:spLocks noGrp="1"/>
          </p:cNvSpPr>
          <p:nvPr>
            <p:ph type="sldNum" sz="quarter" idx="5"/>
          </p:nvPr>
        </p:nvSpPr>
        <p:spPr/>
        <p:txBody>
          <a:bodyPr/>
          <a:lstStyle/>
          <a:p>
            <a:fld id="{86E6DA2E-A809-40C2-BBBF-611AF6E0E10C}" type="slidenum">
              <a:rPr lang="es-ES" smtClean="0"/>
              <a:t>69</a:t>
            </a:fld>
            <a:endParaRPr lang="es-ES"/>
          </a:p>
        </p:txBody>
      </p:sp>
    </p:spTree>
    <p:extLst>
      <p:ext uri="{BB962C8B-B14F-4D97-AF65-F5344CB8AC3E}">
        <p14:creationId xmlns:p14="http://schemas.microsoft.com/office/powerpoint/2010/main" val="31593045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508D0-391B-0125-0D00-5EB47693C28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693705-6CCF-AEA7-3170-4806A7A54D1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FEFC8D8-3BFC-BCC2-8EAD-AFD42B43FC3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9B01575-BF9E-6ACB-B770-7138CFD15894}"/>
              </a:ext>
            </a:extLst>
          </p:cNvPr>
          <p:cNvSpPr>
            <a:spLocks noGrp="1"/>
          </p:cNvSpPr>
          <p:nvPr>
            <p:ph type="sldNum" sz="quarter" idx="5"/>
          </p:nvPr>
        </p:nvSpPr>
        <p:spPr/>
        <p:txBody>
          <a:bodyPr/>
          <a:lstStyle/>
          <a:p>
            <a:fld id="{86E6DA2E-A809-40C2-BBBF-611AF6E0E10C}" type="slidenum">
              <a:rPr lang="es-ES" smtClean="0"/>
              <a:t>70</a:t>
            </a:fld>
            <a:endParaRPr lang="es-ES"/>
          </a:p>
        </p:txBody>
      </p:sp>
    </p:spTree>
    <p:extLst>
      <p:ext uri="{BB962C8B-B14F-4D97-AF65-F5344CB8AC3E}">
        <p14:creationId xmlns:p14="http://schemas.microsoft.com/office/powerpoint/2010/main" val="24604437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595BF-257B-D203-4CE4-9757AB9EF6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455CB0-56CA-2D04-9E5D-40128BF733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59FEF7-2CFA-30DA-EA4B-0ED4EA8D18B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A2519E5-FA51-8813-E5F0-7B0A4CC79069}"/>
              </a:ext>
            </a:extLst>
          </p:cNvPr>
          <p:cNvSpPr>
            <a:spLocks noGrp="1"/>
          </p:cNvSpPr>
          <p:nvPr>
            <p:ph type="sldNum" sz="quarter" idx="5"/>
          </p:nvPr>
        </p:nvSpPr>
        <p:spPr/>
        <p:txBody>
          <a:bodyPr/>
          <a:lstStyle/>
          <a:p>
            <a:fld id="{86E6DA2E-A809-40C2-BBBF-611AF6E0E10C}" type="slidenum">
              <a:rPr lang="es-ES" smtClean="0"/>
              <a:t>71</a:t>
            </a:fld>
            <a:endParaRPr lang="es-ES"/>
          </a:p>
        </p:txBody>
      </p:sp>
    </p:spTree>
    <p:extLst>
      <p:ext uri="{BB962C8B-B14F-4D97-AF65-F5344CB8AC3E}">
        <p14:creationId xmlns:p14="http://schemas.microsoft.com/office/powerpoint/2010/main" val="29261365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D8F88-5B5B-BF9C-F2F2-013C162693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12F0CC-5769-665C-4178-715977B533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7A5C28-1AA0-DECB-C4F1-BDBFEF466D5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05AEAD3-6328-9F38-C593-968F821F1D99}"/>
              </a:ext>
            </a:extLst>
          </p:cNvPr>
          <p:cNvSpPr>
            <a:spLocks noGrp="1"/>
          </p:cNvSpPr>
          <p:nvPr>
            <p:ph type="sldNum" sz="quarter" idx="5"/>
          </p:nvPr>
        </p:nvSpPr>
        <p:spPr/>
        <p:txBody>
          <a:bodyPr/>
          <a:lstStyle/>
          <a:p>
            <a:fld id="{86E6DA2E-A809-40C2-BBBF-611AF6E0E10C}" type="slidenum">
              <a:rPr lang="es-ES" smtClean="0"/>
              <a:t>72</a:t>
            </a:fld>
            <a:endParaRPr lang="es-ES"/>
          </a:p>
        </p:txBody>
      </p:sp>
    </p:spTree>
    <p:extLst>
      <p:ext uri="{BB962C8B-B14F-4D97-AF65-F5344CB8AC3E}">
        <p14:creationId xmlns:p14="http://schemas.microsoft.com/office/powerpoint/2010/main" val="2264510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1CFE0-7AFA-E74A-4CE5-4698D0869B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AC3891-5088-177C-42BC-079EAA7079E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2EC115-921D-7649-365E-18A1498355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1411736-D4EA-2CB5-E187-A0917AF86F88}"/>
              </a:ext>
            </a:extLst>
          </p:cNvPr>
          <p:cNvSpPr>
            <a:spLocks noGrp="1"/>
          </p:cNvSpPr>
          <p:nvPr>
            <p:ph type="sldNum" sz="quarter" idx="5"/>
          </p:nvPr>
        </p:nvSpPr>
        <p:spPr/>
        <p:txBody>
          <a:bodyPr/>
          <a:lstStyle/>
          <a:p>
            <a:fld id="{86E6DA2E-A809-40C2-BBBF-611AF6E0E10C}" type="slidenum">
              <a:rPr lang="es-ES" smtClean="0"/>
              <a:t>73</a:t>
            </a:fld>
            <a:endParaRPr lang="es-ES"/>
          </a:p>
        </p:txBody>
      </p:sp>
    </p:spTree>
    <p:extLst>
      <p:ext uri="{BB962C8B-B14F-4D97-AF65-F5344CB8AC3E}">
        <p14:creationId xmlns:p14="http://schemas.microsoft.com/office/powerpoint/2010/main" val="273158043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B7C8A-3457-2053-D543-2C6BE1D3D2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648920-7378-92E1-E43E-5CA0A34AD68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94B4ED2-B25F-E3F8-DC94-C4D6F2E09B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2044F38-D3DA-0D80-CCD9-E8C49274C3A6}"/>
              </a:ext>
            </a:extLst>
          </p:cNvPr>
          <p:cNvSpPr>
            <a:spLocks noGrp="1"/>
          </p:cNvSpPr>
          <p:nvPr>
            <p:ph type="sldNum" sz="quarter" idx="5"/>
          </p:nvPr>
        </p:nvSpPr>
        <p:spPr/>
        <p:txBody>
          <a:bodyPr/>
          <a:lstStyle/>
          <a:p>
            <a:fld id="{86E6DA2E-A809-40C2-BBBF-611AF6E0E10C}" type="slidenum">
              <a:rPr lang="es-ES" smtClean="0"/>
              <a:t>74</a:t>
            </a:fld>
            <a:endParaRPr lang="es-ES"/>
          </a:p>
        </p:txBody>
      </p:sp>
    </p:spTree>
    <p:extLst>
      <p:ext uri="{BB962C8B-B14F-4D97-AF65-F5344CB8AC3E}">
        <p14:creationId xmlns:p14="http://schemas.microsoft.com/office/powerpoint/2010/main" val="391003591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FA5B7-852B-B01B-DA8C-55E0402B34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5D2395-C259-94A5-965C-964A130D5B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16DD3A6-A08B-5291-5CD3-4D8FACC6AFA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FB0CFE1-38EE-46CE-7D8E-12AEB21F7BE8}"/>
              </a:ext>
            </a:extLst>
          </p:cNvPr>
          <p:cNvSpPr>
            <a:spLocks noGrp="1"/>
          </p:cNvSpPr>
          <p:nvPr>
            <p:ph type="sldNum" sz="quarter" idx="5"/>
          </p:nvPr>
        </p:nvSpPr>
        <p:spPr/>
        <p:txBody>
          <a:bodyPr/>
          <a:lstStyle/>
          <a:p>
            <a:fld id="{86E6DA2E-A809-40C2-BBBF-611AF6E0E10C}" type="slidenum">
              <a:rPr lang="es-ES" smtClean="0"/>
              <a:t>75</a:t>
            </a:fld>
            <a:endParaRPr lang="es-ES"/>
          </a:p>
        </p:txBody>
      </p:sp>
    </p:spTree>
    <p:extLst>
      <p:ext uri="{BB962C8B-B14F-4D97-AF65-F5344CB8AC3E}">
        <p14:creationId xmlns:p14="http://schemas.microsoft.com/office/powerpoint/2010/main" val="1851704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C8904-C57D-CC9D-8FF9-C4347E428E5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F15704D-73A8-AB67-CCAC-5F97DA79DE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DA93BEC-6F7D-1A09-B53B-0411D37F61A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44BB750-B7B2-96A9-1367-E70B420B02A4}"/>
              </a:ext>
            </a:extLst>
          </p:cNvPr>
          <p:cNvSpPr>
            <a:spLocks noGrp="1"/>
          </p:cNvSpPr>
          <p:nvPr>
            <p:ph type="sldNum" sz="quarter" idx="5"/>
          </p:nvPr>
        </p:nvSpPr>
        <p:spPr/>
        <p:txBody>
          <a:bodyPr/>
          <a:lstStyle/>
          <a:p>
            <a:fld id="{86E6DA2E-A809-40C2-BBBF-611AF6E0E10C}" type="slidenum">
              <a:rPr lang="es-ES" smtClean="0"/>
              <a:t>76</a:t>
            </a:fld>
            <a:endParaRPr lang="es-ES"/>
          </a:p>
        </p:txBody>
      </p:sp>
    </p:spTree>
    <p:extLst>
      <p:ext uri="{BB962C8B-B14F-4D97-AF65-F5344CB8AC3E}">
        <p14:creationId xmlns:p14="http://schemas.microsoft.com/office/powerpoint/2010/main" val="44025139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2AACD-61C5-8B86-50D6-EBD4325BAD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972F15-3E4C-338C-10DA-8FA2C85B18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506CF77-B671-8F5C-7180-692D6C2D3DE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9A41D77-A3E9-DB44-05E7-15628B351798}"/>
              </a:ext>
            </a:extLst>
          </p:cNvPr>
          <p:cNvSpPr>
            <a:spLocks noGrp="1"/>
          </p:cNvSpPr>
          <p:nvPr>
            <p:ph type="sldNum" sz="quarter" idx="5"/>
          </p:nvPr>
        </p:nvSpPr>
        <p:spPr/>
        <p:txBody>
          <a:bodyPr/>
          <a:lstStyle/>
          <a:p>
            <a:fld id="{86E6DA2E-A809-40C2-BBBF-611AF6E0E10C}" type="slidenum">
              <a:rPr lang="es-ES" smtClean="0"/>
              <a:t>77</a:t>
            </a:fld>
            <a:endParaRPr lang="es-ES"/>
          </a:p>
        </p:txBody>
      </p:sp>
    </p:spTree>
    <p:extLst>
      <p:ext uri="{BB962C8B-B14F-4D97-AF65-F5344CB8AC3E}">
        <p14:creationId xmlns:p14="http://schemas.microsoft.com/office/powerpoint/2010/main" val="5987185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A5CE-EA3C-F0FD-9607-2F293569EC3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115F64-254A-B56E-22C1-11270CC103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C3774A0-DE74-42D7-0745-5C24B4EAA75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45FF514-5A2F-7E85-2884-57CE61BB3AAB}"/>
              </a:ext>
            </a:extLst>
          </p:cNvPr>
          <p:cNvSpPr>
            <a:spLocks noGrp="1"/>
          </p:cNvSpPr>
          <p:nvPr>
            <p:ph type="sldNum" sz="quarter" idx="5"/>
          </p:nvPr>
        </p:nvSpPr>
        <p:spPr/>
        <p:txBody>
          <a:bodyPr/>
          <a:lstStyle/>
          <a:p>
            <a:fld id="{86E6DA2E-A809-40C2-BBBF-611AF6E0E10C}" type="slidenum">
              <a:rPr lang="es-ES" smtClean="0"/>
              <a:t>78</a:t>
            </a:fld>
            <a:endParaRPr lang="es-ES"/>
          </a:p>
        </p:txBody>
      </p:sp>
    </p:spTree>
    <p:extLst>
      <p:ext uri="{BB962C8B-B14F-4D97-AF65-F5344CB8AC3E}">
        <p14:creationId xmlns:p14="http://schemas.microsoft.com/office/powerpoint/2010/main" val="16440978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643DC-2DD1-9985-C42C-8D8545C944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ADFCC6-B864-49FF-0FAE-862F197A29F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9B76586-E937-96E0-744E-2ACA9E22F7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6977E7F-FC3C-C6CA-207F-D41AC8F7A82D}"/>
              </a:ext>
            </a:extLst>
          </p:cNvPr>
          <p:cNvSpPr>
            <a:spLocks noGrp="1"/>
          </p:cNvSpPr>
          <p:nvPr>
            <p:ph type="sldNum" sz="quarter" idx="5"/>
          </p:nvPr>
        </p:nvSpPr>
        <p:spPr/>
        <p:txBody>
          <a:bodyPr/>
          <a:lstStyle/>
          <a:p>
            <a:fld id="{86E6DA2E-A809-40C2-BBBF-611AF6E0E10C}" type="slidenum">
              <a:rPr lang="es-ES" smtClean="0"/>
              <a:t>79</a:t>
            </a:fld>
            <a:endParaRPr lang="es-ES"/>
          </a:p>
        </p:txBody>
      </p:sp>
    </p:spTree>
    <p:extLst>
      <p:ext uri="{BB962C8B-B14F-4D97-AF65-F5344CB8AC3E}">
        <p14:creationId xmlns:p14="http://schemas.microsoft.com/office/powerpoint/2010/main" val="9438802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20105-300E-D4F2-8922-65362BBCDD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109313-DFAA-471F-5FB5-64D9EC67018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73C3C1A-2ED7-BDC4-154E-69501DE2C87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9005407-1C91-5CB1-CD62-6BCFDB84BFD6}"/>
              </a:ext>
            </a:extLst>
          </p:cNvPr>
          <p:cNvSpPr>
            <a:spLocks noGrp="1"/>
          </p:cNvSpPr>
          <p:nvPr>
            <p:ph type="sldNum" sz="quarter" idx="5"/>
          </p:nvPr>
        </p:nvSpPr>
        <p:spPr/>
        <p:txBody>
          <a:bodyPr/>
          <a:lstStyle/>
          <a:p>
            <a:fld id="{86E6DA2E-A809-40C2-BBBF-611AF6E0E10C}" type="slidenum">
              <a:rPr lang="es-ES" smtClean="0"/>
              <a:t>81</a:t>
            </a:fld>
            <a:endParaRPr lang="es-ES"/>
          </a:p>
        </p:txBody>
      </p:sp>
    </p:spTree>
    <p:extLst>
      <p:ext uri="{BB962C8B-B14F-4D97-AF65-F5344CB8AC3E}">
        <p14:creationId xmlns:p14="http://schemas.microsoft.com/office/powerpoint/2010/main" val="153719738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9E1F4-10D3-683D-CCEA-F9005B0BD7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C8D178-F8F1-4CD4-B95F-0872BB6EB9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0BBA76-EA25-12A6-A83F-D12D941AC2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70C6C8C-84F1-602B-95CC-4B96C5C09D42}"/>
              </a:ext>
            </a:extLst>
          </p:cNvPr>
          <p:cNvSpPr>
            <a:spLocks noGrp="1"/>
          </p:cNvSpPr>
          <p:nvPr>
            <p:ph type="sldNum" sz="quarter" idx="5"/>
          </p:nvPr>
        </p:nvSpPr>
        <p:spPr/>
        <p:txBody>
          <a:bodyPr/>
          <a:lstStyle/>
          <a:p>
            <a:fld id="{86E6DA2E-A809-40C2-BBBF-611AF6E0E10C}" type="slidenum">
              <a:rPr lang="es-ES" smtClean="0"/>
              <a:t>82</a:t>
            </a:fld>
            <a:endParaRPr lang="es-ES"/>
          </a:p>
        </p:txBody>
      </p:sp>
    </p:spTree>
    <p:extLst>
      <p:ext uri="{BB962C8B-B14F-4D97-AF65-F5344CB8AC3E}">
        <p14:creationId xmlns:p14="http://schemas.microsoft.com/office/powerpoint/2010/main" val="308237551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EEEE6A-C97C-3316-2779-E381A727C6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3A70EA-1AD6-1027-170C-5AB2199509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EEC8CC-18E8-2FDB-6C14-A8D35E392E8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FF01F0A-ECDA-6CF8-CAE9-1ED17E6CF547}"/>
              </a:ext>
            </a:extLst>
          </p:cNvPr>
          <p:cNvSpPr>
            <a:spLocks noGrp="1"/>
          </p:cNvSpPr>
          <p:nvPr>
            <p:ph type="sldNum" sz="quarter" idx="5"/>
          </p:nvPr>
        </p:nvSpPr>
        <p:spPr/>
        <p:txBody>
          <a:bodyPr/>
          <a:lstStyle/>
          <a:p>
            <a:fld id="{86E6DA2E-A809-40C2-BBBF-611AF6E0E10C}" type="slidenum">
              <a:rPr lang="es-ES" smtClean="0"/>
              <a:t>83</a:t>
            </a:fld>
            <a:endParaRPr lang="es-ES"/>
          </a:p>
        </p:txBody>
      </p:sp>
    </p:spTree>
    <p:extLst>
      <p:ext uri="{BB962C8B-B14F-4D97-AF65-F5344CB8AC3E}">
        <p14:creationId xmlns:p14="http://schemas.microsoft.com/office/powerpoint/2010/main" val="138822341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73AF4-04B6-3220-D7B5-7ACB3D9D58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38DEE2-42F5-58BA-48F7-5A0B56E463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E3A7F8F-A609-4620-0C42-065F3FAE7B8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E2A5EA3-2DF2-742C-D603-F0C36ACC73BE}"/>
              </a:ext>
            </a:extLst>
          </p:cNvPr>
          <p:cNvSpPr>
            <a:spLocks noGrp="1"/>
          </p:cNvSpPr>
          <p:nvPr>
            <p:ph type="sldNum" sz="quarter" idx="5"/>
          </p:nvPr>
        </p:nvSpPr>
        <p:spPr/>
        <p:txBody>
          <a:bodyPr/>
          <a:lstStyle/>
          <a:p>
            <a:fld id="{86E6DA2E-A809-40C2-BBBF-611AF6E0E10C}" type="slidenum">
              <a:rPr lang="es-ES" smtClean="0"/>
              <a:t>84</a:t>
            </a:fld>
            <a:endParaRPr lang="es-ES"/>
          </a:p>
        </p:txBody>
      </p:sp>
    </p:spTree>
    <p:extLst>
      <p:ext uri="{BB962C8B-B14F-4D97-AF65-F5344CB8AC3E}">
        <p14:creationId xmlns:p14="http://schemas.microsoft.com/office/powerpoint/2010/main" val="8240060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978BA-927E-A21A-6383-051D86E8E8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85A09DE-FDA0-7CB8-D931-95134BC12B9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65D4BF-C8F0-B881-41BA-4901E6CF46D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C4D0B5F-6F8F-BBFB-7DA2-18CEB6892491}"/>
              </a:ext>
            </a:extLst>
          </p:cNvPr>
          <p:cNvSpPr>
            <a:spLocks noGrp="1"/>
          </p:cNvSpPr>
          <p:nvPr>
            <p:ph type="sldNum" sz="quarter" idx="5"/>
          </p:nvPr>
        </p:nvSpPr>
        <p:spPr/>
        <p:txBody>
          <a:bodyPr/>
          <a:lstStyle/>
          <a:p>
            <a:fld id="{86E6DA2E-A809-40C2-BBBF-611AF6E0E10C}" type="slidenum">
              <a:rPr lang="es-ES" smtClean="0"/>
              <a:t>85</a:t>
            </a:fld>
            <a:endParaRPr lang="es-ES"/>
          </a:p>
        </p:txBody>
      </p:sp>
    </p:spTree>
    <p:extLst>
      <p:ext uri="{BB962C8B-B14F-4D97-AF65-F5344CB8AC3E}">
        <p14:creationId xmlns:p14="http://schemas.microsoft.com/office/powerpoint/2010/main" val="386425968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20DB2-573F-9779-53D0-853B181B95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878917-5C60-3717-C285-5F3FC71040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89FC03-605E-E3FE-7BFE-15081A1EEFA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CA3A72B-B353-BAB7-B7BE-A681A8B4C893}"/>
              </a:ext>
            </a:extLst>
          </p:cNvPr>
          <p:cNvSpPr>
            <a:spLocks noGrp="1"/>
          </p:cNvSpPr>
          <p:nvPr>
            <p:ph type="sldNum" sz="quarter" idx="5"/>
          </p:nvPr>
        </p:nvSpPr>
        <p:spPr/>
        <p:txBody>
          <a:bodyPr/>
          <a:lstStyle/>
          <a:p>
            <a:fld id="{86E6DA2E-A809-40C2-BBBF-611AF6E0E10C}" type="slidenum">
              <a:rPr lang="es-ES" smtClean="0"/>
              <a:t>86</a:t>
            </a:fld>
            <a:endParaRPr lang="es-ES"/>
          </a:p>
        </p:txBody>
      </p:sp>
    </p:spTree>
    <p:extLst>
      <p:ext uri="{BB962C8B-B14F-4D97-AF65-F5344CB8AC3E}">
        <p14:creationId xmlns:p14="http://schemas.microsoft.com/office/powerpoint/2010/main" val="302766113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BAC86-135B-25C1-F0E4-839ADD334A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2AF913-8542-F597-690E-31013A10C40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675EAA-6144-0121-21F4-755E334EC8A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5E4AB59-6A8C-E4CE-2727-2E0237F55A3B}"/>
              </a:ext>
            </a:extLst>
          </p:cNvPr>
          <p:cNvSpPr>
            <a:spLocks noGrp="1"/>
          </p:cNvSpPr>
          <p:nvPr>
            <p:ph type="sldNum" sz="quarter" idx="5"/>
          </p:nvPr>
        </p:nvSpPr>
        <p:spPr/>
        <p:txBody>
          <a:bodyPr/>
          <a:lstStyle/>
          <a:p>
            <a:fld id="{86E6DA2E-A809-40C2-BBBF-611AF6E0E10C}" type="slidenum">
              <a:rPr lang="es-ES" smtClean="0"/>
              <a:t>87</a:t>
            </a:fld>
            <a:endParaRPr lang="es-ES"/>
          </a:p>
        </p:txBody>
      </p:sp>
    </p:spTree>
    <p:extLst>
      <p:ext uri="{BB962C8B-B14F-4D97-AF65-F5344CB8AC3E}">
        <p14:creationId xmlns:p14="http://schemas.microsoft.com/office/powerpoint/2010/main" val="269466430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3CD3F-F60C-78BA-EF22-2D0112EAD4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FFBC9E-E5A6-A52E-6F36-74AEC21605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4534E20-78A0-7998-8BC0-59C2DEBBC4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2F359BC-4776-F303-8D05-69C896E7B3EE}"/>
              </a:ext>
            </a:extLst>
          </p:cNvPr>
          <p:cNvSpPr>
            <a:spLocks noGrp="1"/>
          </p:cNvSpPr>
          <p:nvPr>
            <p:ph type="sldNum" sz="quarter" idx="5"/>
          </p:nvPr>
        </p:nvSpPr>
        <p:spPr/>
        <p:txBody>
          <a:bodyPr/>
          <a:lstStyle/>
          <a:p>
            <a:fld id="{86E6DA2E-A809-40C2-BBBF-611AF6E0E10C}" type="slidenum">
              <a:rPr lang="es-ES" smtClean="0"/>
              <a:t>88</a:t>
            </a:fld>
            <a:endParaRPr lang="es-ES"/>
          </a:p>
        </p:txBody>
      </p:sp>
    </p:spTree>
    <p:extLst>
      <p:ext uri="{BB962C8B-B14F-4D97-AF65-F5344CB8AC3E}">
        <p14:creationId xmlns:p14="http://schemas.microsoft.com/office/powerpoint/2010/main" val="39380738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E9F5D-85D9-E7E7-2F5C-B412F4D114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CD04F7-7535-4210-CF7B-F0656AC1655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E518647-B2FD-27F8-55A1-F68F020CEF9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874C911-B198-F1B2-3C59-80094811B0B5}"/>
              </a:ext>
            </a:extLst>
          </p:cNvPr>
          <p:cNvSpPr>
            <a:spLocks noGrp="1"/>
          </p:cNvSpPr>
          <p:nvPr>
            <p:ph type="sldNum" sz="quarter" idx="5"/>
          </p:nvPr>
        </p:nvSpPr>
        <p:spPr/>
        <p:txBody>
          <a:bodyPr/>
          <a:lstStyle/>
          <a:p>
            <a:fld id="{86E6DA2E-A809-40C2-BBBF-611AF6E0E10C}" type="slidenum">
              <a:rPr lang="es-ES" smtClean="0"/>
              <a:t>89</a:t>
            </a:fld>
            <a:endParaRPr lang="es-ES"/>
          </a:p>
        </p:txBody>
      </p:sp>
    </p:spTree>
    <p:extLst>
      <p:ext uri="{BB962C8B-B14F-4D97-AF65-F5344CB8AC3E}">
        <p14:creationId xmlns:p14="http://schemas.microsoft.com/office/powerpoint/2010/main" val="53393110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1E0BB-99A8-28F9-E6EE-890C37AA6CE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382D70-A3B8-5392-3CFF-D24A4557970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3A4D81-6D68-22A8-7694-22A29FC8AE3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DFFC788-1190-2F6B-998A-0365F835EC22}"/>
              </a:ext>
            </a:extLst>
          </p:cNvPr>
          <p:cNvSpPr>
            <a:spLocks noGrp="1"/>
          </p:cNvSpPr>
          <p:nvPr>
            <p:ph type="sldNum" sz="quarter" idx="5"/>
          </p:nvPr>
        </p:nvSpPr>
        <p:spPr/>
        <p:txBody>
          <a:bodyPr/>
          <a:lstStyle/>
          <a:p>
            <a:fld id="{86E6DA2E-A809-40C2-BBBF-611AF6E0E10C}" type="slidenum">
              <a:rPr lang="es-ES" smtClean="0"/>
              <a:t>90</a:t>
            </a:fld>
            <a:endParaRPr lang="es-ES"/>
          </a:p>
        </p:txBody>
      </p:sp>
    </p:spTree>
    <p:extLst>
      <p:ext uri="{BB962C8B-B14F-4D97-AF65-F5344CB8AC3E}">
        <p14:creationId xmlns:p14="http://schemas.microsoft.com/office/powerpoint/2010/main" val="318449899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C4665-2E60-6A53-BE7B-86BF041BEA6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BC0194-2AAD-126A-13C8-4D2E0D34D9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C5E1063-D593-B99A-5DBF-9E296678E7F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B7FFF0A-F8DE-7823-7422-41849FF94782}"/>
              </a:ext>
            </a:extLst>
          </p:cNvPr>
          <p:cNvSpPr>
            <a:spLocks noGrp="1"/>
          </p:cNvSpPr>
          <p:nvPr>
            <p:ph type="sldNum" sz="quarter" idx="5"/>
          </p:nvPr>
        </p:nvSpPr>
        <p:spPr/>
        <p:txBody>
          <a:bodyPr/>
          <a:lstStyle/>
          <a:p>
            <a:fld id="{86E6DA2E-A809-40C2-BBBF-611AF6E0E10C}" type="slidenum">
              <a:rPr lang="es-ES" smtClean="0"/>
              <a:t>91</a:t>
            </a:fld>
            <a:endParaRPr lang="es-ES"/>
          </a:p>
        </p:txBody>
      </p:sp>
    </p:spTree>
    <p:extLst>
      <p:ext uri="{BB962C8B-B14F-4D97-AF65-F5344CB8AC3E}">
        <p14:creationId xmlns:p14="http://schemas.microsoft.com/office/powerpoint/2010/main" val="38572656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14A73-8102-ABD7-AF5D-35FCCDADE2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457981-53A6-341C-D0E2-53CAADCEEA8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DF8ABD6-2F9F-EF01-5CB9-FDD937B1E8E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7AE1812-1BA2-F17D-A196-10A138AD662B}"/>
              </a:ext>
            </a:extLst>
          </p:cNvPr>
          <p:cNvSpPr>
            <a:spLocks noGrp="1"/>
          </p:cNvSpPr>
          <p:nvPr>
            <p:ph type="sldNum" sz="quarter" idx="5"/>
          </p:nvPr>
        </p:nvSpPr>
        <p:spPr/>
        <p:txBody>
          <a:bodyPr/>
          <a:lstStyle/>
          <a:p>
            <a:fld id="{86E6DA2E-A809-40C2-BBBF-611AF6E0E10C}" type="slidenum">
              <a:rPr lang="es-ES" smtClean="0"/>
              <a:t>93</a:t>
            </a:fld>
            <a:endParaRPr lang="es-ES"/>
          </a:p>
        </p:txBody>
      </p:sp>
    </p:spTree>
    <p:extLst>
      <p:ext uri="{BB962C8B-B14F-4D97-AF65-F5344CB8AC3E}">
        <p14:creationId xmlns:p14="http://schemas.microsoft.com/office/powerpoint/2010/main" val="376880761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16F8-86F3-ECFB-0CFC-D1FAFDF233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4C671-FE67-2435-5106-FFDBFDC643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1F0B24-011D-8C9D-5A32-CBD405F6290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70D67FA-E8FA-8217-DB4C-3268E4C7A2C7}"/>
              </a:ext>
            </a:extLst>
          </p:cNvPr>
          <p:cNvSpPr>
            <a:spLocks noGrp="1"/>
          </p:cNvSpPr>
          <p:nvPr>
            <p:ph type="sldNum" sz="quarter" idx="5"/>
          </p:nvPr>
        </p:nvSpPr>
        <p:spPr/>
        <p:txBody>
          <a:bodyPr/>
          <a:lstStyle/>
          <a:p>
            <a:fld id="{86E6DA2E-A809-40C2-BBBF-611AF6E0E10C}" type="slidenum">
              <a:rPr lang="es-ES" smtClean="0"/>
              <a:t>94</a:t>
            </a:fld>
            <a:endParaRPr lang="es-ES"/>
          </a:p>
        </p:txBody>
      </p:sp>
    </p:spTree>
    <p:extLst>
      <p:ext uri="{BB962C8B-B14F-4D97-AF65-F5344CB8AC3E}">
        <p14:creationId xmlns:p14="http://schemas.microsoft.com/office/powerpoint/2010/main" val="22927458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5458A-0AA0-323F-F48C-8F0998D399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FD0D1A-0013-A545-F657-4B076933E0A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9D2673-2CE0-4F40-F279-9444D1A54A4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C0C3EC-E88F-B22C-9B5C-BA8837364A1B}"/>
              </a:ext>
            </a:extLst>
          </p:cNvPr>
          <p:cNvSpPr>
            <a:spLocks noGrp="1"/>
          </p:cNvSpPr>
          <p:nvPr>
            <p:ph type="sldNum" sz="quarter" idx="5"/>
          </p:nvPr>
        </p:nvSpPr>
        <p:spPr/>
        <p:txBody>
          <a:bodyPr/>
          <a:lstStyle/>
          <a:p>
            <a:fld id="{86E6DA2E-A809-40C2-BBBF-611AF6E0E10C}" type="slidenum">
              <a:rPr lang="es-ES" smtClean="0"/>
              <a:t>95</a:t>
            </a:fld>
            <a:endParaRPr lang="es-ES"/>
          </a:p>
        </p:txBody>
      </p:sp>
    </p:spTree>
    <p:extLst>
      <p:ext uri="{BB962C8B-B14F-4D97-AF65-F5344CB8AC3E}">
        <p14:creationId xmlns:p14="http://schemas.microsoft.com/office/powerpoint/2010/main" val="8525832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FCB6A-5134-78CF-CADD-300F2C2DFF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FE22AF-96D5-9E82-4C49-22E80DC2FD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A1090A-8E99-DA62-44EE-5DE86EA3FB8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75E924A-FFF0-7E04-9571-EFCAC9C92CD0}"/>
              </a:ext>
            </a:extLst>
          </p:cNvPr>
          <p:cNvSpPr>
            <a:spLocks noGrp="1"/>
          </p:cNvSpPr>
          <p:nvPr>
            <p:ph type="sldNum" sz="quarter" idx="5"/>
          </p:nvPr>
        </p:nvSpPr>
        <p:spPr/>
        <p:txBody>
          <a:bodyPr/>
          <a:lstStyle/>
          <a:p>
            <a:fld id="{86E6DA2E-A809-40C2-BBBF-611AF6E0E10C}" type="slidenum">
              <a:rPr lang="es-ES" smtClean="0"/>
              <a:t>96</a:t>
            </a:fld>
            <a:endParaRPr lang="es-ES"/>
          </a:p>
        </p:txBody>
      </p:sp>
    </p:spTree>
    <p:extLst>
      <p:ext uri="{BB962C8B-B14F-4D97-AF65-F5344CB8AC3E}">
        <p14:creationId xmlns:p14="http://schemas.microsoft.com/office/powerpoint/2010/main" val="211810411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E1752-3359-E9D1-85BD-9BC65DCA4F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78807E-88AB-874E-D726-E816B139FE9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89ABA20-82E9-9E9C-45B3-B104C8D77D6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F5C7C57-9961-FA07-7808-906365372EAB}"/>
              </a:ext>
            </a:extLst>
          </p:cNvPr>
          <p:cNvSpPr>
            <a:spLocks noGrp="1"/>
          </p:cNvSpPr>
          <p:nvPr>
            <p:ph type="sldNum" sz="quarter" idx="5"/>
          </p:nvPr>
        </p:nvSpPr>
        <p:spPr/>
        <p:txBody>
          <a:bodyPr/>
          <a:lstStyle/>
          <a:p>
            <a:fld id="{86E6DA2E-A809-40C2-BBBF-611AF6E0E10C}" type="slidenum">
              <a:rPr lang="es-ES" smtClean="0"/>
              <a:t>97</a:t>
            </a:fld>
            <a:endParaRPr lang="es-ES"/>
          </a:p>
        </p:txBody>
      </p:sp>
    </p:spTree>
    <p:extLst>
      <p:ext uri="{BB962C8B-B14F-4D97-AF65-F5344CB8AC3E}">
        <p14:creationId xmlns:p14="http://schemas.microsoft.com/office/powerpoint/2010/main" val="280591620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2724E-93F4-9DBB-000B-60CE1D48D63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0B29DF-8B2A-75E9-91AD-8066C718E0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8B6C14C-D09D-9ED5-1B31-07248E1B5A0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E5228C3-A523-2CF2-BD3C-85EDB1F8BD1C}"/>
              </a:ext>
            </a:extLst>
          </p:cNvPr>
          <p:cNvSpPr>
            <a:spLocks noGrp="1"/>
          </p:cNvSpPr>
          <p:nvPr>
            <p:ph type="sldNum" sz="quarter" idx="5"/>
          </p:nvPr>
        </p:nvSpPr>
        <p:spPr/>
        <p:txBody>
          <a:bodyPr/>
          <a:lstStyle/>
          <a:p>
            <a:fld id="{86E6DA2E-A809-40C2-BBBF-611AF6E0E10C}" type="slidenum">
              <a:rPr lang="es-ES" smtClean="0"/>
              <a:t>98</a:t>
            </a:fld>
            <a:endParaRPr lang="es-ES"/>
          </a:p>
        </p:txBody>
      </p:sp>
    </p:spTree>
    <p:extLst>
      <p:ext uri="{BB962C8B-B14F-4D97-AF65-F5344CB8AC3E}">
        <p14:creationId xmlns:p14="http://schemas.microsoft.com/office/powerpoint/2010/main" val="391291112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5CD03-5463-1CD6-D099-E34A10D0A89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AE547C-67D1-7966-3F07-7947FF9BB0D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CC2F9F4-54D9-E3B0-B397-A0D920E9F7F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7412C75-EEF4-D9C3-FA64-FB299C243F9D}"/>
              </a:ext>
            </a:extLst>
          </p:cNvPr>
          <p:cNvSpPr>
            <a:spLocks noGrp="1"/>
          </p:cNvSpPr>
          <p:nvPr>
            <p:ph type="sldNum" sz="quarter" idx="5"/>
          </p:nvPr>
        </p:nvSpPr>
        <p:spPr/>
        <p:txBody>
          <a:bodyPr/>
          <a:lstStyle/>
          <a:p>
            <a:fld id="{86E6DA2E-A809-40C2-BBBF-611AF6E0E10C}" type="slidenum">
              <a:rPr lang="es-ES" smtClean="0"/>
              <a:t>100</a:t>
            </a:fld>
            <a:endParaRPr lang="es-ES"/>
          </a:p>
        </p:txBody>
      </p:sp>
    </p:spTree>
    <p:extLst>
      <p:ext uri="{BB962C8B-B14F-4D97-AF65-F5344CB8AC3E}">
        <p14:creationId xmlns:p14="http://schemas.microsoft.com/office/powerpoint/2010/main" val="24377904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E1CE-9E9D-DC1B-6689-C3930829E1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AA177C9-DEA9-8305-90B8-4802E19E14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1BD2E4-DC0D-AC6B-B09D-6078C7CC111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79EA9D6-337D-757A-5F4E-E767B34808EC}"/>
              </a:ext>
            </a:extLst>
          </p:cNvPr>
          <p:cNvSpPr>
            <a:spLocks noGrp="1"/>
          </p:cNvSpPr>
          <p:nvPr>
            <p:ph type="sldNum" sz="quarter" idx="5"/>
          </p:nvPr>
        </p:nvSpPr>
        <p:spPr/>
        <p:txBody>
          <a:bodyPr/>
          <a:lstStyle/>
          <a:p>
            <a:fld id="{86E6DA2E-A809-40C2-BBBF-611AF6E0E10C}" type="slidenum">
              <a:rPr lang="es-ES" smtClean="0"/>
              <a:t>101</a:t>
            </a:fld>
            <a:endParaRPr lang="es-ES"/>
          </a:p>
        </p:txBody>
      </p:sp>
    </p:spTree>
    <p:extLst>
      <p:ext uri="{BB962C8B-B14F-4D97-AF65-F5344CB8AC3E}">
        <p14:creationId xmlns:p14="http://schemas.microsoft.com/office/powerpoint/2010/main" val="51143960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16420-9BF5-1933-FBF2-A91AE2764A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462B31-B301-4CE5-C73D-DD8A3D0251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85B8A5D-C145-348B-4794-2CEAA03FA26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BD4D877-CCEA-CB51-FDB6-CFFAC3A3DF21}"/>
              </a:ext>
            </a:extLst>
          </p:cNvPr>
          <p:cNvSpPr>
            <a:spLocks noGrp="1"/>
          </p:cNvSpPr>
          <p:nvPr>
            <p:ph type="sldNum" sz="quarter" idx="5"/>
          </p:nvPr>
        </p:nvSpPr>
        <p:spPr/>
        <p:txBody>
          <a:bodyPr/>
          <a:lstStyle/>
          <a:p>
            <a:fld id="{86E6DA2E-A809-40C2-BBBF-611AF6E0E10C}" type="slidenum">
              <a:rPr lang="es-ES" smtClean="0"/>
              <a:t>102</a:t>
            </a:fld>
            <a:endParaRPr lang="es-ES"/>
          </a:p>
        </p:txBody>
      </p:sp>
    </p:spTree>
    <p:extLst>
      <p:ext uri="{BB962C8B-B14F-4D97-AF65-F5344CB8AC3E}">
        <p14:creationId xmlns:p14="http://schemas.microsoft.com/office/powerpoint/2010/main" val="378827510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7668-8F23-FB93-EBAF-CC33FC4994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7F85AB-FA66-D33B-030D-12043A4B07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DCDA129-BD68-3AB1-D7BF-8D8F53ED00E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4695FC7-1ACD-7325-EE76-E834E9C93F61}"/>
              </a:ext>
            </a:extLst>
          </p:cNvPr>
          <p:cNvSpPr>
            <a:spLocks noGrp="1"/>
          </p:cNvSpPr>
          <p:nvPr>
            <p:ph type="sldNum" sz="quarter" idx="5"/>
          </p:nvPr>
        </p:nvSpPr>
        <p:spPr/>
        <p:txBody>
          <a:bodyPr/>
          <a:lstStyle/>
          <a:p>
            <a:fld id="{86E6DA2E-A809-40C2-BBBF-611AF6E0E10C}" type="slidenum">
              <a:rPr lang="es-ES" smtClean="0"/>
              <a:t>103</a:t>
            </a:fld>
            <a:endParaRPr lang="es-ES"/>
          </a:p>
        </p:txBody>
      </p:sp>
    </p:spTree>
    <p:extLst>
      <p:ext uri="{BB962C8B-B14F-4D97-AF65-F5344CB8AC3E}">
        <p14:creationId xmlns:p14="http://schemas.microsoft.com/office/powerpoint/2010/main" val="177952743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2B0B8-0976-6DCC-78A9-296C85B947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A0CBAB-FFDA-127D-79CE-A8DC1FEEBBD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D16C10-830A-4CA0-806A-16CCEE4231F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AA97139-CB7C-CAB1-F871-FCE405638C70}"/>
              </a:ext>
            </a:extLst>
          </p:cNvPr>
          <p:cNvSpPr>
            <a:spLocks noGrp="1"/>
          </p:cNvSpPr>
          <p:nvPr>
            <p:ph type="sldNum" sz="quarter" idx="5"/>
          </p:nvPr>
        </p:nvSpPr>
        <p:spPr/>
        <p:txBody>
          <a:bodyPr/>
          <a:lstStyle/>
          <a:p>
            <a:fld id="{86E6DA2E-A809-40C2-BBBF-611AF6E0E10C}" type="slidenum">
              <a:rPr lang="es-ES" smtClean="0"/>
              <a:t>104</a:t>
            </a:fld>
            <a:endParaRPr lang="es-ES"/>
          </a:p>
        </p:txBody>
      </p:sp>
    </p:spTree>
    <p:extLst>
      <p:ext uri="{BB962C8B-B14F-4D97-AF65-F5344CB8AC3E}">
        <p14:creationId xmlns:p14="http://schemas.microsoft.com/office/powerpoint/2010/main" val="419934318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50620-A808-2089-1388-16C972E4B8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FCF775-AD1F-1C55-2EC0-8268469146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E88DD6-6A39-B9D3-1059-60FD7E8F49B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1524484-63C5-E0E3-C00A-FB056B66283B}"/>
              </a:ext>
            </a:extLst>
          </p:cNvPr>
          <p:cNvSpPr>
            <a:spLocks noGrp="1"/>
          </p:cNvSpPr>
          <p:nvPr>
            <p:ph type="sldNum" sz="quarter" idx="5"/>
          </p:nvPr>
        </p:nvSpPr>
        <p:spPr/>
        <p:txBody>
          <a:bodyPr/>
          <a:lstStyle/>
          <a:p>
            <a:fld id="{86E6DA2E-A809-40C2-BBBF-611AF6E0E10C}" type="slidenum">
              <a:rPr lang="es-ES" smtClean="0"/>
              <a:t>105</a:t>
            </a:fld>
            <a:endParaRPr lang="es-ES"/>
          </a:p>
        </p:txBody>
      </p:sp>
    </p:spTree>
    <p:extLst>
      <p:ext uri="{BB962C8B-B14F-4D97-AF65-F5344CB8AC3E}">
        <p14:creationId xmlns:p14="http://schemas.microsoft.com/office/powerpoint/2010/main" val="223319592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AD983-CBF3-0BD7-1D96-83084EF7128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BC7D92A-29BD-F61E-0AC4-FDC821BAE1A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43DEAF3-4F1E-CA5F-9C0F-81CDAA89BB9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4DC3AD2-8A5A-7E67-ECFD-7A14F87A77C4}"/>
              </a:ext>
            </a:extLst>
          </p:cNvPr>
          <p:cNvSpPr>
            <a:spLocks noGrp="1"/>
          </p:cNvSpPr>
          <p:nvPr>
            <p:ph type="sldNum" sz="quarter" idx="5"/>
          </p:nvPr>
        </p:nvSpPr>
        <p:spPr/>
        <p:txBody>
          <a:bodyPr/>
          <a:lstStyle/>
          <a:p>
            <a:fld id="{86E6DA2E-A809-40C2-BBBF-611AF6E0E10C}" type="slidenum">
              <a:rPr lang="es-ES" smtClean="0"/>
              <a:t>106</a:t>
            </a:fld>
            <a:endParaRPr lang="es-ES"/>
          </a:p>
        </p:txBody>
      </p:sp>
    </p:spTree>
    <p:extLst>
      <p:ext uri="{BB962C8B-B14F-4D97-AF65-F5344CB8AC3E}">
        <p14:creationId xmlns:p14="http://schemas.microsoft.com/office/powerpoint/2010/main" val="25724066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CCAA-D0C3-4EE7-3CEE-43E844231C6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4F0F0F-2772-E41E-49BA-F5F15348ABE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C1EE86-2DC1-A15B-D240-D88E95A015E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4B20955-3EF1-22E4-706E-BD926C350016}"/>
              </a:ext>
            </a:extLst>
          </p:cNvPr>
          <p:cNvSpPr>
            <a:spLocks noGrp="1"/>
          </p:cNvSpPr>
          <p:nvPr>
            <p:ph type="sldNum" sz="quarter" idx="5"/>
          </p:nvPr>
        </p:nvSpPr>
        <p:spPr/>
        <p:txBody>
          <a:bodyPr/>
          <a:lstStyle/>
          <a:p>
            <a:fld id="{86E6DA2E-A809-40C2-BBBF-611AF6E0E10C}" type="slidenum">
              <a:rPr lang="es-ES" smtClean="0"/>
              <a:t>107</a:t>
            </a:fld>
            <a:endParaRPr lang="es-ES"/>
          </a:p>
        </p:txBody>
      </p:sp>
    </p:spTree>
    <p:extLst>
      <p:ext uri="{BB962C8B-B14F-4D97-AF65-F5344CB8AC3E}">
        <p14:creationId xmlns:p14="http://schemas.microsoft.com/office/powerpoint/2010/main" val="29689009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B3E7B-3A00-AAFF-C7B7-23B93BDC5A4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7517108-8244-2C16-05CC-A6B147E068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241A392-48FF-555F-11D0-E628F39AA07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59B9F0C-F0D7-102C-E8E2-486AECFEEDA9}"/>
              </a:ext>
            </a:extLst>
          </p:cNvPr>
          <p:cNvSpPr>
            <a:spLocks noGrp="1"/>
          </p:cNvSpPr>
          <p:nvPr>
            <p:ph type="sldNum" sz="quarter" idx="5"/>
          </p:nvPr>
        </p:nvSpPr>
        <p:spPr/>
        <p:txBody>
          <a:bodyPr/>
          <a:lstStyle/>
          <a:p>
            <a:fld id="{86E6DA2E-A809-40C2-BBBF-611AF6E0E10C}" type="slidenum">
              <a:rPr lang="es-ES" smtClean="0"/>
              <a:t>108</a:t>
            </a:fld>
            <a:endParaRPr lang="es-ES"/>
          </a:p>
        </p:txBody>
      </p:sp>
    </p:spTree>
    <p:extLst>
      <p:ext uri="{BB962C8B-B14F-4D97-AF65-F5344CB8AC3E}">
        <p14:creationId xmlns:p14="http://schemas.microsoft.com/office/powerpoint/2010/main" val="8539055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F285A-D02F-A6BC-1B0A-63E7555865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C47626-BA4E-ECC4-E514-1834938EB8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75B14C-167E-9E10-35A9-03D04C237AC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2BED86C-4E31-4485-C649-E3A842483926}"/>
              </a:ext>
            </a:extLst>
          </p:cNvPr>
          <p:cNvSpPr>
            <a:spLocks noGrp="1"/>
          </p:cNvSpPr>
          <p:nvPr>
            <p:ph type="sldNum" sz="quarter" idx="5"/>
          </p:nvPr>
        </p:nvSpPr>
        <p:spPr/>
        <p:txBody>
          <a:bodyPr/>
          <a:lstStyle/>
          <a:p>
            <a:fld id="{86E6DA2E-A809-40C2-BBBF-611AF6E0E10C}" type="slidenum">
              <a:rPr lang="es-ES" smtClean="0"/>
              <a:t>109</a:t>
            </a:fld>
            <a:endParaRPr lang="es-ES"/>
          </a:p>
        </p:txBody>
      </p:sp>
    </p:spTree>
    <p:extLst>
      <p:ext uri="{BB962C8B-B14F-4D97-AF65-F5344CB8AC3E}">
        <p14:creationId xmlns:p14="http://schemas.microsoft.com/office/powerpoint/2010/main" val="152851260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8E1B0-7E9B-02E3-4624-C71DDAB505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859AF7-9928-73AF-B02B-E364F6CB5F5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68EAE1-6454-E4B2-495C-A6A208E2250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763445B-54C6-A752-0E77-495C3D36762C}"/>
              </a:ext>
            </a:extLst>
          </p:cNvPr>
          <p:cNvSpPr>
            <a:spLocks noGrp="1"/>
          </p:cNvSpPr>
          <p:nvPr>
            <p:ph type="sldNum" sz="quarter" idx="5"/>
          </p:nvPr>
        </p:nvSpPr>
        <p:spPr/>
        <p:txBody>
          <a:bodyPr/>
          <a:lstStyle/>
          <a:p>
            <a:fld id="{86E6DA2E-A809-40C2-BBBF-611AF6E0E10C}" type="slidenum">
              <a:rPr lang="es-ES" smtClean="0"/>
              <a:t>110</a:t>
            </a:fld>
            <a:endParaRPr lang="es-ES"/>
          </a:p>
        </p:txBody>
      </p:sp>
    </p:spTree>
    <p:extLst>
      <p:ext uri="{BB962C8B-B14F-4D97-AF65-F5344CB8AC3E}">
        <p14:creationId xmlns:p14="http://schemas.microsoft.com/office/powerpoint/2010/main" val="81422636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96CF2-8648-4B9A-0C7F-ED1D0382A2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6EBB7A-C8B0-97B1-12E4-FAF401BFA77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346A4F5-8D40-0B04-58CE-CB723CC7845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38E5A2D-40D8-2C26-18B7-81D8447A246E}"/>
              </a:ext>
            </a:extLst>
          </p:cNvPr>
          <p:cNvSpPr>
            <a:spLocks noGrp="1"/>
          </p:cNvSpPr>
          <p:nvPr>
            <p:ph type="sldNum" sz="quarter" idx="5"/>
          </p:nvPr>
        </p:nvSpPr>
        <p:spPr/>
        <p:txBody>
          <a:bodyPr/>
          <a:lstStyle/>
          <a:p>
            <a:fld id="{86E6DA2E-A809-40C2-BBBF-611AF6E0E10C}" type="slidenum">
              <a:rPr lang="es-ES" smtClean="0"/>
              <a:t>112</a:t>
            </a:fld>
            <a:endParaRPr lang="es-ES"/>
          </a:p>
        </p:txBody>
      </p:sp>
    </p:spTree>
    <p:extLst>
      <p:ext uri="{BB962C8B-B14F-4D97-AF65-F5344CB8AC3E}">
        <p14:creationId xmlns:p14="http://schemas.microsoft.com/office/powerpoint/2010/main" val="2209077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65E65-BB73-C34D-823F-3425A5D56A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E17921-4FF7-D505-BEB8-AE3CCA3CA3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14D3D2-E726-56C3-2A98-1A04C5D221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9F35BE-936C-2E42-BC8A-6D7F6DA95C0B}"/>
              </a:ext>
            </a:extLst>
          </p:cNvPr>
          <p:cNvSpPr>
            <a:spLocks noGrp="1"/>
          </p:cNvSpPr>
          <p:nvPr>
            <p:ph type="sldNum" sz="quarter" idx="5"/>
          </p:nvPr>
        </p:nvSpPr>
        <p:spPr/>
        <p:txBody>
          <a:bodyPr/>
          <a:lstStyle/>
          <a:p>
            <a:fld id="{86E6DA2E-A809-40C2-BBBF-611AF6E0E10C}" type="slidenum">
              <a:rPr lang="es-ES" smtClean="0"/>
              <a:t>113</a:t>
            </a:fld>
            <a:endParaRPr lang="es-ES"/>
          </a:p>
        </p:txBody>
      </p:sp>
    </p:spTree>
    <p:extLst>
      <p:ext uri="{BB962C8B-B14F-4D97-AF65-F5344CB8AC3E}">
        <p14:creationId xmlns:p14="http://schemas.microsoft.com/office/powerpoint/2010/main" val="56348388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86D47-6108-2314-069B-4C95F1FF17F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49296A-E6A1-20F3-55E4-5D4AB099294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28174F-DB32-497C-52DC-E7FDCF143D7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8216B4B-B90C-BFBA-233B-F554B0840694}"/>
              </a:ext>
            </a:extLst>
          </p:cNvPr>
          <p:cNvSpPr>
            <a:spLocks noGrp="1"/>
          </p:cNvSpPr>
          <p:nvPr>
            <p:ph type="sldNum" sz="quarter" idx="5"/>
          </p:nvPr>
        </p:nvSpPr>
        <p:spPr/>
        <p:txBody>
          <a:bodyPr/>
          <a:lstStyle/>
          <a:p>
            <a:fld id="{86E6DA2E-A809-40C2-BBBF-611AF6E0E10C}" type="slidenum">
              <a:rPr lang="es-ES" smtClean="0"/>
              <a:t>114</a:t>
            </a:fld>
            <a:endParaRPr lang="es-ES"/>
          </a:p>
        </p:txBody>
      </p:sp>
    </p:spTree>
    <p:extLst>
      <p:ext uri="{BB962C8B-B14F-4D97-AF65-F5344CB8AC3E}">
        <p14:creationId xmlns:p14="http://schemas.microsoft.com/office/powerpoint/2010/main" val="148490001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7D650-5622-3F7D-8BBB-BE854FC469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80D512-2C2D-192F-F92A-CAA852DFC5C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66060F-23E7-BB2C-BED9-E45D7678961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93AD2D7-AFF2-C956-CEAA-17586F4C497F}"/>
              </a:ext>
            </a:extLst>
          </p:cNvPr>
          <p:cNvSpPr>
            <a:spLocks noGrp="1"/>
          </p:cNvSpPr>
          <p:nvPr>
            <p:ph type="sldNum" sz="quarter" idx="5"/>
          </p:nvPr>
        </p:nvSpPr>
        <p:spPr/>
        <p:txBody>
          <a:bodyPr/>
          <a:lstStyle/>
          <a:p>
            <a:fld id="{86E6DA2E-A809-40C2-BBBF-611AF6E0E10C}" type="slidenum">
              <a:rPr lang="es-ES" smtClean="0"/>
              <a:t>130</a:t>
            </a:fld>
            <a:endParaRPr lang="es-ES"/>
          </a:p>
        </p:txBody>
      </p:sp>
    </p:spTree>
    <p:extLst>
      <p:ext uri="{BB962C8B-B14F-4D97-AF65-F5344CB8AC3E}">
        <p14:creationId xmlns:p14="http://schemas.microsoft.com/office/powerpoint/2010/main" val="2966503763"/>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E4CE5-8D6B-4380-CDC0-ACE5E3EF68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A38C0C-A01A-5B1F-7B12-19E556EEBF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E7FAE8-9BB4-94DD-CF9D-407C696E168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24E616D-E882-BB64-2D94-AB9C796F5363}"/>
              </a:ext>
            </a:extLst>
          </p:cNvPr>
          <p:cNvSpPr>
            <a:spLocks noGrp="1"/>
          </p:cNvSpPr>
          <p:nvPr>
            <p:ph type="sldNum" sz="quarter" idx="5"/>
          </p:nvPr>
        </p:nvSpPr>
        <p:spPr/>
        <p:txBody>
          <a:bodyPr/>
          <a:lstStyle/>
          <a:p>
            <a:fld id="{86E6DA2E-A809-40C2-BBBF-611AF6E0E10C}" type="slidenum">
              <a:rPr lang="es-ES" smtClean="0"/>
              <a:t>131</a:t>
            </a:fld>
            <a:endParaRPr lang="es-ES"/>
          </a:p>
        </p:txBody>
      </p:sp>
    </p:spTree>
    <p:extLst>
      <p:ext uri="{BB962C8B-B14F-4D97-AF65-F5344CB8AC3E}">
        <p14:creationId xmlns:p14="http://schemas.microsoft.com/office/powerpoint/2010/main" val="275824973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CE336-DAD6-ADD9-5B78-0102627576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5198213-9A03-60DF-3DDF-4257A1DC7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31C94D-7CA1-9AFF-2576-1CA5EBE6C59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38DF010-E896-6A92-DD17-0074F5D0476E}"/>
              </a:ext>
            </a:extLst>
          </p:cNvPr>
          <p:cNvSpPr>
            <a:spLocks noGrp="1"/>
          </p:cNvSpPr>
          <p:nvPr>
            <p:ph type="sldNum" sz="quarter" idx="5"/>
          </p:nvPr>
        </p:nvSpPr>
        <p:spPr/>
        <p:txBody>
          <a:bodyPr/>
          <a:lstStyle/>
          <a:p>
            <a:fld id="{86E6DA2E-A809-40C2-BBBF-611AF6E0E10C}" type="slidenum">
              <a:rPr lang="es-ES" smtClean="0"/>
              <a:t>132</a:t>
            </a:fld>
            <a:endParaRPr lang="es-ES"/>
          </a:p>
        </p:txBody>
      </p:sp>
    </p:spTree>
    <p:extLst>
      <p:ext uri="{BB962C8B-B14F-4D97-AF65-F5344CB8AC3E}">
        <p14:creationId xmlns:p14="http://schemas.microsoft.com/office/powerpoint/2010/main" val="140439816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C0FAA-3AF0-7236-E51F-77377A541C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AC64B-1458-7315-04AF-0F7144C664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A62E8C-7DCC-6D40-DA7A-193B6C13F22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8CD9156-5ECD-4972-F487-2BB9BE4CFB4D}"/>
              </a:ext>
            </a:extLst>
          </p:cNvPr>
          <p:cNvSpPr>
            <a:spLocks noGrp="1"/>
          </p:cNvSpPr>
          <p:nvPr>
            <p:ph type="sldNum" sz="quarter" idx="5"/>
          </p:nvPr>
        </p:nvSpPr>
        <p:spPr/>
        <p:txBody>
          <a:bodyPr/>
          <a:lstStyle/>
          <a:p>
            <a:fld id="{86E6DA2E-A809-40C2-BBBF-611AF6E0E10C}" type="slidenum">
              <a:rPr lang="es-ES" smtClean="0"/>
              <a:t>133</a:t>
            </a:fld>
            <a:endParaRPr lang="es-ES"/>
          </a:p>
        </p:txBody>
      </p:sp>
    </p:spTree>
    <p:extLst>
      <p:ext uri="{BB962C8B-B14F-4D97-AF65-F5344CB8AC3E}">
        <p14:creationId xmlns:p14="http://schemas.microsoft.com/office/powerpoint/2010/main" val="176912442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3E95-AE9C-813A-396E-CF67F276BE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EBBB28-0515-DFFF-A0A2-BC3DD519853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8367AD3-AA16-D450-66A6-7D5CF263E90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62CDBDC-EA4A-0B71-4C77-6FD4C22C8778}"/>
              </a:ext>
            </a:extLst>
          </p:cNvPr>
          <p:cNvSpPr>
            <a:spLocks noGrp="1"/>
          </p:cNvSpPr>
          <p:nvPr>
            <p:ph type="sldNum" sz="quarter" idx="5"/>
          </p:nvPr>
        </p:nvSpPr>
        <p:spPr/>
        <p:txBody>
          <a:bodyPr/>
          <a:lstStyle/>
          <a:p>
            <a:fld id="{86E6DA2E-A809-40C2-BBBF-611AF6E0E10C}" type="slidenum">
              <a:rPr lang="es-ES" smtClean="0"/>
              <a:t>134</a:t>
            </a:fld>
            <a:endParaRPr lang="es-ES"/>
          </a:p>
        </p:txBody>
      </p:sp>
    </p:spTree>
    <p:extLst>
      <p:ext uri="{BB962C8B-B14F-4D97-AF65-F5344CB8AC3E}">
        <p14:creationId xmlns:p14="http://schemas.microsoft.com/office/powerpoint/2010/main" val="96757019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FB788-01F9-04DF-3F02-41B295B679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4376767-5E67-DED3-78A9-6D276D1DE61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0CC2F74-64BF-E145-357A-82F40E34315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A4F7252-68A3-AFE7-3E07-F007EA3C6648}"/>
              </a:ext>
            </a:extLst>
          </p:cNvPr>
          <p:cNvSpPr>
            <a:spLocks noGrp="1"/>
          </p:cNvSpPr>
          <p:nvPr>
            <p:ph type="sldNum" sz="quarter" idx="5"/>
          </p:nvPr>
        </p:nvSpPr>
        <p:spPr/>
        <p:txBody>
          <a:bodyPr/>
          <a:lstStyle/>
          <a:p>
            <a:fld id="{86E6DA2E-A809-40C2-BBBF-611AF6E0E10C}" type="slidenum">
              <a:rPr lang="es-ES" smtClean="0"/>
              <a:t>135</a:t>
            </a:fld>
            <a:endParaRPr lang="es-ES"/>
          </a:p>
        </p:txBody>
      </p:sp>
    </p:spTree>
    <p:extLst>
      <p:ext uri="{BB962C8B-B14F-4D97-AF65-F5344CB8AC3E}">
        <p14:creationId xmlns:p14="http://schemas.microsoft.com/office/powerpoint/2010/main" val="160626650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A99D9-3A73-8E51-E16B-3323C445B3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9F5E9C4-E28A-59F1-7B2C-0DF2647842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A5EE2A8-DA03-EA1B-1B5D-0B61E9BC18B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2001FF3-41BD-A2D7-2B91-F47D691C3F2D}"/>
              </a:ext>
            </a:extLst>
          </p:cNvPr>
          <p:cNvSpPr>
            <a:spLocks noGrp="1"/>
          </p:cNvSpPr>
          <p:nvPr>
            <p:ph type="sldNum" sz="quarter" idx="5"/>
          </p:nvPr>
        </p:nvSpPr>
        <p:spPr/>
        <p:txBody>
          <a:bodyPr/>
          <a:lstStyle/>
          <a:p>
            <a:fld id="{86E6DA2E-A809-40C2-BBBF-611AF6E0E10C}" type="slidenum">
              <a:rPr lang="es-ES" smtClean="0"/>
              <a:t>136</a:t>
            </a:fld>
            <a:endParaRPr lang="es-ES"/>
          </a:p>
        </p:txBody>
      </p:sp>
    </p:spTree>
    <p:extLst>
      <p:ext uri="{BB962C8B-B14F-4D97-AF65-F5344CB8AC3E}">
        <p14:creationId xmlns:p14="http://schemas.microsoft.com/office/powerpoint/2010/main" val="2301116473"/>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446F-7EEB-482D-D43C-83E528F16E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A4A067-BB0E-E05A-316F-A32B69AB936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F5C5B0-AD50-26B5-7089-D0069BF86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FC7952D-7158-1482-0DBE-4779F59BE2B4}"/>
              </a:ext>
            </a:extLst>
          </p:cNvPr>
          <p:cNvSpPr>
            <a:spLocks noGrp="1"/>
          </p:cNvSpPr>
          <p:nvPr>
            <p:ph type="sldNum" sz="quarter" idx="5"/>
          </p:nvPr>
        </p:nvSpPr>
        <p:spPr/>
        <p:txBody>
          <a:bodyPr/>
          <a:lstStyle/>
          <a:p>
            <a:fld id="{86E6DA2E-A809-40C2-BBBF-611AF6E0E10C}" type="slidenum">
              <a:rPr lang="es-ES" smtClean="0"/>
              <a:t>137</a:t>
            </a:fld>
            <a:endParaRPr lang="es-ES"/>
          </a:p>
        </p:txBody>
      </p:sp>
    </p:spTree>
    <p:extLst>
      <p:ext uri="{BB962C8B-B14F-4D97-AF65-F5344CB8AC3E}">
        <p14:creationId xmlns:p14="http://schemas.microsoft.com/office/powerpoint/2010/main" val="427791048"/>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8D111-E5EB-FDFD-80A3-CC075B6DB7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0F8D26-70A3-BA99-53FD-54075485B3D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001785-5337-DB12-AC9D-A2DB462E477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2415C45-0C4C-27D9-213C-8CF89DAFC7A2}"/>
              </a:ext>
            </a:extLst>
          </p:cNvPr>
          <p:cNvSpPr>
            <a:spLocks noGrp="1"/>
          </p:cNvSpPr>
          <p:nvPr>
            <p:ph type="sldNum" sz="quarter" idx="5"/>
          </p:nvPr>
        </p:nvSpPr>
        <p:spPr/>
        <p:txBody>
          <a:bodyPr/>
          <a:lstStyle/>
          <a:p>
            <a:fld id="{86E6DA2E-A809-40C2-BBBF-611AF6E0E10C}" type="slidenum">
              <a:rPr lang="es-ES" smtClean="0"/>
              <a:t>138</a:t>
            </a:fld>
            <a:endParaRPr lang="es-ES"/>
          </a:p>
        </p:txBody>
      </p:sp>
    </p:spTree>
    <p:extLst>
      <p:ext uri="{BB962C8B-B14F-4D97-AF65-F5344CB8AC3E}">
        <p14:creationId xmlns:p14="http://schemas.microsoft.com/office/powerpoint/2010/main" val="59586209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54C18-B4B6-C006-8960-1259D63DBD2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DCC3B6-40AB-439A-D77A-56262178BBE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255CE39-A378-FF72-15D7-9310971F617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D2DCBD1-F5A0-1B5A-2C39-E72EE9C10F01}"/>
              </a:ext>
            </a:extLst>
          </p:cNvPr>
          <p:cNvSpPr>
            <a:spLocks noGrp="1"/>
          </p:cNvSpPr>
          <p:nvPr>
            <p:ph type="sldNum" sz="quarter" idx="5"/>
          </p:nvPr>
        </p:nvSpPr>
        <p:spPr/>
        <p:txBody>
          <a:bodyPr/>
          <a:lstStyle/>
          <a:p>
            <a:fld id="{86E6DA2E-A809-40C2-BBBF-611AF6E0E10C}" type="slidenum">
              <a:rPr lang="es-ES" smtClean="0"/>
              <a:t>139</a:t>
            </a:fld>
            <a:endParaRPr lang="es-ES"/>
          </a:p>
        </p:txBody>
      </p:sp>
    </p:spTree>
    <p:extLst>
      <p:ext uri="{BB962C8B-B14F-4D97-AF65-F5344CB8AC3E}">
        <p14:creationId xmlns:p14="http://schemas.microsoft.com/office/powerpoint/2010/main" val="1036267704"/>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03B73-970D-2A08-59C8-E05C2FE347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3ADC11-B9F3-A937-4289-D1ABD1262D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DAB4F6-2CF2-6C66-30CB-FE2D17C8BE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6350069-AF66-79A8-C152-17CDBB8E557F}"/>
              </a:ext>
            </a:extLst>
          </p:cNvPr>
          <p:cNvSpPr>
            <a:spLocks noGrp="1"/>
          </p:cNvSpPr>
          <p:nvPr>
            <p:ph type="sldNum" sz="quarter" idx="5"/>
          </p:nvPr>
        </p:nvSpPr>
        <p:spPr/>
        <p:txBody>
          <a:bodyPr/>
          <a:lstStyle/>
          <a:p>
            <a:fld id="{86E6DA2E-A809-40C2-BBBF-611AF6E0E10C}" type="slidenum">
              <a:rPr lang="es-ES" smtClean="0"/>
              <a:t>140</a:t>
            </a:fld>
            <a:endParaRPr lang="es-ES"/>
          </a:p>
        </p:txBody>
      </p:sp>
    </p:spTree>
    <p:extLst>
      <p:ext uri="{BB962C8B-B14F-4D97-AF65-F5344CB8AC3E}">
        <p14:creationId xmlns:p14="http://schemas.microsoft.com/office/powerpoint/2010/main" val="423839078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7EF9D-F884-D833-3946-999624CEA5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09E64B-64A4-4FEB-5BEC-D405E03C942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D4E3A8-7185-371B-E472-618F69BA276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D7F9A39-55EF-A914-E983-3D3B66D2DD49}"/>
              </a:ext>
            </a:extLst>
          </p:cNvPr>
          <p:cNvSpPr>
            <a:spLocks noGrp="1"/>
          </p:cNvSpPr>
          <p:nvPr>
            <p:ph type="sldNum" sz="quarter" idx="5"/>
          </p:nvPr>
        </p:nvSpPr>
        <p:spPr/>
        <p:txBody>
          <a:bodyPr/>
          <a:lstStyle/>
          <a:p>
            <a:fld id="{86E6DA2E-A809-40C2-BBBF-611AF6E0E10C}" type="slidenum">
              <a:rPr lang="es-ES" smtClean="0"/>
              <a:t>141</a:t>
            </a:fld>
            <a:endParaRPr lang="es-ES"/>
          </a:p>
        </p:txBody>
      </p:sp>
    </p:spTree>
    <p:extLst>
      <p:ext uri="{BB962C8B-B14F-4D97-AF65-F5344CB8AC3E}">
        <p14:creationId xmlns:p14="http://schemas.microsoft.com/office/powerpoint/2010/main" val="255247983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8046B-A9D6-CF9A-9BBC-A22DBEB5BB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A14F87-4383-B654-A590-3654E2B2DB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F5A8A4-D2EC-BBB9-BE36-C99F1D40C0E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3EC4FE7-01D1-9EF5-719D-2DEB3337F631}"/>
              </a:ext>
            </a:extLst>
          </p:cNvPr>
          <p:cNvSpPr>
            <a:spLocks noGrp="1"/>
          </p:cNvSpPr>
          <p:nvPr>
            <p:ph type="sldNum" sz="quarter" idx="5"/>
          </p:nvPr>
        </p:nvSpPr>
        <p:spPr/>
        <p:txBody>
          <a:bodyPr/>
          <a:lstStyle/>
          <a:p>
            <a:fld id="{86E6DA2E-A809-40C2-BBBF-611AF6E0E10C}" type="slidenum">
              <a:rPr lang="es-ES" smtClean="0"/>
              <a:t>142</a:t>
            </a:fld>
            <a:endParaRPr lang="es-ES"/>
          </a:p>
        </p:txBody>
      </p:sp>
    </p:spTree>
    <p:extLst>
      <p:ext uri="{BB962C8B-B14F-4D97-AF65-F5344CB8AC3E}">
        <p14:creationId xmlns:p14="http://schemas.microsoft.com/office/powerpoint/2010/main" val="262736952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E6982-A6F5-12F1-054B-A03E2B74DB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E91311-9D50-93A6-42E6-894F2112E5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2737A1-D282-7AD6-C32A-9C122B6D9E8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E685AC0-0D7B-DCF7-5E7C-8C9C815440EE}"/>
              </a:ext>
            </a:extLst>
          </p:cNvPr>
          <p:cNvSpPr>
            <a:spLocks noGrp="1"/>
          </p:cNvSpPr>
          <p:nvPr>
            <p:ph type="sldNum" sz="quarter" idx="5"/>
          </p:nvPr>
        </p:nvSpPr>
        <p:spPr/>
        <p:txBody>
          <a:bodyPr/>
          <a:lstStyle/>
          <a:p>
            <a:fld id="{86E6DA2E-A809-40C2-BBBF-611AF6E0E10C}" type="slidenum">
              <a:rPr lang="es-ES" smtClean="0"/>
              <a:t>143</a:t>
            </a:fld>
            <a:endParaRPr lang="es-ES"/>
          </a:p>
        </p:txBody>
      </p:sp>
    </p:spTree>
    <p:extLst>
      <p:ext uri="{BB962C8B-B14F-4D97-AF65-F5344CB8AC3E}">
        <p14:creationId xmlns:p14="http://schemas.microsoft.com/office/powerpoint/2010/main" val="67610476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8F121-2829-6D7D-2A25-A5DA2AB3AF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6420440-0336-08EE-162C-7B3D1F7694D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0BC521-5476-F554-04D3-AF0C064A130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779145A-94DF-347D-83F0-2872A07434D8}"/>
              </a:ext>
            </a:extLst>
          </p:cNvPr>
          <p:cNvSpPr>
            <a:spLocks noGrp="1"/>
          </p:cNvSpPr>
          <p:nvPr>
            <p:ph type="sldNum" sz="quarter" idx="5"/>
          </p:nvPr>
        </p:nvSpPr>
        <p:spPr/>
        <p:txBody>
          <a:bodyPr/>
          <a:lstStyle/>
          <a:p>
            <a:fld id="{86E6DA2E-A809-40C2-BBBF-611AF6E0E10C}" type="slidenum">
              <a:rPr lang="es-ES" smtClean="0"/>
              <a:t>144</a:t>
            </a:fld>
            <a:endParaRPr lang="es-ES"/>
          </a:p>
        </p:txBody>
      </p:sp>
    </p:spTree>
    <p:extLst>
      <p:ext uri="{BB962C8B-B14F-4D97-AF65-F5344CB8AC3E}">
        <p14:creationId xmlns:p14="http://schemas.microsoft.com/office/powerpoint/2010/main" val="248977167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2A7ED-697D-85C8-1247-C3A965DB2B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95411A-44B6-8AA7-3ECC-1C8024105EB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BD889F-5B49-8F8E-76F8-86C0C7D6C3E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0D3DCF8-A5F3-E4DD-72AB-A0615B031901}"/>
              </a:ext>
            </a:extLst>
          </p:cNvPr>
          <p:cNvSpPr>
            <a:spLocks noGrp="1"/>
          </p:cNvSpPr>
          <p:nvPr>
            <p:ph type="sldNum" sz="quarter" idx="5"/>
          </p:nvPr>
        </p:nvSpPr>
        <p:spPr/>
        <p:txBody>
          <a:bodyPr/>
          <a:lstStyle/>
          <a:p>
            <a:fld id="{86E6DA2E-A809-40C2-BBBF-611AF6E0E10C}" type="slidenum">
              <a:rPr lang="es-ES" smtClean="0"/>
              <a:t>145</a:t>
            </a:fld>
            <a:endParaRPr lang="es-ES"/>
          </a:p>
        </p:txBody>
      </p:sp>
    </p:spTree>
    <p:extLst>
      <p:ext uri="{BB962C8B-B14F-4D97-AF65-F5344CB8AC3E}">
        <p14:creationId xmlns:p14="http://schemas.microsoft.com/office/powerpoint/2010/main" val="25438756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6D7D9-E45E-4B01-7303-6BB42DCEF30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F2CF92-9174-38A9-0E19-BCD97B13D5D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DECAFCF-D3F6-3C3C-BC6D-DD79D612E1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42CDB87C-A36A-E658-683C-419F651FF57D}"/>
              </a:ext>
            </a:extLst>
          </p:cNvPr>
          <p:cNvSpPr>
            <a:spLocks noGrp="1"/>
          </p:cNvSpPr>
          <p:nvPr>
            <p:ph type="sldNum" sz="quarter" idx="5"/>
          </p:nvPr>
        </p:nvSpPr>
        <p:spPr/>
        <p:txBody>
          <a:bodyPr/>
          <a:lstStyle/>
          <a:p>
            <a:fld id="{86E6DA2E-A809-40C2-BBBF-611AF6E0E10C}" type="slidenum">
              <a:rPr lang="es-ES" smtClean="0"/>
              <a:t>146</a:t>
            </a:fld>
            <a:endParaRPr lang="es-ES"/>
          </a:p>
        </p:txBody>
      </p:sp>
    </p:spTree>
    <p:extLst>
      <p:ext uri="{BB962C8B-B14F-4D97-AF65-F5344CB8AC3E}">
        <p14:creationId xmlns:p14="http://schemas.microsoft.com/office/powerpoint/2010/main" val="427998398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A5926-F4DC-8A4F-CB26-4D85B2409B2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CCC1A0-4798-D8BF-6565-E6091CF4913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EDE8585-D7D3-8C0E-F4C8-FE7D9799298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F34222B-6D41-029B-ABB5-B3A65E56304F}"/>
              </a:ext>
            </a:extLst>
          </p:cNvPr>
          <p:cNvSpPr>
            <a:spLocks noGrp="1"/>
          </p:cNvSpPr>
          <p:nvPr>
            <p:ph type="sldNum" sz="quarter" idx="5"/>
          </p:nvPr>
        </p:nvSpPr>
        <p:spPr/>
        <p:txBody>
          <a:bodyPr/>
          <a:lstStyle/>
          <a:p>
            <a:fld id="{86E6DA2E-A809-40C2-BBBF-611AF6E0E10C}" type="slidenum">
              <a:rPr lang="es-ES" smtClean="0"/>
              <a:t>147</a:t>
            </a:fld>
            <a:endParaRPr lang="es-ES"/>
          </a:p>
        </p:txBody>
      </p:sp>
    </p:spTree>
    <p:extLst>
      <p:ext uri="{BB962C8B-B14F-4D97-AF65-F5344CB8AC3E}">
        <p14:creationId xmlns:p14="http://schemas.microsoft.com/office/powerpoint/2010/main" val="321691988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AADC-CAD8-4662-382B-18A3CB30BF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55F71EF-A0AF-2CF6-FAA1-61EDEFD7392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EF23B7-9857-470B-352F-C1F6CCA8B2F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EB06F59-028D-5D85-8CCD-33E4FB27E513}"/>
              </a:ext>
            </a:extLst>
          </p:cNvPr>
          <p:cNvSpPr>
            <a:spLocks noGrp="1"/>
          </p:cNvSpPr>
          <p:nvPr>
            <p:ph type="sldNum" sz="quarter" idx="5"/>
          </p:nvPr>
        </p:nvSpPr>
        <p:spPr/>
        <p:txBody>
          <a:bodyPr/>
          <a:lstStyle/>
          <a:p>
            <a:fld id="{86E6DA2E-A809-40C2-BBBF-611AF6E0E10C}" type="slidenum">
              <a:rPr lang="es-ES" smtClean="0"/>
              <a:t>148</a:t>
            </a:fld>
            <a:endParaRPr lang="es-ES"/>
          </a:p>
        </p:txBody>
      </p:sp>
    </p:spTree>
    <p:extLst>
      <p:ext uri="{BB962C8B-B14F-4D97-AF65-F5344CB8AC3E}">
        <p14:creationId xmlns:p14="http://schemas.microsoft.com/office/powerpoint/2010/main" val="22103945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E0A8A-C5D0-DABE-7450-05E9ECD9A2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CD33FB-0598-61FE-39F5-5F86795CE06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54BBC69-5C5E-4D98-1F56-2338BAF47C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1F599B8-82AF-A530-1C38-7B9D5FB9DC1A}"/>
              </a:ext>
            </a:extLst>
          </p:cNvPr>
          <p:cNvSpPr>
            <a:spLocks noGrp="1"/>
          </p:cNvSpPr>
          <p:nvPr>
            <p:ph type="sldNum" sz="quarter" idx="5"/>
          </p:nvPr>
        </p:nvSpPr>
        <p:spPr/>
        <p:txBody>
          <a:bodyPr/>
          <a:lstStyle/>
          <a:p>
            <a:fld id="{86E6DA2E-A809-40C2-BBBF-611AF6E0E10C}" type="slidenum">
              <a:rPr lang="es-ES" smtClean="0"/>
              <a:t>149</a:t>
            </a:fld>
            <a:endParaRPr lang="es-ES"/>
          </a:p>
        </p:txBody>
      </p:sp>
    </p:spTree>
    <p:extLst>
      <p:ext uri="{BB962C8B-B14F-4D97-AF65-F5344CB8AC3E}">
        <p14:creationId xmlns:p14="http://schemas.microsoft.com/office/powerpoint/2010/main" val="312107228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4FCA-1FB0-852A-6F6C-3285865AAF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6A4D865-1B2F-E033-804F-E282A3EFDFE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E91836-0522-A4EC-7AAE-F11E9C87015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10B2E96-82CD-4312-F964-BDD461342E69}"/>
              </a:ext>
            </a:extLst>
          </p:cNvPr>
          <p:cNvSpPr>
            <a:spLocks noGrp="1"/>
          </p:cNvSpPr>
          <p:nvPr>
            <p:ph type="sldNum" sz="quarter" idx="5"/>
          </p:nvPr>
        </p:nvSpPr>
        <p:spPr/>
        <p:txBody>
          <a:bodyPr/>
          <a:lstStyle/>
          <a:p>
            <a:fld id="{86E6DA2E-A809-40C2-BBBF-611AF6E0E10C}" type="slidenum">
              <a:rPr lang="es-ES" smtClean="0"/>
              <a:t>150</a:t>
            </a:fld>
            <a:endParaRPr lang="es-ES"/>
          </a:p>
        </p:txBody>
      </p:sp>
    </p:spTree>
    <p:extLst>
      <p:ext uri="{BB962C8B-B14F-4D97-AF65-F5344CB8AC3E}">
        <p14:creationId xmlns:p14="http://schemas.microsoft.com/office/powerpoint/2010/main" val="239932631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C4C12-18B3-AACD-394A-32FC1E54ACA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A71730-5007-49CD-C2EF-AA9A071076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1A996D9-A372-2A14-3BE8-9871D85FD4B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F0E083E-EF5C-A2C7-4B73-8D574135A477}"/>
              </a:ext>
            </a:extLst>
          </p:cNvPr>
          <p:cNvSpPr>
            <a:spLocks noGrp="1"/>
          </p:cNvSpPr>
          <p:nvPr>
            <p:ph type="sldNum" sz="quarter" idx="5"/>
          </p:nvPr>
        </p:nvSpPr>
        <p:spPr/>
        <p:txBody>
          <a:bodyPr/>
          <a:lstStyle/>
          <a:p>
            <a:fld id="{86E6DA2E-A809-40C2-BBBF-611AF6E0E10C}" type="slidenum">
              <a:rPr lang="es-ES" smtClean="0"/>
              <a:t>151</a:t>
            </a:fld>
            <a:endParaRPr lang="es-ES"/>
          </a:p>
        </p:txBody>
      </p:sp>
    </p:spTree>
    <p:extLst>
      <p:ext uri="{BB962C8B-B14F-4D97-AF65-F5344CB8AC3E}">
        <p14:creationId xmlns:p14="http://schemas.microsoft.com/office/powerpoint/2010/main" val="259440730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2BB9E-3627-A3A4-EE8D-36D88B744D3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02F030-96E9-98F2-A26D-DFABD2CD02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09C761B-7FE7-F0A9-B658-15D709C3317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B10DF0F-3839-1D5A-85C4-0BBE8E4FBC8E}"/>
              </a:ext>
            </a:extLst>
          </p:cNvPr>
          <p:cNvSpPr>
            <a:spLocks noGrp="1"/>
          </p:cNvSpPr>
          <p:nvPr>
            <p:ph type="sldNum" sz="quarter" idx="5"/>
          </p:nvPr>
        </p:nvSpPr>
        <p:spPr/>
        <p:txBody>
          <a:bodyPr/>
          <a:lstStyle/>
          <a:p>
            <a:fld id="{86E6DA2E-A809-40C2-BBBF-611AF6E0E10C}" type="slidenum">
              <a:rPr lang="es-ES" smtClean="0"/>
              <a:t>152</a:t>
            </a:fld>
            <a:endParaRPr lang="es-ES"/>
          </a:p>
        </p:txBody>
      </p:sp>
    </p:spTree>
    <p:extLst>
      <p:ext uri="{BB962C8B-B14F-4D97-AF65-F5344CB8AC3E}">
        <p14:creationId xmlns:p14="http://schemas.microsoft.com/office/powerpoint/2010/main" val="2928215396"/>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AA0A-6276-8786-8567-527DD32974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550E1BB-5601-B861-7A0E-E8D5FB4522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95B262E-43F8-666C-70E3-A0C951F2955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3F136B3-F4BE-89FB-3211-254480B6A463}"/>
              </a:ext>
            </a:extLst>
          </p:cNvPr>
          <p:cNvSpPr>
            <a:spLocks noGrp="1"/>
          </p:cNvSpPr>
          <p:nvPr>
            <p:ph type="sldNum" sz="quarter" idx="5"/>
          </p:nvPr>
        </p:nvSpPr>
        <p:spPr/>
        <p:txBody>
          <a:bodyPr/>
          <a:lstStyle/>
          <a:p>
            <a:fld id="{86E6DA2E-A809-40C2-BBBF-611AF6E0E10C}" type="slidenum">
              <a:rPr lang="es-ES" smtClean="0"/>
              <a:t>153</a:t>
            </a:fld>
            <a:endParaRPr lang="es-ES"/>
          </a:p>
        </p:txBody>
      </p:sp>
    </p:spTree>
    <p:extLst>
      <p:ext uri="{BB962C8B-B14F-4D97-AF65-F5344CB8AC3E}">
        <p14:creationId xmlns:p14="http://schemas.microsoft.com/office/powerpoint/2010/main" val="3470952866"/>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3F190-847F-8262-D585-DEB3A6B5C2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7846B7-9B26-34A4-0450-EB3F522B7D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FC4ED9-41CB-BEBF-28DF-804D91E1070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C915576-90C2-2B58-87AE-06BD509D5D3B}"/>
              </a:ext>
            </a:extLst>
          </p:cNvPr>
          <p:cNvSpPr>
            <a:spLocks noGrp="1"/>
          </p:cNvSpPr>
          <p:nvPr>
            <p:ph type="sldNum" sz="quarter" idx="5"/>
          </p:nvPr>
        </p:nvSpPr>
        <p:spPr/>
        <p:txBody>
          <a:bodyPr/>
          <a:lstStyle/>
          <a:p>
            <a:fld id="{86E6DA2E-A809-40C2-BBBF-611AF6E0E10C}" type="slidenum">
              <a:rPr lang="es-ES" smtClean="0"/>
              <a:t>154</a:t>
            </a:fld>
            <a:endParaRPr lang="es-ES"/>
          </a:p>
        </p:txBody>
      </p:sp>
    </p:spTree>
    <p:extLst>
      <p:ext uri="{BB962C8B-B14F-4D97-AF65-F5344CB8AC3E}">
        <p14:creationId xmlns:p14="http://schemas.microsoft.com/office/powerpoint/2010/main" val="10250647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7D13-87F6-14C0-9593-80085D2B53D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9FFE9B-16D6-9229-0ED1-FECBF71248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200708-EB12-D60A-82CE-ED8349908C5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F3DFF4F-8920-7C6D-8AAB-D2290DDC8BF5}"/>
              </a:ext>
            </a:extLst>
          </p:cNvPr>
          <p:cNvSpPr>
            <a:spLocks noGrp="1"/>
          </p:cNvSpPr>
          <p:nvPr>
            <p:ph type="sldNum" sz="quarter" idx="5"/>
          </p:nvPr>
        </p:nvSpPr>
        <p:spPr/>
        <p:txBody>
          <a:bodyPr/>
          <a:lstStyle/>
          <a:p>
            <a:fld id="{86E6DA2E-A809-40C2-BBBF-611AF6E0E10C}" type="slidenum">
              <a:rPr lang="es-ES" smtClean="0"/>
              <a:t>155</a:t>
            </a:fld>
            <a:endParaRPr lang="es-ES"/>
          </a:p>
        </p:txBody>
      </p:sp>
    </p:spTree>
    <p:extLst>
      <p:ext uri="{BB962C8B-B14F-4D97-AF65-F5344CB8AC3E}">
        <p14:creationId xmlns:p14="http://schemas.microsoft.com/office/powerpoint/2010/main" val="3707151054"/>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FFBF4-7357-B910-88D5-4672BB5905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55C3E9-2851-1107-0FF1-A07E0C07EF5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30CFB3-7429-630F-CF66-7BDF92A0EB9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348741-EE23-6E8B-6590-57EFD4CE535C}"/>
              </a:ext>
            </a:extLst>
          </p:cNvPr>
          <p:cNvSpPr>
            <a:spLocks noGrp="1"/>
          </p:cNvSpPr>
          <p:nvPr>
            <p:ph type="sldNum" sz="quarter" idx="5"/>
          </p:nvPr>
        </p:nvSpPr>
        <p:spPr/>
        <p:txBody>
          <a:bodyPr/>
          <a:lstStyle/>
          <a:p>
            <a:fld id="{86E6DA2E-A809-40C2-BBBF-611AF6E0E10C}" type="slidenum">
              <a:rPr lang="es-ES" smtClean="0"/>
              <a:t>156</a:t>
            </a:fld>
            <a:endParaRPr lang="es-ES"/>
          </a:p>
        </p:txBody>
      </p:sp>
    </p:spTree>
    <p:extLst>
      <p:ext uri="{BB962C8B-B14F-4D97-AF65-F5344CB8AC3E}">
        <p14:creationId xmlns:p14="http://schemas.microsoft.com/office/powerpoint/2010/main" val="244801608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7A733-0590-6493-1BEF-5AA7FBCEE61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6DB897F-D2BB-68C2-C2E6-4773A598691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058DF7-0340-9A64-79AC-EE1EF74FE2E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29B6A39-4985-BECC-29AE-9526C294BBE8}"/>
              </a:ext>
            </a:extLst>
          </p:cNvPr>
          <p:cNvSpPr>
            <a:spLocks noGrp="1"/>
          </p:cNvSpPr>
          <p:nvPr>
            <p:ph type="sldNum" sz="quarter" idx="5"/>
          </p:nvPr>
        </p:nvSpPr>
        <p:spPr/>
        <p:txBody>
          <a:bodyPr/>
          <a:lstStyle/>
          <a:p>
            <a:fld id="{86E6DA2E-A809-40C2-BBBF-611AF6E0E10C}" type="slidenum">
              <a:rPr lang="es-ES" smtClean="0"/>
              <a:t>157</a:t>
            </a:fld>
            <a:endParaRPr lang="es-ES"/>
          </a:p>
        </p:txBody>
      </p:sp>
    </p:spTree>
    <p:extLst>
      <p:ext uri="{BB962C8B-B14F-4D97-AF65-F5344CB8AC3E}">
        <p14:creationId xmlns:p14="http://schemas.microsoft.com/office/powerpoint/2010/main" val="376244306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9DD62-C22E-BC8F-085D-68206AF6F3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6A8807-B0E9-3AEC-0874-1020EA6EE5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FEBCFBA-4FF5-605D-6353-C56A0D2B884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C40333-0616-0106-5E8C-23050395BC66}"/>
              </a:ext>
            </a:extLst>
          </p:cNvPr>
          <p:cNvSpPr>
            <a:spLocks noGrp="1"/>
          </p:cNvSpPr>
          <p:nvPr>
            <p:ph type="sldNum" sz="quarter" idx="5"/>
          </p:nvPr>
        </p:nvSpPr>
        <p:spPr/>
        <p:txBody>
          <a:bodyPr/>
          <a:lstStyle/>
          <a:p>
            <a:fld id="{86E6DA2E-A809-40C2-BBBF-611AF6E0E10C}" type="slidenum">
              <a:rPr lang="es-ES" smtClean="0"/>
              <a:t>158</a:t>
            </a:fld>
            <a:endParaRPr lang="es-ES"/>
          </a:p>
        </p:txBody>
      </p:sp>
    </p:spTree>
    <p:extLst>
      <p:ext uri="{BB962C8B-B14F-4D97-AF65-F5344CB8AC3E}">
        <p14:creationId xmlns:p14="http://schemas.microsoft.com/office/powerpoint/2010/main" val="33233206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509AE-6704-B20A-B560-6FA39A1EC75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AAEC6F-397F-01A4-56E3-89F140A72C9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6E07A3F-1132-5E18-CE72-15F11BE0689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034274D-DC9C-0249-F276-7D85255843EC}"/>
              </a:ext>
            </a:extLst>
          </p:cNvPr>
          <p:cNvSpPr>
            <a:spLocks noGrp="1"/>
          </p:cNvSpPr>
          <p:nvPr>
            <p:ph type="sldNum" sz="quarter" idx="5"/>
          </p:nvPr>
        </p:nvSpPr>
        <p:spPr/>
        <p:txBody>
          <a:bodyPr/>
          <a:lstStyle/>
          <a:p>
            <a:fld id="{86E6DA2E-A809-40C2-BBBF-611AF6E0E10C}" type="slidenum">
              <a:rPr lang="es-ES" smtClean="0"/>
              <a:t>159</a:t>
            </a:fld>
            <a:endParaRPr lang="es-ES"/>
          </a:p>
        </p:txBody>
      </p:sp>
    </p:spTree>
    <p:extLst>
      <p:ext uri="{BB962C8B-B14F-4D97-AF65-F5344CB8AC3E}">
        <p14:creationId xmlns:p14="http://schemas.microsoft.com/office/powerpoint/2010/main" val="32426395"/>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69E27-1E20-8F5B-07FB-B79DBB83EC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E55FFE-33AD-B914-3AB7-FE64669628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AB4CC5-1416-EB68-5E11-7A70B1B2472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C6CC54D-EE34-B9F9-64DF-DACE06F2E500}"/>
              </a:ext>
            </a:extLst>
          </p:cNvPr>
          <p:cNvSpPr>
            <a:spLocks noGrp="1"/>
          </p:cNvSpPr>
          <p:nvPr>
            <p:ph type="sldNum" sz="quarter" idx="5"/>
          </p:nvPr>
        </p:nvSpPr>
        <p:spPr/>
        <p:txBody>
          <a:bodyPr/>
          <a:lstStyle/>
          <a:p>
            <a:fld id="{86E6DA2E-A809-40C2-BBBF-611AF6E0E10C}" type="slidenum">
              <a:rPr lang="es-ES" smtClean="0"/>
              <a:t>160</a:t>
            </a:fld>
            <a:endParaRPr lang="es-ES"/>
          </a:p>
        </p:txBody>
      </p:sp>
    </p:spTree>
    <p:extLst>
      <p:ext uri="{BB962C8B-B14F-4D97-AF65-F5344CB8AC3E}">
        <p14:creationId xmlns:p14="http://schemas.microsoft.com/office/powerpoint/2010/main" val="784573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15754A-00BD-E8AB-AB89-EE99DCB37E5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8CECF5F-D3C9-AB42-D771-6174827DB1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2FC4CC6D-1CD1-5FA2-0058-722A0F3E8843}"/>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45FF6868-60C8-11FD-F112-F0FA27FF1A3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40BE5B6-26D1-540D-EE85-B6CBF1616F6A}"/>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49168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352EFA-9C87-5099-658F-364736AEC98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D0DCED3-13FC-66F3-3E51-3F1FC2D4EAE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A5C50BA-AF39-EE08-F7C3-9409B15DB8E5}"/>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454AC979-B477-59C0-067B-CD7DC82A301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D9C51A3-1C55-EEC5-F8C7-07FBBCC687A0}"/>
              </a:ext>
            </a:extLst>
          </p:cNvPr>
          <p:cNvSpPr>
            <a:spLocks noGrp="1"/>
          </p:cNvSpPr>
          <p:nvPr>
            <p:ph type="sldNum" sz="quarter" idx="12"/>
          </p:nvPr>
        </p:nvSpPr>
        <p:spPr>
          <a:xfrm>
            <a:off x="10556240" y="6176963"/>
            <a:ext cx="1483360" cy="544514"/>
          </a:xfrm>
        </p:spPr>
        <p:txBody>
          <a:bodyPr/>
          <a:lstStyle>
            <a:lvl1pPr>
              <a:defRPr sz="3200">
                <a:solidFill>
                  <a:schemeClr val="tx1"/>
                </a:solidFill>
                <a:latin typeface="Gill Sans Nova" panose="020B0602020104020203" pitchFamily="34" charset="0"/>
              </a:defRPr>
            </a:lvl1pPr>
          </a:lstStyle>
          <a:p>
            <a:fld id="{5A84F577-29EB-44E5-8782-4BD1CF8B9235}" type="slidenum">
              <a:rPr lang="es-ES" smtClean="0"/>
              <a:pPr/>
              <a:t>‹Nº›</a:t>
            </a:fld>
            <a:endParaRPr lang="es-ES" sz="3200" dirty="0"/>
          </a:p>
        </p:txBody>
      </p:sp>
    </p:spTree>
    <p:extLst>
      <p:ext uri="{BB962C8B-B14F-4D97-AF65-F5344CB8AC3E}">
        <p14:creationId xmlns:p14="http://schemas.microsoft.com/office/powerpoint/2010/main" val="1495575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D653E5-F8A7-5D8A-0533-17AE1C3E3458}"/>
              </a:ext>
            </a:extLst>
          </p:cNvPr>
          <p:cNvSpPr>
            <a:spLocks noGrp="1"/>
          </p:cNvSpPr>
          <p:nvPr>
            <p:ph type="title"/>
          </p:nvPr>
        </p:nvSpPr>
        <p:spPr>
          <a:xfrm>
            <a:off x="831851" y="1709740"/>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CA180B01-5AAE-5526-FF5D-D4F26A374575}"/>
              </a:ext>
            </a:extLst>
          </p:cNvPr>
          <p:cNvSpPr>
            <a:spLocks noGrp="1"/>
          </p:cNvSpPr>
          <p:nvPr>
            <p:ph type="body" idx="1"/>
          </p:nvPr>
        </p:nvSpPr>
        <p:spPr>
          <a:xfrm>
            <a:off x="831851" y="4589465"/>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824B712-0F9B-6DA8-84FB-FA5B8FFC01A9}"/>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4E336719-9C58-9879-D33E-53195E74AE1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DF7DA7E-D38C-FF75-80B9-D084F3965E9F}"/>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4012529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4F64E-7DBF-B3D3-CF84-4C1C5362914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628FFD6-81C8-F27D-5045-6FFE7DA2DF3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9606D53-9694-11A0-0DD0-5C8EB9C75A0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C2750A75-A2B9-58A7-9DE4-ECBBC7AB6DEF}"/>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6" name="Marcador de pie de página 5">
            <a:extLst>
              <a:ext uri="{FF2B5EF4-FFF2-40B4-BE49-F238E27FC236}">
                <a16:creationId xmlns:a16="http://schemas.microsoft.com/office/drawing/2014/main" id="{5652165A-15B3-5BD2-2A68-96C643CC54C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ABE99D2-0DB8-2E11-60D9-3BBFE230E784}"/>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4213636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04C509-5793-898D-4B91-22B44CF94422}"/>
              </a:ext>
            </a:extLst>
          </p:cNvPr>
          <p:cNvSpPr>
            <a:spLocks noGrp="1"/>
          </p:cNvSpPr>
          <p:nvPr>
            <p:ph type="title"/>
          </p:nvPr>
        </p:nvSpPr>
        <p:spPr>
          <a:xfrm>
            <a:off x="839788" y="365127"/>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24C7410-E1C0-0DEA-2847-D5B43CA34BAD}"/>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C04FF0-E20D-7ADA-24D0-19935F102D15}"/>
              </a:ext>
            </a:extLst>
          </p:cNvPr>
          <p:cNvSpPr>
            <a:spLocks noGrp="1"/>
          </p:cNvSpPr>
          <p:nvPr>
            <p:ph sz="half" idx="2"/>
          </p:nvPr>
        </p:nvSpPr>
        <p:spPr>
          <a:xfrm>
            <a:off x="839789"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232B9F0E-1050-2D80-F158-1BAF09F4EF1D}"/>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25F9637-3730-4336-DFE9-2C0E27795CAC}"/>
              </a:ext>
            </a:extLst>
          </p:cNvPr>
          <p:cNvSpPr>
            <a:spLocks noGrp="1"/>
          </p:cNvSpPr>
          <p:nvPr>
            <p:ph sz="quarter" idx="4"/>
          </p:nvPr>
        </p:nvSpPr>
        <p:spPr>
          <a:xfrm>
            <a:off x="6172201"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CBE4FE4-410C-7A3B-8973-D36171B81C59}"/>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8" name="Marcador de pie de página 7">
            <a:extLst>
              <a:ext uri="{FF2B5EF4-FFF2-40B4-BE49-F238E27FC236}">
                <a16:creationId xmlns:a16="http://schemas.microsoft.com/office/drawing/2014/main" id="{826A0986-1CFE-8CDD-4E74-660A2CDD42AC}"/>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70ACB17-8420-920B-C727-B5ED291C6521}"/>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2497557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E7F321-B4C4-8CE3-19C9-11B782657ADE}"/>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321922C0-A1F4-7384-9C7A-A62AAA3BF09D}"/>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4" name="Marcador de pie de página 3">
            <a:extLst>
              <a:ext uri="{FF2B5EF4-FFF2-40B4-BE49-F238E27FC236}">
                <a16:creationId xmlns:a16="http://schemas.microsoft.com/office/drawing/2014/main" id="{9EE1AB58-1E1F-DB6C-C062-7A3662D891A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C66425AC-246C-FBF8-DA16-089FB4E453EE}"/>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654427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3E38853-B686-5E77-AAFF-6236A2021ED6}"/>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3" name="Marcador de pie de página 2">
            <a:extLst>
              <a:ext uri="{FF2B5EF4-FFF2-40B4-BE49-F238E27FC236}">
                <a16:creationId xmlns:a16="http://schemas.microsoft.com/office/drawing/2014/main" id="{17460083-3AD8-A529-219F-9E33B9871F08}"/>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CF004550-EDF4-59F6-B1C8-B6E3C0E881DB}"/>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4130255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62DDC-1A08-9FA4-F636-B93BAB2A5C3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53189E3-F9F1-CDC3-68C6-071BFDE63915}"/>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190F2D3-6340-DE6B-5553-C1FA435882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63C560E-723B-1B9B-BBBD-79DF0755498A}"/>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6" name="Marcador de pie de página 5">
            <a:extLst>
              <a:ext uri="{FF2B5EF4-FFF2-40B4-BE49-F238E27FC236}">
                <a16:creationId xmlns:a16="http://schemas.microsoft.com/office/drawing/2014/main" id="{35D8D29A-235A-7DF4-2064-C836A160EB4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FD50DE7C-319B-2638-70ED-3C42B29E3359}"/>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1763457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6375E-B39A-F1B1-68D2-B385CF14828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21AECC97-409B-7898-6C4C-53883C6840FD}"/>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02FEDCFA-932B-FCBD-8424-E5AC002E86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2244FD9-BAB3-3658-56D5-FF1AF4ECE361}"/>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6" name="Marcador de pie de página 5">
            <a:extLst>
              <a:ext uri="{FF2B5EF4-FFF2-40B4-BE49-F238E27FC236}">
                <a16:creationId xmlns:a16="http://schemas.microsoft.com/office/drawing/2014/main" id="{7DEE972C-B897-F0A0-C1B4-9B1A2C75952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85822A6-3F23-21E8-3226-3123CEDCB1CD}"/>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1141174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1888A7-D3E9-50A2-F811-7F2A937CCC64}"/>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7548FBC-F2FD-8317-D365-27500435861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F90019C-16A2-8DAF-AB6D-3A4F67DE9530}"/>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95B88601-C689-1F36-2948-51728ED051A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CB82461-6E18-6015-CB91-1396E93E3182}"/>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266436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AC49863-12CF-2DE1-B704-E060A2B59DDB}"/>
              </a:ext>
            </a:extLst>
          </p:cNvPr>
          <p:cNvSpPr>
            <a:spLocks noGrp="1"/>
          </p:cNvSpPr>
          <p:nvPr>
            <p:ph type="title" orient="vert"/>
          </p:nvPr>
        </p:nvSpPr>
        <p:spPr>
          <a:xfrm>
            <a:off x="8724901"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0D74B59-4015-4D73-1B5F-F86671A8D28B}"/>
              </a:ext>
            </a:extLst>
          </p:cNvPr>
          <p:cNvSpPr>
            <a:spLocks noGrp="1"/>
          </p:cNvSpPr>
          <p:nvPr>
            <p:ph type="body" orient="vert" idx="1"/>
          </p:nvPr>
        </p:nvSpPr>
        <p:spPr>
          <a:xfrm>
            <a:off x="838201"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AC8592-D472-0847-C4EA-FACC694EA5DA}"/>
              </a:ext>
            </a:extLst>
          </p:cNvPr>
          <p:cNvSpPr>
            <a:spLocks noGrp="1"/>
          </p:cNvSpPr>
          <p:nvPr>
            <p:ph type="dt" sz="half" idx="10"/>
          </p:nvPr>
        </p:nvSpPr>
        <p:spPr/>
        <p:txBody>
          <a:body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AC347A79-9AEB-C099-B8B6-83215D4D786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C08E59-AF29-E317-4E89-935C35287A95}"/>
              </a:ext>
            </a:extLst>
          </p:cNvPr>
          <p:cNvSpPr>
            <a:spLocks noGrp="1"/>
          </p:cNvSpPr>
          <p:nvPr>
            <p:ph type="sldNum" sz="quarter" idx="12"/>
          </p:nvPr>
        </p:nvSpPr>
        <p:spPr/>
        <p:txBody>
          <a:bodyPr/>
          <a:lstStyle/>
          <a:p>
            <a:fld id="{5A84F577-29EB-44E5-8782-4BD1CF8B9235}" type="slidenum">
              <a:rPr lang="es-ES" smtClean="0"/>
              <a:t>‹Nº›</a:t>
            </a:fld>
            <a:endParaRPr lang="es-ES"/>
          </a:p>
        </p:txBody>
      </p:sp>
    </p:spTree>
    <p:extLst>
      <p:ext uri="{BB962C8B-B14F-4D97-AF65-F5344CB8AC3E}">
        <p14:creationId xmlns:p14="http://schemas.microsoft.com/office/powerpoint/2010/main" val="2246703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140809-0833-FB6E-F812-F09B7D9FFC6F}"/>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28788F7-7CB4-FE7E-986B-48D7F8364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1CA4A6B-3F99-D214-8195-450BEF50793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781DBD-D6B9-4006-B205-D81925AB8937}" type="datetimeFigureOut">
              <a:rPr lang="es-ES" smtClean="0"/>
              <a:t>06/10/2026</a:t>
            </a:fld>
            <a:endParaRPr lang="es-ES"/>
          </a:p>
        </p:txBody>
      </p:sp>
      <p:sp>
        <p:nvSpPr>
          <p:cNvPr id="5" name="Marcador de pie de página 4">
            <a:extLst>
              <a:ext uri="{FF2B5EF4-FFF2-40B4-BE49-F238E27FC236}">
                <a16:creationId xmlns:a16="http://schemas.microsoft.com/office/drawing/2014/main" id="{003D2B65-6C76-9271-75BC-8315F8B4A0E7}"/>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05D875E8-B1E6-377B-3D5B-F7D4D3D2F3A0}"/>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84F577-29EB-44E5-8782-4BD1CF8B9235}" type="slidenum">
              <a:rPr lang="es-ES" smtClean="0"/>
              <a:t>‹Nº›</a:t>
            </a:fld>
            <a:endParaRPr lang="es-ES"/>
          </a:p>
        </p:txBody>
      </p:sp>
    </p:spTree>
    <p:extLst>
      <p:ext uri="{BB962C8B-B14F-4D97-AF65-F5344CB8AC3E}">
        <p14:creationId xmlns:p14="http://schemas.microsoft.com/office/powerpoint/2010/main" val="814561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svg"/><Relationship Id="rId5" Type="http://schemas.openxmlformats.org/officeDocument/2006/relationships/image" Target="../media/image9.sv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281.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35.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47.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340.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36.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48.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350.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37.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49.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360.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38.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50.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370.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39.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51.xml.rels><?xml version="1.0" encoding="UTF-8" standalone="yes"?>
<Relationships xmlns="http://schemas.openxmlformats.org/package/2006/relationships"><Relationship Id="rId8" Type="http://schemas.openxmlformats.org/officeDocument/2006/relationships/image" Target="../media/image220.png"/><Relationship Id="rId13" Type="http://schemas.openxmlformats.org/officeDocument/2006/relationships/image" Target="../media/image270.png"/><Relationship Id="rId18" Type="http://schemas.openxmlformats.org/officeDocument/2006/relationships/image" Target="../media/image320.png"/><Relationship Id="rId3" Type="http://schemas.openxmlformats.org/officeDocument/2006/relationships/image" Target="../media/image380.png"/><Relationship Id="rId7" Type="http://schemas.openxmlformats.org/officeDocument/2006/relationships/image" Target="../media/image210.png"/><Relationship Id="rId12" Type="http://schemas.openxmlformats.org/officeDocument/2006/relationships/image" Target="../media/image260.png"/><Relationship Id="rId17" Type="http://schemas.openxmlformats.org/officeDocument/2006/relationships/image" Target="../media/image310.png"/><Relationship Id="rId2" Type="http://schemas.openxmlformats.org/officeDocument/2006/relationships/notesSlide" Target="../notesSlides/notesSlide40.xml"/><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00.png"/><Relationship Id="rId11" Type="http://schemas.openxmlformats.org/officeDocument/2006/relationships/image" Target="../media/image251.png"/><Relationship Id="rId5" Type="http://schemas.openxmlformats.org/officeDocument/2006/relationships/image" Target="../media/image190.png"/><Relationship Id="rId15" Type="http://schemas.openxmlformats.org/officeDocument/2006/relationships/image" Target="../media/image290.png"/><Relationship Id="rId10" Type="http://schemas.openxmlformats.org/officeDocument/2006/relationships/image" Target="../media/image241.png"/><Relationship Id="rId19" Type="http://schemas.openxmlformats.org/officeDocument/2006/relationships/image" Target="../media/image330.png"/><Relationship Id="rId4" Type="http://schemas.openxmlformats.org/officeDocument/2006/relationships/image" Target="../media/image180.png"/><Relationship Id="rId9" Type="http://schemas.openxmlformats.org/officeDocument/2006/relationships/image" Target="../media/image230.png"/><Relationship Id="rId14" Type="http://schemas.openxmlformats.org/officeDocument/2006/relationships/image" Target="../media/image280.png"/></Relationships>
</file>

<file path=ppt/slides/_rels/slide52.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331.png"/><Relationship Id="rId7" Type="http://schemas.openxmlformats.org/officeDocument/2006/relationships/image" Target="../media/image430.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41.xml"/><Relationship Id="rId16"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5.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53.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15.png"/><Relationship Id="rId7" Type="http://schemas.openxmlformats.org/officeDocument/2006/relationships/image" Target="../media/image430.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42.xml"/><Relationship Id="rId16" Type="http://schemas.openxmlformats.org/officeDocument/2006/relationships/image" Target="../media/image52.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61.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54.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49.png"/><Relationship Id="rId18" Type="http://schemas.openxmlformats.org/officeDocument/2006/relationships/image" Target="../media/image54.png"/><Relationship Id="rId3" Type="http://schemas.openxmlformats.org/officeDocument/2006/relationships/image" Target="../media/image57.png"/><Relationship Id="rId21" Type="http://schemas.openxmlformats.org/officeDocument/2006/relationships/image" Target="../media/image16.png"/><Relationship Id="rId7" Type="http://schemas.openxmlformats.org/officeDocument/2006/relationships/image" Target="../media/image430.png"/><Relationship Id="rId12" Type="http://schemas.openxmlformats.org/officeDocument/2006/relationships/image" Target="../media/image48.png"/><Relationship Id="rId17" Type="http://schemas.openxmlformats.org/officeDocument/2006/relationships/image" Target="../media/image53.png"/><Relationship Id="rId2" Type="http://schemas.openxmlformats.org/officeDocument/2006/relationships/notesSlide" Target="../notesSlides/notesSlide43.xml"/><Relationship Id="rId16" Type="http://schemas.openxmlformats.org/officeDocument/2006/relationships/image" Target="../media/image52.png"/><Relationship Id="rId20"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8.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55.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1.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44.xml"/><Relationship Id="rId16" Type="http://schemas.openxmlformats.org/officeDocument/2006/relationships/image" Target="../media/image70.png"/><Relationship Id="rId20"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3.png"/><Relationship Id="rId4" Type="http://schemas.openxmlformats.org/officeDocument/2006/relationships/image" Target="../media/image581.png"/><Relationship Id="rId9" Type="http://schemas.openxmlformats.org/officeDocument/2006/relationships/image" Target="../media/image63.png"/><Relationship Id="rId14" Type="http://schemas.openxmlformats.org/officeDocument/2006/relationships/image" Target="../media/image68.png"/></Relationships>
</file>

<file path=ppt/slides/_rels/slide56.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741.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45.xml"/><Relationship Id="rId16" Type="http://schemas.openxmlformats.org/officeDocument/2006/relationships/image" Target="../media/image70.png"/><Relationship Id="rId20"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5.png"/><Relationship Id="rId4" Type="http://schemas.openxmlformats.org/officeDocument/2006/relationships/image" Target="../media/image581.png"/><Relationship Id="rId9" Type="http://schemas.openxmlformats.org/officeDocument/2006/relationships/image" Target="../media/image63.png"/><Relationship Id="rId14" Type="http://schemas.openxmlformats.org/officeDocument/2006/relationships/image" Target="../media/image68.png"/></Relationships>
</file>

<file path=ppt/slides/_rels/slide5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18" Type="http://schemas.openxmlformats.org/officeDocument/2006/relationships/image" Target="../media/image71.png"/><Relationship Id="rId3" Type="http://schemas.openxmlformats.org/officeDocument/2006/relationships/image" Target="../media/image76.png"/><Relationship Id="rId7" Type="http://schemas.openxmlformats.org/officeDocument/2006/relationships/image" Target="../media/image60.png"/><Relationship Id="rId12" Type="http://schemas.openxmlformats.org/officeDocument/2006/relationships/image" Target="../media/image65.png"/><Relationship Id="rId17" Type="http://schemas.openxmlformats.org/officeDocument/2006/relationships/image" Target="../media/image70.png"/><Relationship Id="rId2" Type="http://schemas.openxmlformats.org/officeDocument/2006/relationships/notesSlide" Target="../notesSlides/notesSlide46.xml"/><Relationship Id="rId16" Type="http://schemas.openxmlformats.org/officeDocument/2006/relationships/image" Target="../media/image69.png"/><Relationship Id="rId20"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1.png"/><Relationship Id="rId15" Type="http://schemas.openxmlformats.org/officeDocument/2006/relationships/image" Target="../media/image68.png"/><Relationship Id="rId10" Type="http://schemas.openxmlformats.org/officeDocument/2006/relationships/image" Target="../media/image63.png"/><Relationship Id="rId19" Type="http://schemas.openxmlformats.org/officeDocument/2006/relationships/image" Target="../media/image72.png"/><Relationship Id="rId4" Type="http://schemas.openxmlformats.org/officeDocument/2006/relationships/image" Target="../media/image761.png"/><Relationship Id="rId9" Type="http://schemas.openxmlformats.org/officeDocument/2006/relationships/image" Target="../media/image62.png"/><Relationship Id="rId14" Type="http://schemas.openxmlformats.org/officeDocument/2006/relationships/image" Target="../media/image67.png"/></Relationships>
</file>

<file path=ppt/slides/_rels/slide58.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78.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notesSlide" Target="../notesSlides/notesSlide47.xml"/><Relationship Id="rId16"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19" Type="http://schemas.openxmlformats.org/officeDocument/2006/relationships/image" Target="../media/image76.png"/><Relationship Id="rId4" Type="http://schemas.openxmlformats.org/officeDocument/2006/relationships/image" Target="../media/image581.png"/><Relationship Id="rId9" Type="http://schemas.openxmlformats.org/officeDocument/2006/relationships/image" Target="../media/image63.png"/><Relationship Id="rId14" Type="http://schemas.openxmlformats.org/officeDocument/2006/relationships/image" Target="../media/image68.png"/></Relationships>
</file>

<file path=ppt/slides/_rels/slide59.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18" Type="http://schemas.openxmlformats.org/officeDocument/2006/relationships/image" Target="../media/image94.png"/><Relationship Id="rId3" Type="http://schemas.openxmlformats.org/officeDocument/2006/relationships/image" Target="../media/image56.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 Type="http://schemas.openxmlformats.org/officeDocument/2006/relationships/notesSlide" Target="../notesSlides/notesSlide48.xml"/><Relationship Id="rId16"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60.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18" Type="http://schemas.openxmlformats.org/officeDocument/2006/relationships/image" Target="../media/image110.png"/><Relationship Id="rId3" Type="http://schemas.openxmlformats.org/officeDocument/2006/relationships/image" Target="../media/image79.png"/><Relationship Id="rId7" Type="http://schemas.openxmlformats.org/officeDocument/2006/relationships/image" Target="../media/image99.png"/><Relationship Id="rId12" Type="http://schemas.openxmlformats.org/officeDocument/2006/relationships/image" Target="../media/image104.png"/><Relationship Id="rId17" Type="http://schemas.openxmlformats.org/officeDocument/2006/relationships/image" Target="../media/image109.png"/><Relationship Id="rId2" Type="http://schemas.openxmlformats.org/officeDocument/2006/relationships/notesSlide" Target="../notesSlides/notesSlide49.xml"/><Relationship Id="rId16"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107.png"/><Relationship Id="rId10" Type="http://schemas.openxmlformats.org/officeDocument/2006/relationships/image" Target="../media/image102.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18" Type="http://schemas.openxmlformats.org/officeDocument/2006/relationships/image" Target="../media/image94.png"/><Relationship Id="rId3" Type="http://schemas.openxmlformats.org/officeDocument/2006/relationships/image" Target="../media/image17.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 Type="http://schemas.openxmlformats.org/officeDocument/2006/relationships/notesSlide" Target="../notesSlides/notesSlide51.xml"/><Relationship Id="rId16"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63.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18" Type="http://schemas.openxmlformats.org/officeDocument/2006/relationships/image" Target="../media/image94.png"/><Relationship Id="rId3" Type="http://schemas.openxmlformats.org/officeDocument/2006/relationships/image" Target="../media/image111.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 Type="http://schemas.openxmlformats.org/officeDocument/2006/relationships/notesSlide" Target="../notesSlides/notesSlide52.xml"/><Relationship Id="rId16"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s>
</file>

<file path=ppt/slides/_rels/slide64.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3.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6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1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4.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66.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29.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5.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67.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30.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7.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69.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13.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8.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0.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59.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60.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2.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61.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3.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131.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62.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4.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3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63.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790.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65.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310.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7.png"/><Relationship Id="rId2" Type="http://schemas.openxmlformats.org/officeDocument/2006/relationships/notesSlide" Target="../notesSlides/notesSlide66.xml"/><Relationship Id="rId16" Type="http://schemas.openxmlformats.org/officeDocument/2006/relationships/image" Target="../media/image1130.png"/><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15" Type="http://schemas.openxmlformats.org/officeDocument/2006/relationships/image" Target="../media/image126.png"/><Relationship Id="rId5" Type="http://schemas.openxmlformats.org/officeDocument/2006/relationships/image" Target="../media/image116.png"/><Relationship Id="rId10" Type="http://schemas.openxmlformats.org/officeDocument/2006/relationships/image" Target="../media/image121.png"/><Relationship Id="rId19" Type="http://schemas.openxmlformats.org/officeDocument/2006/relationships/image" Target="../media/image128.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310.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7.png"/><Relationship Id="rId2" Type="http://schemas.openxmlformats.org/officeDocument/2006/relationships/notesSlide" Target="../notesSlides/notesSlide67.xml"/><Relationship Id="rId16" Type="http://schemas.openxmlformats.org/officeDocument/2006/relationships/image" Target="../media/image1130.png"/><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15" Type="http://schemas.openxmlformats.org/officeDocument/2006/relationships/image" Target="../media/image126.png"/><Relationship Id="rId5" Type="http://schemas.openxmlformats.org/officeDocument/2006/relationships/image" Target="../media/image116.png"/><Relationship Id="rId10" Type="http://schemas.openxmlformats.org/officeDocument/2006/relationships/image" Target="../media/image121.png"/><Relationship Id="rId19" Type="http://schemas.openxmlformats.org/officeDocument/2006/relationships/image" Target="../media/image128.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79.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310.png"/><Relationship Id="rId21" Type="http://schemas.openxmlformats.org/officeDocument/2006/relationships/image" Target="../media/image133.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7.png"/><Relationship Id="rId2" Type="http://schemas.openxmlformats.org/officeDocument/2006/relationships/notesSlide" Target="../notesSlides/notesSlide68.xml"/><Relationship Id="rId20"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15" Type="http://schemas.openxmlformats.org/officeDocument/2006/relationships/image" Target="../media/image126.png"/><Relationship Id="rId5" Type="http://schemas.openxmlformats.org/officeDocument/2006/relationships/image" Target="../media/image116.png"/><Relationship Id="rId10" Type="http://schemas.openxmlformats.org/officeDocument/2006/relationships/image" Target="../media/image121.png"/><Relationship Id="rId19" Type="http://schemas.openxmlformats.org/officeDocument/2006/relationships/image" Target="../media/image128.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37.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69.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2.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57.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0.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3.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58.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1.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4.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58.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2.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5.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3.xml"/><Relationship Id="rId16" Type="http://schemas.openxmlformats.org/officeDocument/2006/relationships/image" Target="../media/image153.png"/><Relationship Id="rId20"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6.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60.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4.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7.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59.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5.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8.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3" Type="http://schemas.openxmlformats.org/officeDocument/2006/relationships/image" Target="../media/image159.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6.xml"/><Relationship Id="rId16"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89.xml.rels><?xml version="1.0" encoding="UTF-8" standalone="yes"?>
<Relationships xmlns="http://schemas.openxmlformats.org/package/2006/relationships"><Relationship Id="rId8" Type="http://schemas.openxmlformats.org/officeDocument/2006/relationships/image" Target="../media/image144.png"/><Relationship Id="rId13" Type="http://schemas.openxmlformats.org/officeDocument/2006/relationships/image" Target="../media/image149.png"/><Relationship Id="rId18" Type="http://schemas.openxmlformats.org/officeDocument/2006/relationships/image" Target="../media/image155.png"/><Relationship Id="rId7" Type="http://schemas.openxmlformats.org/officeDocument/2006/relationships/image" Target="../media/image143.png"/><Relationship Id="rId12" Type="http://schemas.openxmlformats.org/officeDocument/2006/relationships/image" Target="../media/image148.png"/><Relationship Id="rId17" Type="http://schemas.openxmlformats.org/officeDocument/2006/relationships/image" Target="../media/image154.png"/><Relationship Id="rId2" Type="http://schemas.openxmlformats.org/officeDocument/2006/relationships/notesSlide" Target="../notesSlides/notesSlide77.xml"/><Relationship Id="rId16" Type="http://schemas.openxmlformats.org/officeDocument/2006/relationships/image" Target="../media/image153.png"/><Relationship Id="rId20" Type="http://schemas.openxmlformats.org/officeDocument/2006/relationships/image" Target="../media/image161.png"/><Relationship Id="rId1" Type="http://schemas.openxmlformats.org/officeDocument/2006/relationships/slideLayout" Target="../slideLayouts/slideLayout2.xml"/><Relationship Id="rId6" Type="http://schemas.openxmlformats.org/officeDocument/2006/relationships/image" Target="../media/image142.png"/><Relationship Id="rId11" Type="http://schemas.openxmlformats.org/officeDocument/2006/relationships/image" Target="../media/image147.png"/><Relationship Id="rId5" Type="http://schemas.openxmlformats.org/officeDocument/2006/relationships/image" Target="../media/image141.png"/><Relationship Id="rId15" Type="http://schemas.openxmlformats.org/officeDocument/2006/relationships/image" Target="../media/image152.png"/><Relationship Id="rId10" Type="http://schemas.openxmlformats.org/officeDocument/2006/relationships/image" Target="../media/image146.png"/><Relationship Id="rId19" Type="http://schemas.openxmlformats.org/officeDocument/2006/relationships/image" Target="../media/image156.png"/><Relationship Id="rId4" Type="http://schemas.openxmlformats.org/officeDocument/2006/relationships/image" Target="../media/image139.png"/><Relationship Id="rId9" Type="http://schemas.openxmlformats.org/officeDocument/2006/relationships/image" Target="../media/image145.png"/><Relationship Id="rId14" Type="http://schemas.openxmlformats.org/officeDocument/2006/relationships/image" Target="../media/image150.png"/></Relationships>
</file>

<file path=ppt/slides/_rels/slide90.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6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0.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4.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6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1.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5.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66.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2.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6.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67.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3.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7.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3" Type="http://schemas.openxmlformats.org/officeDocument/2006/relationships/image" Target="../media/image167.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4.xml"/><Relationship Id="rId16"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8.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8.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310.png"/><Relationship Id="rId2" Type="http://schemas.openxmlformats.org/officeDocument/2006/relationships/notesSlide" Target="../notesSlides/notesSlide85.xml"/><Relationship Id="rId16" Type="http://schemas.openxmlformats.org/officeDocument/2006/relationships/image" Target="../media/image127.png"/><Relationship Id="rId20" Type="http://schemas.openxmlformats.org/officeDocument/2006/relationships/image" Target="../media/image168.png"/><Relationship Id="rId1" Type="http://schemas.openxmlformats.org/officeDocument/2006/relationships/slideLayout" Target="../slideLayouts/slideLayout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32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310.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169.png"/></Relationships>
</file>

<file path=ppt/slides/_rels/slide104.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0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76.png"/></Relationships>
</file>

<file path=ppt/slides/_rels/slide107.xml.rels><?xml version="1.0" encoding="UTF-8" standalone="yes"?>
<Relationships xmlns="http://schemas.openxmlformats.org/package/2006/relationships"><Relationship Id="rId3" Type="http://schemas.openxmlformats.org/officeDocument/2006/relationships/image" Target="../media/image1750.png"/><Relationship Id="rId2" Type="http://schemas.openxmlformats.org/officeDocument/2006/relationships/notesSlide" Target="../notesSlides/notesSlide93.xml"/><Relationship Id="rId1" Type="http://schemas.openxmlformats.org/officeDocument/2006/relationships/slideLayout" Target="../slideLayouts/slideLayout2.xml"/><Relationship Id="rId4" Type="http://schemas.openxmlformats.org/officeDocument/2006/relationships/image" Target="../media/image1760.png"/></Relationships>
</file>

<file path=ppt/slides/_rels/slide10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179.png"/></Relationships>
</file>

<file path=ppt/slides/_rels/slide1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841.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85.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820.pn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2.xml"/><Relationship Id="rId1" Type="http://schemas.openxmlformats.org/officeDocument/2006/relationships/slideLayout" Target="../slideLayouts/slideLayout2.xml"/><Relationship Id="rId4" Type="http://schemas.openxmlformats.org/officeDocument/2006/relationships/image" Target="../media/image1840.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860.png"/><Relationship Id="rId2" Type="http://schemas.openxmlformats.org/officeDocument/2006/relationships/notesSlide" Target="../notesSlides/notesSlide105.xml"/><Relationship Id="rId1" Type="http://schemas.openxmlformats.org/officeDocument/2006/relationships/slideLayout" Target="../slideLayouts/slideLayout2.xml"/><Relationship Id="rId4" Type="http://schemas.openxmlformats.org/officeDocument/2006/relationships/image" Target="../media/image187.png"/></Relationships>
</file>

<file path=ppt/slides/_rels/slide136.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109.xml"/><Relationship Id="rId1" Type="http://schemas.openxmlformats.org/officeDocument/2006/relationships/slideLayout" Target="../slideLayouts/slideLayout2.xml"/><Relationship Id="rId4" Type="http://schemas.openxmlformats.org/officeDocument/2006/relationships/image" Target="../media/image193.png"/></Relationships>
</file>

<file path=ppt/slides/_rels/slide14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110.xml"/><Relationship Id="rId1" Type="http://schemas.openxmlformats.org/officeDocument/2006/relationships/slideLayout" Target="../slideLayouts/slideLayout2.xml"/><Relationship Id="rId4" Type="http://schemas.openxmlformats.org/officeDocument/2006/relationships/image" Target="../media/image195.png"/></Relationships>
</file>

<file path=ppt/slides/_rels/slide141.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197.png"/></Relationships>
</file>

<file path=ppt/slides/_rels/slide144.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205.pn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123.xml"/><Relationship Id="rId1" Type="http://schemas.openxmlformats.org/officeDocument/2006/relationships/slideLayout" Target="../slideLayouts/slideLayout2.xml"/><Relationship Id="rId4" Type="http://schemas.openxmlformats.org/officeDocument/2006/relationships/image" Target="../media/image208.png"/></Relationships>
</file>

<file path=ppt/slides/_rels/slide15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notesSlide" Target="../notesSlides/notesSlide128.xml"/><Relationship Id="rId1" Type="http://schemas.openxmlformats.org/officeDocument/2006/relationships/slideLayout" Target="../slideLayouts/slideLayout2.xml"/><Relationship Id="rId4" Type="http://schemas.openxmlformats.org/officeDocument/2006/relationships/image" Target="../media/image311.png"/></Relationships>
</file>

<file path=ppt/slides/_rels/slide159.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A8586-6D30-1B65-31AF-62676EAC7E32}"/>
            </a:ext>
          </a:extLst>
        </p:cNvPr>
        <p:cNvGrpSpPr/>
        <p:nvPr/>
      </p:nvGrpSpPr>
      <p:grpSpPr>
        <a:xfrm>
          <a:off x="0" y="0"/>
          <a:ext cx="0" cy="0"/>
          <a:chOff x="0" y="0"/>
          <a:chExt cx="0" cy="0"/>
        </a:xfrm>
      </p:grpSpPr>
      <p:sp>
        <p:nvSpPr>
          <p:cNvPr id="14" name="Rectángulo 13">
            <a:extLst>
              <a:ext uri="{FF2B5EF4-FFF2-40B4-BE49-F238E27FC236}">
                <a16:creationId xmlns:a16="http://schemas.microsoft.com/office/drawing/2014/main" id="{54C86F8D-BC93-6224-177D-DA8E8282679A}"/>
              </a:ext>
            </a:extLst>
          </p:cNvPr>
          <p:cNvSpPr/>
          <p:nvPr/>
        </p:nvSpPr>
        <p:spPr>
          <a:xfrm>
            <a:off x="347831" y="1272794"/>
            <a:ext cx="11496327" cy="324102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latin typeface="Gill Sans Nova" panose="020B0602020104020203" pitchFamily="34" charset="0"/>
              </a:rPr>
              <a:t>Tools for the optimal operation </a:t>
            </a:r>
          </a:p>
          <a:p>
            <a:pPr algn="ctr"/>
            <a:r>
              <a:rPr lang="en-US" sz="4400" b="1" dirty="0">
                <a:solidFill>
                  <a:schemeClr val="tx1"/>
                </a:solidFill>
                <a:latin typeface="Gill Sans Nova" panose="020B0602020104020203" pitchFamily="34" charset="0"/>
              </a:rPr>
              <a:t>and planning of power systems</a:t>
            </a:r>
          </a:p>
          <a:p>
            <a:pPr algn="ctr"/>
            <a:endParaRPr lang="en-US" sz="2000" dirty="0">
              <a:solidFill>
                <a:schemeClr val="tx1"/>
              </a:solidFill>
              <a:latin typeface="Gill Sans Nova" panose="020B0602020104020203" pitchFamily="34" charset="0"/>
            </a:endParaRPr>
          </a:p>
          <a:p>
            <a:pPr algn="ctr"/>
            <a:r>
              <a:rPr lang="en-US" sz="4000" dirty="0">
                <a:solidFill>
                  <a:schemeClr val="tx1"/>
                </a:solidFill>
                <a:latin typeface="Gill Sans Nova" panose="020B0602020104020203" pitchFamily="34" charset="0"/>
              </a:rPr>
              <a:t>Lecture 1: Introduction to operations research</a:t>
            </a:r>
          </a:p>
        </p:txBody>
      </p:sp>
      <p:sp>
        <p:nvSpPr>
          <p:cNvPr id="19" name="CuadroTexto 18">
            <a:extLst>
              <a:ext uri="{FF2B5EF4-FFF2-40B4-BE49-F238E27FC236}">
                <a16:creationId xmlns:a16="http://schemas.microsoft.com/office/drawing/2014/main" id="{4F9C5258-24ED-F3A4-7E66-154865BBCF77}"/>
              </a:ext>
            </a:extLst>
          </p:cNvPr>
          <p:cNvSpPr txBox="1"/>
          <p:nvPr/>
        </p:nvSpPr>
        <p:spPr>
          <a:xfrm>
            <a:off x="347831" y="4920622"/>
            <a:ext cx="11496327" cy="1692771"/>
          </a:xfrm>
          <a:prstGeom prst="rect">
            <a:avLst/>
          </a:prstGeom>
          <a:noFill/>
        </p:spPr>
        <p:txBody>
          <a:bodyPr wrap="square" rtlCol="0">
            <a:spAutoFit/>
          </a:bodyPr>
          <a:lstStyle/>
          <a:p>
            <a:pPr algn="ctr"/>
            <a:r>
              <a:rPr lang="es-ES" sz="2600" dirty="0">
                <a:latin typeface="Gill Sans Nova" panose="020B0602020104020203" pitchFamily="34" charset="0"/>
              </a:rPr>
              <a:t>Álvaro García-Cerezo</a:t>
            </a:r>
          </a:p>
          <a:p>
            <a:pPr algn="ctr"/>
            <a:r>
              <a:rPr lang="es-ES" sz="2600" dirty="0">
                <a:latin typeface="Gill Sans Nova" panose="020B0602020104020203" pitchFamily="34" charset="0"/>
              </a:rPr>
              <a:t>Power and Energy </a:t>
            </a:r>
            <a:r>
              <a:rPr lang="es-ES" sz="2600" dirty="0" err="1">
                <a:latin typeface="Gill Sans Nova" panose="020B0602020104020203" pitchFamily="34" charset="0"/>
              </a:rPr>
              <a:t>Analysis</a:t>
            </a:r>
            <a:r>
              <a:rPr lang="es-ES" sz="2600" dirty="0">
                <a:latin typeface="Gill Sans Nova" panose="020B0602020104020203" pitchFamily="34" charset="0"/>
              </a:rPr>
              <a:t> and </a:t>
            </a:r>
            <a:r>
              <a:rPr lang="es-ES" sz="2600" dirty="0" err="1">
                <a:latin typeface="Gill Sans Nova" panose="020B0602020104020203" pitchFamily="34" charset="0"/>
              </a:rPr>
              <a:t>Research</a:t>
            </a:r>
            <a:r>
              <a:rPr lang="es-ES" sz="2600" dirty="0">
                <a:latin typeface="Gill Sans Nova" panose="020B0602020104020203" pitchFamily="34" charset="0"/>
              </a:rPr>
              <a:t> </a:t>
            </a:r>
            <a:r>
              <a:rPr lang="es-ES" sz="2600" dirty="0" err="1">
                <a:latin typeface="Gill Sans Nova" panose="020B0602020104020203" pitchFamily="34" charset="0"/>
              </a:rPr>
              <a:t>Laboratory</a:t>
            </a:r>
            <a:endParaRPr lang="es-ES" sz="2600" dirty="0">
              <a:latin typeface="Gill Sans Nova" panose="020B0602020104020203" pitchFamily="34" charset="0"/>
            </a:endParaRPr>
          </a:p>
          <a:p>
            <a:pPr algn="ctr"/>
            <a:r>
              <a:rPr lang="en-US" sz="2400" dirty="0">
                <a:latin typeface="Gill Sans Nova" panose="020B0602020104020203" pitchFamily="34" charset="0"/>
              </a:rPr>
              <a:t>School of Industrial and Aerospace Engineering of Toledo</a:t>
            </a:r>
            <a:r>
              <a:rPr lang="es-ES" sz="2600" dirty="0">
                <a:latin typeface="Gill Sans Nova" panose="020B0602020104020203" pitchFamily="34" charset="0"/>
              </a:rPr>
              <a:t>, Spain</a:t>
            </a:r>
          </a:p>
          <a:p>
            <a:pPr algn="ctr"/>
            <a:r>
              <a:rPr lang="es-ES" sz="2600" dirty="0">
                <a:latin typeface="Gill Sans Nova" panose="020B0602020104020203" pitchFamily="34" charset="0"/>
              </a:rPr>
              <a:t>Universidad de Castilla-La Mancha, Spain</a:t>
            </a:r>
          </a:p>
        </p:txBody>
      </p:sp>
      <p:sp>
        <p:nvSpPr>
          <p:cNvPr id="20" name="Rectángulo 19">
            <a:extLst>
              <a:ext uri="{FF2B5EF4-FFF2-40B4-BE49-F238E27FC236}">
                <a16:creationId xmlns:a16="http://schemas.microsoft.com/office/drawing/2014/main" id="{08685938-9876-CD36-696D-02E01EC3C7F6}"/>
              </a:ext>
            </a:extLst>
          </p:cNvPr>
          <p:cNvSpPr/>
          <p:nvPr/>
        </p:nvSpPr>
        <p:spPr>
          <a:xfrm>
            <a:off x="347831" y="4513814"/>
            <a:ext cx="11496327" cy="180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3" name="Imagen 2" descr="Imagen que contiene objeto&#10;&#10;Descripción generada automáticamente">
            <a:extLst>
              <a:ext uri="{FF2B5EF4-FFF2-40B4-BE49-F238E27FC236}">
                <a16:creationId xmlns:a16="http://schemas.microsoft.com/office/drawing/2014/main" id="{F8E9B3EB-03A4-0972-4F9F-BD67F40C9ED2}"/>
              </a:ext>
            </a:extLst>
          </p:cNvPr>
          <p:cNvPicPr>
            <a:picLocks noChangeAspect="1"/>
          </p:cNvPicPr>
          <p:nvPr/>
        </p:nvPicPr>
        <p:blipFill rotWithShape="1">
          <a:blip r:embed="rId2">
            <a:extLst>
              <a:ext uri="{28A0092B-C50C-407E-A947-70E740481C1C}">
                <a14:useLocalDpi xmlns:a14="http://schemas.microsoft.com/office/drawing/2010/main" val="0"/>
              </a:ext>
            </a:extLst>
          </a:blip>
          <a:srcRect l="4326" t="9477" b="9277"/>
          <a:stretch/>
        </p:blipFill>
        <p:spPr>
          <a:xfrm>
            <a:off x="1774756" y="164667"/>
            <a:ext cx="2494322" cy="1108127"/>
          </a:xfrm>
          <a:prstGeom prst="rect">
            <a:avLst/>
          </a:prstGeom>
        </p:spPr>
      </p:pic>
      <p:pic>
        <p:nvPicPr>
          <p:cNvPr id="6" name="Gráfico 5">
            <a:extLst>
              <a:ext uri="{FF2B5EF4-FFF2-40B4-BE49-F238E27FC236}">
                <a16:creationId xmlns:a16="http://schemas.microsoft.com/office/drawing/2014/main" id="{35F3F72E-6C2E-D91E-A61D-0CDAD01E194D}"/>
              </a:ext>
            </a:extLst>
          </p:cNvPr>
          <p:cNvPicPr>
            <a:picLocks noChangeAspect="1"/>
          </p:cNvPicPr>
          <p:nvPr/>
        </p:nvPicPr>
        <p:blipFill>
          <a:blip>
            <a:extLst>
              <a:ext uri="{96DAC541-7B7A-43D3-8B79-37D633B846F1}">
                <asvg:svgBlip xmlns:asvg="http://schemas.microsoft.com/office/drawing/2016/SVG/main" r:embed="rId3"/>
              </a:ext>
            </a:extLst>
          </a:blip>
          <a:srcRect l="13067" r="13438"/>
          <a:stretch>
            <a:fillRect/>
          </a:stretch>
        </p:blipFill>
        <p:spPr>
          <a:xfrm>
            <a:off x="7922909" y="164667"/>
            <a:ext cx="1935594" cy="1108127"/>
          </a:xfrm>
          <a:prstGeom prst="rect">
            <a:avLst/>
          </a:prstGeom>
        </p:spPr>
      </p:pic>
      <p:pic>
        <p:nvPicPr>
          <p:cNvPr id="8" name="Gráfico 7">
            <a:extLst>
              <a:ext uri="{FF2B5EF4-FFF2-40B4-BE49-F238E27FC236}">
                <a16:creationId xmlns:a16="http://schemas.microsoft.com/office/drawing/2014/main" id="{EB71818A-8D7A-1FFE-FA06-C4C533A971E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7699" y="378329"/>
            <a:ext cx="2416589" cy="680802"/>
          </a:xfrm>
          <a:prstGeom prst="rect">
            <a:avLst/>
          </a:prstGeom>
        </p:spPr>
      </p:pic>
    </p:spTree>
    <p:extLst>
      <p:ext uri="{BB962C8B-B14F-4D97-AF65-F5344CB8AC3E}">
        <p14:creationId xmlns:p14="http://schemas.microsoft.com/office/powerpoint/2010/main" val="3260488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7D342-FC31-1021-158C-70DAC1C358CF}"/>
            </a:ext>
          </a:extLst>
        </p:cNvPr>
        <p:cNvGrpSpPr/>
        <p:nvPr/>
      </p:nvGrpSpPr>
      <p:grpSpPr>
        <a:xfrm>
          <a:off x="0" y="0"/>
          <a:ext cx="0" cy="0"/>
          <a:chOff x="0" y="0"/>
          <a:chExt cx="0" cy="0"/>
        </a:xfrm>
      </p:grpSpPr>
      <p:sp>
        <p:nvSpPr>
          <p:cNvPr id="4" name="Marcador de número de diapositiva 5">
            <a:extLst>
              <a:ext uri="{FF2B5EF4-FFF2-40B4-BE49-F238E27FC236}">
                <a16:creationId xmlns:a16="http://schemas.microsoft.com/office/drawing/2014/main" id="{36E63B0C-F89C-57D4-114F-3D8211873F2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a:t>
            </a:fld>
            <a:endParaRPr lang="en-US" noProof="0" dirty="0"/>
          </a:p>
        </p:txBody>
      </p:sp>
      <p:sp>
        <p:nvSpPr>
          <p:cNvPr id="11" name="Marcador de contenido 2">
            <a:extLst>
              <a:ext uri="{FF2B5EF4-FFF2-40B4-BE49-F238E27FC236}">
                <a16:creationId xmlns:a16="http://schemas.microsoft.com/office/drawing/2014/main" id="{3644A44C-B540-FEB6-8424-D6266722F11F}"/>
              </a:ext>
            </a:extLst>
          </p:cNvPr>
          <p:cNvSpPr>
            <a:spLocks noGrp="1"/>
          </p:cNvSpPr>
          <p:nvPr>
            <p:ph idx="1"/>
          </p:nvPr>
        </p:nvSpPr>
        <p:spPr>
          <a:xfrm>
            <a:off x="629412" y="1501541"/>
            <a:ext cx="10933176" cy="4675421"/>
          </a:xfrm>
        </p:spPr>
        <p:txBody>
          <a:bodyPr>
            <a:noAutofit/>
          </a:bodyPr>
          <a:lstStyle/>
          <a:p>
            <a:pPr marL="0" indent="0" algn="just">
              <a:buClr>
                <a:srgbClr val="0070C0"/>
              </a:buClr>
              <a:buSzPct val="100000"/>
              <a:buNone/>
            </a:pPr>
            <a:endParaRPr lang="en-US" sz="2200" noProof="0" dirty="0">
              <a:latin typeface="Gill Sans Nova" panose="020B0602020104020203" pitchFamily="34" charset="0"/>
            </a:endParaRPr>
          </a:p>
          <a:p>
            <a:pPr marL="0" indent="0" algn="just">
              <a:buClr>
                <a:srgbClr val="0070C0"/>
              </a:buClr>
              <a:buSzPct val="100000"/>
              <a:buNone/>
            </a:pPr>
            <a:r>
              <a:rPr lang="en-US" sz="4400" noProof="0" dirty="0">
                <a:latin typeface="Gill Sans Nova" panose="020B0602020104020203" pitchFamily="34" charset="0"/>
              </a:rPr>
              <a:t>© 2026 Álvaro García Cerezo. This document is licensed under a Creative Commons Attribution 4.0 International License (CC BY 4.0).</a:t>
            </a:r>
          </a:p>
          <a:p>
            <a:pPr marL="0" indent="0" algn="just">
              <a:buClr>
                <a:srgbClr val="0070C0"/>
              </a:buClr>
              <a:buSzPct val="100000"/>
              <a:buNone/>
            </a:pPr>
            <a:endParaRPr lang="en-US" sz="4400" dirty="0">
              <a:latin typeface="Gill Sans Nova" panose="020B0602020104020203" pitchFamily="34" charset="0"/>
            </a:endParaRPr>
          </a:p>
          <a:p>
            <a:pPr marL="0" indent="0" algn="just">
              <a:buClr>
                <a:srgbClr val="0070C0"/>
              </a:buClr>
              <a:buSzPct val="100000"/>
              <a:buNone/>
            </a:pPr>
            <a:r>
              <a:rPr lang="en-US" sz="4400" noProof="0" dirty="0">
                <a:solidFill>
                  <a:srgbClr val="0070C0"/>
                </a:solidFill>
                <a:latin typeface="Gill Sans Nova" panose="020B0602020104020203" pitchFamily="34" charset="0"/>
              </a:rPr>
              <a:t>https://creativecommons.org/licenses/by/4.0/</a:t>
            </a:r>
          </a:p>
        </p:txBody>
      </p:sp>
      <p:sp>
        <p:nvSpPr>
          <p:cNvPr id="14" name="Título 1">
            <a:extLst>
              <a:ext uri="{FF2B5EF4-FFF2-40B4-BE49-F238E27FC236}">
                <a16:creationId xmlns:a16="http://schemas.microsoft.com/office/drawing/2014/main" id="{2E58B555-E37C-68F2-5976-642DC167FC99}"/>
              </a:ext>
            </a:extLst>
          </p:cNvPr>
          <p:cNvSpPr>
            <a:spLocks noGrp="1"/>
          </p:cNvSpPr>
          <p:nvPr>
            <p:ph type="title"/>
          </p:nvPr>
        </p:nvSpPr>
        <p:spPr>
          <a:xfrm>
            <a:off x="420625" y="254955"/>
            <a:ext cx="2673942" cy="686433"/>
          </a:xfrm>
        </p:spPr>
        <p:txBody>
          <a:bodyPr>
            <a:noAutofit/>
          </a:bodyPr>
          <a:lstStyle/>
          <a:p>
            <a:r>
              <a:rPr lang="en-US" sz="4800" dirty="0">
                <a:latin typeface="Gill Sans Nova" panose="020B0602020104020203" pitchFamily="34" charset="0"/>
              </a:rPr>
              <a:t>Copyright</a:t>
            </a:r>
            <a:endParaRPr lang="en-US" sz="4000" noProof="0" dirty="0">
              <a:latin typeface="Gill Sans Nova" panose="020B0602020104020203" pitchFamily="34" charset="0"/>
            </a:endParaRPr>
          </a:p>
        </p:txBody>
      </p:sp>
      <p:sp>
        <p:nvSpPr>
          <p:cNvPr id="15" name="Rectángulo 14">
            <a:extLst>
              <a:ext uri="{FF2B5EF4-FFF2-40B4-BE49-F238E27FC236}">
                <a16:creationId xmlns:a16="http://schemas.microsoft.com/office/drawing/2014/main" id="{FB10D3B4-053B-B0E2-20AF-72087328134F}"/>
              </a:ext>
            </a:extLst>
          </p:cNvPr>
          <p:cNvSpPr/>
          <p:nvPr/>
        </p:nvSpPr>
        <p:spPr>
          <a:xfrm>
            <a:off x="420625" y="941382"/>
            <a:ext cx="26739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5955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815E9-3C3A-8338-2BBF-CA4FBB58BE0F}"/>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5A26373-A7F6-D8D0-A56D-228F5B88B583}"/>
              </a:ext>
            </a:extLst>
          </p:cNvPr>
          <p:cNvSpPr>
            <a:spLocks noGrp="1"/>
          </p:cNvSpPr>
          <p:nvPr>
            <p:ph idx="1"/>
          </p:nvPr>
        </p:nvSpPr>
        <p:spPr>
          <a:xfrm>
            <a:off x="420624" y="1544320"/>
            <a:ext cx="10933176" cy="4948553"/>
          </a:xfrm>
        </p:spPr>
        <p:txBody>
          <a:bodyPr>
            <a:normAutofit/>
          </a:bodyPr>
          <a:lstStyle/>
          <a:p>
            <a:pPr marL="742950" indent="-742950">
              <a:buAutoNum type="arabicPeriod"/>
            </a:pPr>
            <a:r>
              <a:rPr lang="en-US" sz="3600" dirty="0">
                <a:latin typeface="Gill Sans Nova" panose="020B0602020104020203" pitchFamily="34" charset="0"/>
              </a:rPr>
              <a:t>Introduction </a:t>
            </a:r>
          </a:p>
          <a:p>
            <a:pPr marL="742950" indent="-742950">
              <a:buAutoNum type="arabicPeriod"/>
            </a:pPr>
            <a:r>
              <a:rPr lang="en-US" sz="3600" noProof="0" dirty="0">
                <a:latin typeface="Gill Sans Nova" panose="020B0602020104020203" pitchFamily="34" charset="0"/>
              </a:rPr>
              <a:t>Classification of </a:t>
            </a:r>
            <a:r>
              <a:rPr lang="en-US" sz="3600" dirty="0">
                <a:latin typeface="Gill Sans Nova" panose="020B0602020104020203" pitchFamily="34" charset="0"/>
              </a:rPr>
              <a:t>Optimization</a:t>
            </a:r>
            <a:r>
              <a:rPr lang="en-US" sz="3600" noProof="0" dirty="0">
                <a:latin typeface="Gill Sans Nova" panose="020B0602020104020203" pitchFamily="34" charset="0"/>
              </a:rPr>
              <a:t> Models</a:t>
            </a:r>
          </a:p>
          <a:p>
            <a:pPr marL="742950" indent="-742950">
              <a:buAutoNum type="arabicPeriod"/>
            </a:pPr>
            <a:r>
              <a:rPr lang="en-US" sz="3600" dirty="0">
                <a:latin typeface="Gill Sans Nova" panose="020B0602020104020203" pitchFamily="34" charset="0"/>
              </a:rPr>
              <a:t>Linear Programming</a:t>
            </a:r>
            <a:endParaRPr lang="en-US" sz="3600" noProof="0" dirty="0">
              <a:latin typeface="Gill Sans Nova" panose="020B0602020104020203" pitchFamily="34" charset="0"/>
            </a:endParaRPr>
          </a:p>
          <a:p>
            <a:pPr marL="742950" indent="-742950">
              <a:buAutoNum type="arabicPeriod"/>
            </a:pPr>
            <a:r>
              <a:rPr lang="en-US" sz="3600" dirty="0">
                <a:latin typeface="Gill Sans Nova" panose="020B0602020104020203" pitchFamily="34" charset="0"/>
              </a:rPr>
              <a:t>Mixed Integer-Linear Programming</a:t>
            </a:r>
            <a:endParaRPr lang="en-US" sz="3600" noProof="0" dirty="0">
              <a:latin typeface="Gill Sans Nova" panose="020B0602020104020203" pitchFamily="34" charset="0"/>
            </a:endParaRPr>
          </a:p>
          <a:p>
            <a:pPr marL="742950" indent="-742950">
              <a:buAutoNum type="arabicPeriod"/>
            </a:pPr>
            <a:r>
              <a:rPr lang="en-US" sz="3600" dirty="0">
                <a:latin typeface="Gill Sans Nova" panose="020B0602020104020203" pitchFamily="34" charset="0"/>
              </a:rPr>
              <a:t>Nonlinear Programming</a:t>
            </a:r>
            <a:endParaRPr lang="en-US" sz="3600" noProof="0" dirty="0">
              <a:latin typeface="Gill Sans Nova" panose="020B0602020104020203" pitchFamily="34" charset="0"/>
            </a:endParaRPr>
          </a:p>
          <a:p>
            <a:pPr marL="742950" indent="-742950">
              <a:buAutoNum type="arabicPeriod"/>
            </a:pPr>
            <a:r>
              <a:rPr lang="en-US" sz="3600" noProof="0" dirty="0">
                <a:latin typeface="Gill Sans Nova" panose="020B0602020104020203" pitchFamily="34" charset="0"/>
              </a:rPr>
              <a:t>Optimization Software</a:t>
            </a:r>
          </a:p>
          <a:p>
            <a:pPr marL="742950" indent="-742950">
              <a:buFont typeface="Arial" panose="020B0604020202020204" pitchFamily="34" charset="0"/>
              <a:buAutoNum type="arabicPeriod"/>
            </a:pPr>
            <a:r>
              <a:rPr lang="en-US" sz="3600" dirty="0">
                <a:latin typeface="Gill Sans Nova" panose="020B0602020104020203" pitchFamily="34" charset="0"/>
              </a:rPr>
              <a:t>Dual variables</a:t>
            </a:r>
          </a:p>
          <a:p>
            <a:pPr marL="742950" indent="-742950">
              <a:buAutoNum type="arabicPeriod"/>
            </a:pPr>
            <a:r>
              <a:rPr lang="en-US" sz="3600" dirty="0">
                <a:latin typeface="Gill Sans Nova" panose="020B0602020104020203" pitchFamily="34" charset="0"/>
              </a:rPr>
              <a:t>Reformulation Techniques</a:t>
            </a:r>
          </a:p>
        </p:txBody>
      </p:sp>
      <p:sp>
        <p:nvSpPr>
          <p:cNvPr id="6" name="Marcador de número de diapositiva 5">
            <a:extLst>
              <a:ext uri="{FF2B5EF4-FFF2-40B4-BE49-F238E27FC236}">
                <a16:creationId xmlns:a16="http://schemas.microsoft.com/office/drawing/2014/main" id="{29A732E3-66A0-34AE-06AB-27DA4BEE65A6}"/>
              </a:ext>
            </a:extLst>
          </p:cNvPr>
          <p:cNvSpPr>
            <a:spLocks noGrp="1"/>
          </p:cNvSpPr>
          <p:nvPr>
            <p:ph type="sldNum" sz="quarter" idx="12"/>
          </p:nvPr>
        </p:nvSpPr>
        <p:spPr/>
        <p:txBody>
          <a:bodyPr/>
          <a:lstStyle/>
          <a:p>
            <a:fld id="{5A84F577-29EB-44E5-8782-4BD1CF8B9235}" type="slidenum">
              <a:rPr lang="en-US" noProof="0" smtClean="0"/>
              <a:t>3</a:t>
            </a:fld>
            <a:endParaRPr lang="en-US" noProof="0" dirty="0"/>
          </a:p>
        </p:txBody>
      </p:sp>
      <p:sp>
        <p:nvSpPr>
          <p:cNvPr id="8" name="Título 1">
            <a:extLst>
              <a:ext uri="{FF2B5EF4-FFF2-40B4-BE49-F238E27FC236}">
                <a16:creationId xmlns:a16="http://schemas.microsoft.com/office/drawing/2014/main" id="{D4196D4A-1927-B707-2E45-630CE2716CD4}"/>
              </a:ext>
            </a:extLst>
          </p:cNvPr>
          <p:cNvSpPr>
            <a:spLocks noGrp="1"/>
          </p:cNvSpPr>
          <p:nvPr>
            <p:ph type="title"/>
          </p:nvPr>
        </p:nvSpPr>
        <p:spPr>
          <a:xfrm>
            <a:off x="420625" y="254955"/>
            <a:ext cx="2507401" cy="686433"/>
          </a:xfrm>
        </p:spPr>
        <p:txBody>
          <a:bodyPr>
            <a:noAutofit/>
          </a:bodyPr>
          <a:lstStyle/>
          <a:p>
            <a:r>
              <a:rPr lang="en-US" sz="4800" dirty="0">
                <a:latin typeface="Gill Sans Nova" panose="020B0602020104020203" pitchFamily="34" charset="0"/>
              </a:rPr>
              <a:t>Contents</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AAA287E1-859E-150E-F4E7-FB1041158870}"/>
              </a:ext>
            </a:extLst>
          </p:cNvPr>
          <p:cNvSpPr/>
          <p:nvPr/>
        </p:nvSpPr>
        <p:spPr>
          <a:xfrm>
            <a:off x="420625" y="941381"/>
            <a:ext cx="250740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80136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78CB2-91C3-9FA6-F2B2-9CAA19A17D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C0275C-140F-AF2B-8D9F-362E7A8750D2}"/>
              </a:ext>
            </a:extLst>
          </p:cNvPr>
          <p:cNvSpPr>
            <a:spLocks noGrp="1"/>
          </p:cNvSpPr>
          <p:nvPr>
            <p:ph type="title"/>
          </p:nvPr>
        </p:nvSpPr>
        <p:spPr>
          <a:xfrm>
            <a:off x="2473405" y="2628742"/>
            <a:ext cx="7245190" cy="1600516"/>
          </a:xfrm>
        </p:spPr>
        <p:txBody>
          <a:bodyPr>
            <a:noAutofit/>
          </a:bodyPr>
          <a:lstStyle/>
          <a:p>
            <a:pPr algn="ctr"/>
            <a:r>
              <a:rPr lang="en-US" sz="8800" dirty="0">
                <a:latin typeface="Gill Sans Nova" panose="020B0602020104020203" pitchFamily="34" charset="0"/>
              </a:rPr>
              <a:t>1. Introduction</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168BEDED-FE5C-C8CC-6A89-470EA452C48E}"/>
              </a:ext>
            </a:extLst>
          </p:cNvPr>
          <p:cNvSpPr>
            <a:spLocks noGrp="1"/>
          </p:cNvSpPr>
          <p:nvPr>
            <p:ph type="sldNum" sz="quarter" idx="12"/>
          </p:nvPr>
        </p:nvSpPr>
        <p:spPr/>
        <p:txBody>
          <a:bodyPr/>
          <a:lstStyle/>
          <a:p>
            <a:fld id="{5A84F577-29EB-44E5-8782-4BD1CF8B9235}" type="slidenum">
              <a:rPr lang="en-US" noProof="0" smtClean="0"/>
              <a:t>4</a:t>
            </a:fld>
            <a:endParaRPr lang="en-US" noProof="0" dirty="0"/>
          </a:p>
        </p:txBody>
      </p:sp>
    </p:spTree>
    <p:extLst>
      <p:ext uri="{BB962C8B-B14F-4D97-AF65-F5344CB8AC3E}">
        <p14:creationId xmlns:p14="http://schemas.microsoft.com/office/powerpoint/2010/main" val="1654386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17C23-7E4F-A139-E9B4-CBD333BF5DBE}"/>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8275FB11-77E6-98BA-E75B-2277DCE563BC}"/>
              </a:ext>
            </a:extLst>
          </p:cNvPr>
          <p:cNvSpPr>
            <a:spLocks noGrp="1"/>
          </p:cNvSpPr>
          <p:nvPr>
            <p:ph type="title"/>
          </p:nvPr>
        </p:nvSpPr>
        <p:spPr>
          <a:xfrm>
            <a:off x="420625" y="254955"/>
            <a:ext cx="3279308" cy="686433"/>
          </a:xfrm>
        </p:spPr>
        <p:txBody>
          <a:bodyPr>
            <a:noAutofit/>
          </a:bodyPr>
          <a:lstStyle/>
          <a:p>
            <a:r>
              <a:rPr lang="en-US" sz="4800" dirty="0">
                <a:latin typeface="Gill Sans Nova" panose="020B0602020104020203" pitchFamily="34" charset="0"/>
              </a:rPr>
              <a:t>Introduction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AD7F27FE-E825-6047-1C85-CB46694C8F24}"/>
              </a:ext>
            </a:extLst>
          </p:cNvPr>
          <p:cNvSpPr/>
          <p:nvPr/>
        </p:nvSpPr>
        <p:spPr>
          <a:xfrm>
            <a:off x="420625" y="941382"/>
            <a:ext cx="32793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ítulo 1">
            <a:extLst>
              <a:ext uri="{FF2B5EF4-FFF2-40B4-BE49-F238E27FC236}">
                <a16:creationId xmlns:a16="http://schemas.microsoft.com/office/drawing/2014/main" id="{FF0E1FE9-40A5-44C4-2B99-00C99567A86D}"/>
              </a:ext>
            </a:extLst>
          </p:cNvPr>
          <p:cNvSpPr txBox="1">
            <a:spLocks/>
          </p:cNvSpPr>
          <p:nvPr/>
        </p:nvSpPr>
        <p:spPr>
          <a:xfrm>
            <a:off x="2625915" y="1627815"/>
            <a:ext cx="6940169" cy="406415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latin typeface="Gill Sans Nova" panose="020B0602020104020203" pitchFamily="34" charset="0"/>
              </a:rPr>
              <a:t>Optimization</a:t>
            </a:r>
            <a:endParaRPr lang="en-US" sz="7200" dirty="0">
              <a:latin typeface="Gill Sans Nova" panose="020B0602020104020203" pitchFamily="34" charset="0"/>
            </a:endParaRPr>
          </a:p>
        </p:txBody>
      </p:sp>
      <p:sp>
        <p:nvSpPr>
          <p:cNvPr id="3" name="Marcador de número de diapositiva 5">
            <a:extLst>
              <a:ext uri="{FF2B5EF4-FFF2-40B4-BE49-F238E27FC236}">
                <a16:creationId xmlns:a16="http://schemas.microsoft.com/office/drawing/2014/main" id="{9CD46107-7338-4861-DB00-864E2C87F2E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a:t>
            </a:fld>
            <a:endParaRPr lang="en-US" noProof="0" dirty="0"/>
          </a:p>
        </p:txBody>
      </p:sp>
    </p:spTree>
    <p:extLst>
      <p:ext uri="{BB962C8B-B14F-4D97-AF65-F5344CB8AC3E}">
        <p14:creationId xmlns:p14="http://schemas.microsoft.com/office/powerpoint/2010/main" val="2741483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80366-39CE-458B-CF2E-9B711BCEC89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62D714E4-D031-030A-9BCC-E1ACE84D68C4}"/>
              </a:ext>
            </a:extLst>
          </p:cNvPr>
          <p:cNvSpPr>
            <a:spLocks noGrp="1"/>
          </p:cNvSpPr>
          <p:nvPr>
            <p:ph type="title"/>
          </p:nvPr>
        </p:nvSpPr>
        <p:spPr>
          <a:xfrm>
            <a:off x="420625" y="254955"/>
            <a:ext cx="3279308" cy="686433"/>
          </a:xfrm>
        </p:spPr>
        <p:txBody>
          <a:bodyPr>
            <a:noAutofit/>
          </a:bodyPr>
          <a:lstStyle/>
          <a:p>
            <a:r>
              <a:rPr lang="en-US" sz="4800" dirty="0">
                <a:latin typeface="Gill Sans Nova" panose="020B0602020104020203" pitchFamily="34" charset="0"/>
              </a:rPr>
              <a:t>Introduction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B7E6441-B4F7-B883-86FB-064CE02F951B}"/>
              </a:ext>
            </a:extLst>
          </p:cNvPr>
          <p:cNvSpPr/>
          <p:nvPr/>
        </p:nvSpPr>
        <p:spPr>
          <a:xfrm>
            <a:off x="420625" y="941382"/>
            <a:ext cx="32793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ítulo 1">
            <a:extLst>
              <a:ext uri="{FF2B5EF4-FFF2-40B4-BE49-F238E27FC236}">
                <a16:creationId xmlns:a16="http://schemas.microsoft.com/office/drawing/2014/main" id="{497159B7-BA0E-CCE3-0E7D-298A89E6A649}"/>
              </a:ext>
            </a:extLst>
          </p:cNvPr>
          <p:cNvSpPr txBox="1">
            <a:spLocks/>
          </p:cNvSpPr>
          <p:nvPr/>
        </p:nvSpPr>
        <p:spPr>
          <a:xfrm>
            <a:off x="463777" y="1627815"/>
            <a:ext cx="11264444" cy="406415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latin typeface="Gill Sans Nova" panose="020B0602020104020203" pitchFamily="34" charset="0"/>
              </a:rPr>
              <a:t>To make the </a:t>
            </a:r>
            <a:r>
              <a:rPr lang="en-US" sz="7200" dirty="0">
                <a:highlight>
                  <a:srgbClr val="FFFF00"/>
                </a:highlight>
                <a:latin typeface="Gill Sans Nova" panose="020B0602020104020203" pitchFamily="34" charset="0"/>
              </a:rPr>
              <a:t>best decision</a:t>
            </a:r>
            <a:r>
              <a:rPr lang="en-US" sz="7200" dirty="0">
                <a:latin typeface="Gill Sans Nova" panose="020B0602020104020203" pitchFamily="34" charset="0"/>
              </a:rPr>
              <a:t> </a:t>
            </a:r>
          </a:p>
        </p:txBody>
      </p:sp>
      <p:sp>
        <p:nvSpPr>
          <p:cNvPr id="3" name="Marcador de número de diapositiva 5">
            <a:extLst>
              <a:ext uri="{FF2B5EF4-FFF2-40B4-BE49-F238E27FC236}">
                <a16:creationId xmlns:a16="http://schemas.microsoft.com/office/drawing/2014/main" id="{55390049-42C7-9C9F-DD57-5A310DE4941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a:t>
            </a:fld>
            <a:endParaRPr lang="en-US" noProof="0" dirty="0"/>
          </a:p>
        </p:txBody>
      </p:sp>
    </p:spTree>
    <p:extLst>
      <p:ext uri="{BB962C8B-B14F-4D97-AF65-F5344CB8AC3E}">
        <p14:creationId xmlns:p14="http://schemas.microsoft.com/office/powerpoint/2010/main" val="3264154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D4644-38CD-DE6C-B943-2FF417B89EE0}"/>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DA080D47-EB92-6ABB-505B-8A61E9D80882}"/>
              </a:ext>
            </a:extLst>
          </p:cNvPr>
          <p:cNvSpPr>
            <a:spLocks noGrp="1"/>
          </p:cNvSpPr>
          <p:nvPr>
            <p:ph type="title"/>
          </p:nvPr>
        </p:nvSpPr>
        <p:spPr>
          <a:xfrm>
            <a:off x="420625" y="254955"/>
            <a:ext cx="3445255" cy="686433"/>
          </a:xfrm>
        </p:spPr>
        <p:txBody>
          <a:bodyPr>
            <a:noAutofit/>
          </a:bodyPr>
          <a:lstStyle/>
          <a:p>
            <a:r>
              <a:rPr lang="en-US" sz="4800" dirty="0">
                <a:latin typeface="Gill Sans Nova" panose="020B0602020104020203" pitchFamily="34" charset="0"/>
              </a:rPr>
              <a:t>Optimization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CA53503-11FB-AE64-1546-00E45FE163FC}"/>
              </a:ext>
            </a:extLst>
          </p:cNvPr>
          <p:cNvSpPr/>
          <p:nvPr/>
        </p:nvSpPr>
        <p:spPr>
          <a:xfrm>
            <a:off x="420624" y="941382"/>
            <a:ext cx="3445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ítulo 1">
            <a:extLst>
              <a:ext uri="{FF2B5EF4-FFF2-40B4-BE49-F238E27FC236}">
                <a16:creationId xmlns:a16="http://schemas.microsoft.com/office/drawing/2014/main" id="{E2F2A8BE-3992-B4B9-E826-F7A7A16517ED}"/>
              </a:ext>
            </a:extLst>
          </p:cNvPr>
          <p:cNvSpPr txBox="1">
            <a:spLocks/>
          </p:cNvSpPr>
          <p:nvPr/>
        </p:nvSpPr>
        <p:spPr>
          <a:xfrm>
            <a:off x="463778" y="1396921"/>
            <a:ext cx="11264444" cy="406415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000" dirty="0">
              <a:solidFill>
                <a:srgbClr val="FF0000"/>
              </a:solidFill>
              <a:latin typeface="Gill Sans Nova" panose="020B0602020104020203" pitchFamily="34" charset="0"/>
            </a:endParaRPr>
          </a:p>
        </p:txBody>
      </p:sp>
      <p:sp>
        <p:nvSpPr>
          <p:cNvPr id="7" name="Título 1">
            <a:extLst>
              <a:ext uri="{FF2B5EF4-FFF2-40B4-BE49-F238E27FC236}">
                <a16:creationId xmlns:a16="http://schemas.microsoft.com/office/drawing/2014/main" id="{E4F9FC2F-A405-8E42-386C-8F158F025486}"/>
              </a:ext>
            </a:extLst>
          </p:cNvPr>
          <p:cNvSpPr txBox="1">
            <a:spLocks/>
          </p:cNvSpPr>
          <p:nvPr/>
        </p:nvSpPr>
        <p:spPr>
          <a:xfrm>
            <a:off x="463778" y="1288927"/>
            <a:ext cx="11264444" cy="16542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latin typeface="Gill Sans Nova" panose="020B0602020104020203" pitchFamily="34" charset="0"/>
              </a:rPr>
              <a:t>What is the best option?</a:t>
            </a:r>
            <a:endParaRPr lang="en-US" sz="6000" dirty="0">
              <a:latin typeface="Gill Sans Nova" panose="020B0602020104020203" pitchFamily="34" charset="0"/>
            </a:endParaRPr>
          </a:p>
        </p:txBody>
      </p:sp>
      <p:sp>
        <p:nvSpPr>
          <p:cNvPr id="3" name="Marcador de número de diapositiva 5">
            <a:extLst>
              <a:ext uri="{FF2B5EF4-FFF2-40B4-BE49-F238E27FC236}">
                <a16:creationId xmlns:a16="http://schemas.microsoft.com/office/drawing/2014/main" id="{377FF2EE-9E58-34B7-CE7A-8EF67116CCF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a:t>
            </a:fld>
            <a:endParaRPr lang="en-US" noProof="0" dirty="0"/>
          </a:p>
        </p:txBody>
      </p:sp>
      <p:pic>
        <p:nvPicPr>
          <p:cNvPr id="19" name="Gráfico 18" descr="Coche con relleno sólido">
            <a:extLst>
              <a:ext uri="{FF2B5EF4-FFF2-40B4-BE49-F238E27FC236}">
                <a16:creationId xmlns:a16="http://schemas.microsoft.com/office/drawing/2014/main" id="{7E1BBFB9-AE09-5097-5A65-C20C30A8BB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36770" y="3191312"/>
            <a:ext cx="3240000" cy="3240000"/>
          </a:xfrm>
          <a:prstGeom prst="rect">
            <a:avLst/>
          </a:prstGeom>
        </p:spPr>
      </p:pic>
      <p:pic>
        <p:nvPicPr>
          <p:cNvPr id="31" name="Gráfico 30" descr="Convertible con relleno sólido">
            <a:extLst>
              <a:ext uri="{FF2B5EF4-FFF2-40B4-BE49-F238E27FC236}">
                <a16:creationId xmlns:a16="http://schemas.microsoft.com/office/drawing/2014/main" id="{34F63C61-68D0-444F-BE68-F6DAEA7F63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83634" y="2913412"/>
            <a:ext cx="3944588" cy="3944588"/>
          </a:xfrm>
          <a:prstGeom prst="rect">
            <a:avLst/>
          </a:prstGeom>
        </p:spPr>
      </p:pic>
      <p:pic>
        <p:nvPicPr>
          <p:cNvPr id="34" name="Gráfico 33" descr="Camión con relleno sólido">
            <a:extLst>
              <a:ext uri="{FF2B5EF4-FFF2-40B4-BE49-F238E27FC236}">
                <a16:creationId xmlns:a16="http://schemas.microsoft.com/office/drawing/2014/main" id="{353020C9-1C5F-D1A5-51C4-2486C8C8B28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3778" y="2721436"/>
            <a:ext cx="3733180" cy="3733180"/>
          </a:xfrm>
          <a:prstGeom prst="rect">
            <a:avLst/>
          </a:prstGeom>
        </p:spPr>
      </p:pic>
    </p:spTree>
    <p:extLst>
      <p:ext uri="{BB962C8B-B14F-4D97-AF65-F5344CB8AC3E}">
        <p14:creationId xmlns:p14="http://schemas.microsoft.com/office/powerpoint/2010/main" val="326147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D8141-3FA4-26AA-5FC9-FC380E20DF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20B86D-FEBC-89DE-39A0-65759828B326}"/>
              </a:ext>
            </a:extLst>
          </p:cNvPr>
          <p:cNvSpPr txBox="1">
            <a:spLocks/>
          </p:cNvSpPr>
          <p:nvPr/>
        </p:nvSpPr>
        <p:spPr>
          <a:xfrm>
            <a:off x="463778" y="1494509"/>
            <a:ext cx="11264444" cy="149867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dirty="0">
                <a:latin typeface="Gill Sans Nova" panose="020B0602020104020203" pitchFamily="34" charset="0"/>
              </a:rPr>
              <a:t>It depends</a:t>
            </a:r>
          </a:p>
        </p:txBody>
      </p:sp>
      <p:pic>
        <p:nvPicPr>
          <p:cNvPr id="4" name="Gráfico 3" descr="Carretilla para transporte con relleno sólido">
            <a:extLst>
              <a:ext uri="{FF2B5EF4-FFF2-40B4-BE49-F238E27FC236}">
                <a16:creationId xmlns:a16="http://schemas.microsoft.com/office/drawing/2014/main" id="{BA9D08A4-8A20-9861-FA3E-5AC47B346C6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100" y="3848100"/>
            <a:ext cx="1689100" cy="1689100"/>
          </a:xfrm>
          <a:prstGeom prst="rect">
            <a:avLst/>
          </a:prstGeom>
        </p:spPr>
      </p:pic>
      <p:pic>
        <p:nvPicPr>
          <p:cNvPr id="7" name="Gráfico 6" descr="Familia con dos niños con relleno sólido">
            <a:extLst>
              <a:ext uri="{FF2B5EF4-FFF2-40B4-BE49-F238E27FC236}">
                <a16:creationId xmlns:a16="http://schemas.microsoft.com/office/drawing/2014/main" id="{6F645381-5E95-61D3-5FF5-E63F9E114D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03500" y="3708400"/>
            <a:ext cx="2019300" cy="2019300"/>
          </a:xfrm>
          <a:prstGeom prst="rect">
            <a:avLst/>
          </a:prstGeom>
        </p:spPr>
      </p:pic>
      <p:pic>
        <p:nvPicPr>
          <p:cNvPr id="9" name="Gráfico 8" descr="Hucha con relleno sólido">
            <a:extLst>
              <a:ext uri="{FF2B5EF4-FFF2-40B4-BE49-F238E27FC236}">
                <a16:creationId xmlns:a16="http://schemas.microsoft.com/office/drawing/2014/main" id="{0BA07830-E9D9-8B3B-87AF-4998B4EFDB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86350" y="3198063"/>
            <a:ext cx="2019300" cy="2019300"/>
          </a:xfrm>
          <a:prstGeom prst="rect">
            <a:avLst/>
          </a:prstGeom>
        </p:spPr>
      </p:pic>
      <p:pic>
        <p:nvPicPr>
          <p:cNvPr id="11" name="Gráfico 10" descr="Dinero contorno">
            <a:extLst>
              <a:ext uri="{FF2B5EF4-FFF2-40B4-BE49-F238E27FC236}">
                <a16:creationId xmlns:a16="http://schemas.microsoft.com/office/drawing/2014/main" id="{FEDD2683-D3FC-41AF-D70A-1BAF2FDE19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96000" y="4531520"/>
            <a:ext cx="1676400" cy="1676400"/>
          </a:xfrm>
          <a:prstGeom prst="rect">
            <a:avLst/>
          </a:prstGeom>
        </p:spPr>
      </p:pic>
      <p:pic>
        <p:nvPicPr>
          <p:cNvPr id="13" name="Gráfico 12" descr="Coche eléctrico con relleno sólido">
            <a:extLst>
              <a:ext uri="{FF2B5EF4-FFF2-40B4-BE49-F238E27FC236}">
                <a16:creationId xmlns:a16="http://schemas.microsoft.com/office/drawing/2014/main" id="{E2CC7407-205A-9BCD-1129-3B87857A6D9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115300" y="3350149"/>
            <a:ext cx="2685002" cy="2685002"/>
          </a:xfrm>
          <a:prstGeom prst="rect">
            <a:avLst/>
          </a:prstGeom>
        </p:spPr>
      </p:pic>
      <p:sp>
        <p:nvSpPr>
          <p:cNvPr id="3" name="Marcador de número de diapositiva 5">
            <a:extLst>
              <a:ext uri="{FF2B5EF4-FFF2-40B4-BE49-F238E27FC236}">
                <a16:creationId xmlns:a16="http://schemas.microsoft.com/office/drawing/2014/main" id="{1D4498A5-8C8C-C3B2-A014-F5F298E9E34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a:t>
            </a:fld>
            <a:endParaRPr lang="en-US" noProof="0" dirty="0"/>
          </a:p>
        </p:txBody>
      </p:sp>
      <p:sp>
        <p:nvSpPr>
          <p:cNvPr id="8" name="Título 1">
            <a:extLst>
              <a:ext uri="{FF2B5EF4-FFF2-40B4-BE49-F238E27FC236}">
                <a16:creationId xmlns:a16="http://schemas.microsoft.com/office/drawing/2014/main" id="{6006088F-494E-34C8-CD7D-35FB176E6010}"/>
              </a:ext>
            </a:extLst>
          </p:cNvPr>
          <p:cNvSpPr>
            <a:spLocks noGrp="1"/>
          </p:cNvSpPr>
          <p:nvPr>
            <p:ph type="title"/>
          </p:nvPr>
        </p:nvSpPr>
        <p:spPr>
          <a:xfrm>
            <a:off x="420625" y="254955"/>
            <a:ext cx="3445255" cy="686433"/>
          </a:xfrm>
        </p:spPr>
        <p:txBody>
          <a:bodyPr>
            <a:noAutofit/>
          </a:bodyPr>
          <a:lstStyle/>
          <a:p>
            <a:r>
              <a:rPr lang="en-US" sz="4800" dirty="0">
                <a:latin typeface="Gill Sans Nova" panose="020B0602020104020203" pitchFamily="34" charset="0"/>
              </a:rPr>
              <a:t>Optimization</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19C5814A-8BAA-4C4E-55B7-41B6E840340C}"/>
              </a:ext>
            </a:extLst>
          </p:cNvPr>
          <p:cNvSpPr/>
          <p:nvPr/>
        </p:nvSpPr>
        <p:spPr>
          <a:xfrm>
            <a:off x="420624" y="941382"/>
            <a:ext cx="3445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39859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1ED3-7017-42CE-48A5-B369D7687F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407F935-D52A-01C0-3C65-46069D747326}"/>
              </a:ext>
            </a:extLst>
          </p:cNvPr>
          <p:cNvSpPr txBox="1">
            <a:spLocks/>
          </p:cNvSpPr>
          <p:nvPr/>
        </p:nvSpPr>
        <p:spPr>
          <a:xfrm>
            <a:off x="463777" y="1627815"/>
            <a:ext cx="11264444" cy="406415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dirty="0">
                <a:latin typeface="Gill Sans Nova" panose="020B0602020104020203" pitchFamily="34" charset="0"/>
              </a:rPr>
              <a:t>To make the </a:t>
            </a:r>
            <a:r>
              <a:rPr lang="en-US" sz="6600" dirty="0">
                <a:highlight>
                  <a:srgbClr val="FFFF00"/>
                </a:highlight>
                <a:latin typeface="Gill Sans Nova" panose="020B0602020104020203" pitchFamily="34" charset="0"/>
              </a:rPr>
              <a:t>best decision</a:t>
            </a:r>
            <a:r>
              <a:rPr lang="en-US" sz="6600" dirty="0">
                <a:latin typeface="Gill Sans Nova" panose="020B0602020104020203" pitchFamily="34" charset="0"/>
              </a:rPr>
              <a:t> </a:t>
            </a:r>
          </a:p>
          <a:p>
            <a:pPr algn="ctr"/>
            <a:r>
              <a:rPr lang="en-US" sz="6600" dirty="0">
                <a:latin typeface="Gill Sans Nova" panose="020B0602020104020203" pitchFamily="34" charset="0"/>
              </a:rPr>
              <a:t>for a given </a:t>
            </a:r>
            <a:r>
              <a:rPr lang="en-US" sz="6600" dirty="0">
                <a:solidFill>
                  <a:srgbClr val="0070C0"/>
                </a:solidFill>
                <a:latin typeface="Gill Sans Nova" panose="020B0602020104020203" pitchFamily="34" charset="0"/>
              </a:rPr>
              <a:t>objective function </a:t>
            </a:r>
            <a:r>
              <a:rPr lang="en-US" sz="6600" dirty="0">
                <a:latin typeface="Gill Sans Nova" panose="020B0602020104020203" pitchFamily="34" charset="0"/>
              </a:rPr>
              <a:t>and </a:t>
            </a:r>
            <a:r>
              <a:rPr lang="en-US" sz="6600" dirty="0">
                <a:solidFill>
                  <a:srgbClr val="0070C0"/>
                </a:solidFill>
                <a:latin typeface="Gill Sans Nova" panose="020B0602020104020203" pitchFamily="34" charset="0"/>
              </a:rPr>
              <a:t>subject to</a:t>
            </a:r>
            <a:r>
              <a:rPr lang="en-US" sz="6600" dirty="0">
                <a:latin typeface="Gill Sans Nova" panose="020B0602020104020203" pitchFamily="34" charset="0"/>
              </a:rPr>
              <a:t> the</a:t>
            </a:r>
          </a:p>
          <a:p>
            <a:pPr algn="ctr"/>
            <a:r>
              <a:rPr lang="en-US" sz="6600" dirty="0">
                <a:latin typeface="Gill Sans Nova" panose="020B0602020104020203" pitchFamily="34" charset="0"/>
              </a:rPr>
              <a:t> </a:t>
            </a:r>
            <a:r>
              <a:rPr lang="en-US" sz="6600" dirty="0">
                <a:solidFill>
                  <a:srgbClr val="0070C0"/>
                </a:solidFill>
                <a:latin typeface="Gill Sans Nova" panose="020B0602020104020203" pitchFamily="34" charset="0"/>
              </a:rPr>
              <a:t>constraints</a:t>
            </a:r>
            <a:r>
              <a:rPr lang="en-US" sz="6600" dirty="0">
                <a:latin typeface="Gill Sans Nova" panose="020B0602020104020203" pitchFamily="34" charset="0"/>
              </a:rPr>
              <a:t> of the problem</a:t>
            </a:r>
            <a:endParaRPr lang="en-US" sz="5400" dirty="0">
              <a:latin typeface="Gill Sans Nova" panose="020B0602020104020203" pitchFamily="34" charset="0"/>
            </a:endParaRPr>
          </a:p>
        </p:txBody>
      </p:sp>
      <p:sp>
        <p:nvSpPr>
          <p:cNvPr id="3" name="Marcador de número de diapositiva 5">
            <a:extLst>
              <a:ext uri="{FF2B5EF4-FFF2-40B4-BE49-F238E27FC236}">
                <a16:creationId xmlns:a16="http://schemas.microsoft.com/office/drawing/2014/main" id="{91C691A4-90F3-0CE2-DE48-005D87941FA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a:t>
            </a:fld>
            <a:endParaRPr lang="en-US" noProof="0" dirty="0"/>
          </a:p>
        </p:txBody>
      </p:sp>
      <p:sp>
        <p:nvSpPr>
          <p:cNvPr id="6" name="Título 1">
            <a:extLst>
              <a:ext uri="{FF2B5EF4-FFF2-40B4-BE49-F238E27FC236}">
                <a16:creationId xmlns:a16="http://schemas.microsoft.com/office/drawing/2014/main" id="{B63B54A4-EF7F-3D3D-FBA7-1EE0A29254BA}"/>
              </a:ext>
            </a:extLst>
          </p:cNvPr>
          <p:cNvSpPr>
            <a:spLocks noGrp="1"/>
          </p:cNvSpPr>
          <p:nvPr>
            <p:ph type="title"/>
          </p:nvPr>
        </p:nvSpPr>
        <p:spPr>
          <a:xfrm>
            <a:off x="420625" y="254955"/>
            <a:ext cx="3445255" cy="686433"/>
          </a:xfrm>
        </p:spPr>
        <p:txBody>
          <a:bodyPr>
            <a:noAutofit/>
          </a:bodyPr>
          <a:lstStyle/>
          <a:p>
            <a:r>
              <a:rPr lang="en-US" sz="4800" dirty="0">
                <a:latin typeface="Gill Sans Nova" panose="020B0602020104020203" pitchFamily="34" charset="0"/>
              </a:rPr>
              <a:t>Optimization</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40753C17-8A3A-A75B-C809-F8C845FAA634}"/>
              </a:ext>
            </a:extLst>
          </p:cNvPr>
          <p:cNvSpPr/>
          <p:nvPr/>
        </p:nvSpPr>
        <p:spPr>
          <a:xfrm>
            <a:off x="420624" y="941382"/>
            <a:ext cx="3445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7028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2D477-2E44-1EA6-1713-3EF490B82DA7}"/>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AB763E4-6CBC-0809-47A4-E449677FE344}"/>
              </a:ext>
            </a:extLst>
          </p:cNvPr>
          <p:cNvSpPr>
            <a:spLocks noGrp="1"/>
          </p:cNvSpPr>
          <p:nvPr>
            <p:ph idx="1"/>
          </p:nvPr>
        </p:nvSpPr>
        <p:spPr>
          <a:xfrm>
            <a:off x="629412" y="1735809"/>
            <a:ext cx="10933176" cy="4576090"/>
          </a:xfrm>
        </p:spPr>
        <p:txBody>
          <a:bodyPr>
            <a:noAutofit/>
          </a:bodyPr>
          <a:lstStyle/>
          <a:p>
            <a:pPr marL="0" indent="0">
              <a:buClr>
                <a:srgbClr val="0070C0"/>
              </a:buClr>
              <a:buSzPct val="100000"/>
              <a:buNone/>
            </a:pPr>
            <a:r>
              <a:rPr lang="en-US" sz="4000" noProof="0" dirty="0">
                <a:latin typeface="Gill Sans Nova" panose="020B0602020104020203" pitchFamily="34" charset="0"/>
              </a:rPr>
              <a:t>Objective function:</a:t>
            </a:r>
            <a:endParaRPr lang="en-US" sz="3600" noProof="0" dirty="0">
              <a:latin typeface="Gill Sans Nova" panose="020B0602020104020203" pitchFamily="34" charset="0"/>
            </a:endParaRPr>
          </a:p>
          <a:p>
            <a:pPr>
              <a:buClr>
                <a:srgbClr val="0070C0"/>
              </a:buClr>
              <a:buSzPct val="100000"/>
              <a:buFont typeface="Wingdings" panose="05000000000000000000" pitchFamily="2" charset="2"/>
              <a:buChar char="§"/>
            </a:pPr>
            <a:endParaRPr lang="en-US" sz="36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Minimize the cost / maximize the profit.</a:t>
            </a:r>
            <a:endParaRPr lang="en-US" sz="360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dirty="0">
                <a:latin typeface="Gill Sans Nova" panose="020B0602020104020203" pitchFamily="34" charset="0"/>
              </a:rPr>
              <a:t> Maximize the renewable production.</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Minimize the losses of energy.</a:t>
            </a:r>
            <a:endParaRPr lang="en-US" sz="3600" noProof="0" dirty="0">
              <a:latin typeface="Gill Sans Nova" panose="020B0602020104020203" pitchFamily="34" charset="0"/>
            </a:endParaRPr>
          </a:p>
        </p:txBody>
      </p:sp>
      <p:sp>
        <p:nvSpPr>
          <p:cNvPr id="2" name="Marcador de número de diapositiva 5">
            <a:extLst>
              <a:ext uri="{FF2B5EF4-FFF2-40B4-BE49-F238E27FC236}">
                <a16:creationId xmlns:a16="http://schemas.microsoft.com/office/drawing/2014/main" id="{0EB83A23-90A3-08D7-FB0B-8EC646985CF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a:t>
            </a:fld>
            <a:endParaRPr lang="en-US" noProof="0" dirty="0"/>
          </a:p>
        </p:txBody>
      </p:sp>
      <p:sp>
        <p:nvSpPr>
          <p:cNvPr id="6" name="Título 1">
            <a:extLst>
              <a:ext uri="{FF2B5EF4-FFF2-40B4-BE49-F238E27FC236}">
                <a16:creationId xmlns:a16="http://schemas.microsoft.com/office/drawing/2014/main" id="{DF0E9066-7E79-C3E6-58F1-44CEB079E9B3}"/>
              </a:ext>
            </a:extLst>
          </p:cNvPr>
          <p:cNvSpPr>
            <a:spLocks noGrp="1"/>
          </p:cNvSpPr>
          <p:nvPr>
            <p:ph type="title"/>
          </p:nvPr>
        </p:nvSpPr>
        <p:spPr>
          <a:xfrm>
            <a:off x="420625" y="254955"/>
            <a:ext cx="3445255" cy="686433"/>
          </a:xfrm>
        </p:spPr>
        <p:txBody>
          <a:bodyPr>
            <a:noAutofit/>
          </a:bodyPr>
          <a:lstStyle/>
          <a:p>
            <a:r>
              <a:rPr lang="en-US" sz="4800" dirty="0">
                <a:latin typeface="Gill Sans Nova" panose="020B0602020104020203" pitchFamily="34" charset="0"/>
              </a:rPr>
              <a:t>Optimization</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FAD97BDF-E330-B815-55F7-AE3D376A4BA9}"/>
              </a:ext>
            </a:extLst>
          </p:cNvPr>
          <p:cNvSpPr/>
          <p:nvPr/>
        </p:nvSpPr>
        <p:spPr>
          <a:xfrm>
            <a:off x="420624" y="941382"/>
            <a:ext cx="3445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6340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A0E29-DE0B-EBD0-F8A5-8B6472AB76C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9E15184-BF9E-F6D0-76A5-D41BA2F6996B}"/>
              </a:ext>
            </a:extLst>
          </p:cNvPr>
          <p:cNvSpPr>
            <a:spLocks noGrp="1"/>
          </p:cNvSpPr>
          <p:nvPr>
            <p:ph idx="1"/>
          </p:nvPr>
        </p:nvSpPr>
        <p:spPr>
          <a:xfrm>
            <a:off x="629412" y="1735809"/>
            <a:ext cx="10933176" cy="4576090"/>
          </a:xfrm>
        </p:spPr>
        <p:txBody>
          <a:bodyPr>
            <a:noAutofit/>
          </a:bodyPr>
          <a:lstStyle/>
          <a:p>
            <a:pPr marL="0" indent="0">
              <a:buClr>
                <a:srgbClr val="0070C0"/>
              </a:buClr>
              <a:buSzPct val="100000"/>
              <a:buNone/>
            </a:pPr>
            <a:r>
              <a:rPr lang="en-US" sz="4000" noProof="0" dirty="0">
                <a:latin typeface="Gill Sans Nova" panose="020B0602020104020203" pitchFamily="34" charset="0"/>
              </a:rPr>
              <a:t>Constraints:</a:t>
            </a:r>
            <a:endParaRPr lang="en-US" sz="3600" noProof="0" dirty="0">
              <a:latin typeface="Gill Sans Nova" panose="020B0602020104020203" pitchFamily="34" charset="0"/>
            </a:endParaRPr>
          </a:p>
          <a:p>
            <a:pPr>
              <a:buClr>
                <a:srgbClr val="0070C0"/>
              </a:buClr>
              <a:buSzPct val="100000"/>
              <a:buFont typeface="Wingdings" panose="05000000000000000000" pitchFamily="2" charset="2"/>
              <a:buChar char="§"/>
            </a:pPr>
            <a:endParaRPr lang="en-US" sz="36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a:t>
            </a:r>
            <a:r>
              <a:rPr lang="en-US" sz="3600" dirty="0">
                <a:latin typeface="Gill Sans Nova" panose="020B0602020104020203" pitchFamily="34" charset="0"/>
              </a:rPr>
              <a:t>Power balance.</a:t>
            </a: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Budget.</a:t>
            </a:r>
            <a:endParaRPr lang="en-US" sz="360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dirty="0">
                <a:latin typeface="Gill Sans Nova" panose="020B0602020104020203" pitchFamily="34" charset="0"/>
              </a:rPr>
              <a:t> Technical limits.</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Environmental and political limits.</a:t>
            </a:r>
            <a:endParaRPr lang="en-US" sz="3600" noProof="0" dirty="0">
              <a:latin typeface="Gill Sans Nova" panose="020B0602020104020203" pitchFamily="34" charset="0"/>
            </a:endParaRPr>
          </a:p>
        </p:txBody>
      </p:sp>
      <p:sp>
        <p:nvSpPr>
          <p:cNvPr id="2" name="Marcador de número de diapositiva 5">
            <a:extLst>
              <a:ext uri="{FF2B5EF4-FFF2-40B4-BE49-F238E27FC236}">
                <a16:creationId xmlns:a16="http://schemas.microsoft.com/office/drawing/2014/main" id="{1BABD1E7-86F8-2A34-2BEF-C296BE94BE9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11</a:t>
            </a:fld>
            <a:endParaRPr lang="en-US" noProof="0" dirty="0"/>
          </a:p>
        </p:txBody>
      </p:sp>
      <p:sp>
        <p:nvSpPr>
          <p:cNvPr id="6" name="Título 1">
            <a:extLst>
              <a:ext uri="{FF2B5EF4-FFF2-40B4-BE49-F238E27FC236}">
                <a16:creationId xmlns:a16="http://schemas.microsoft.com/office/drawing/2014/main" id="{D865665C-4BBF-5AD8-34D0-44FD9A1E38F0}"/>
              </a:ext>
            </a:extLst>
          </p:cNvPr>
          <p:cNvSpPr>
            <a:spLocks noGrp="1"/>
          </p:cNvSpPr>
          <p:nvPr>
            <p:ph type="title"/>
          </p:nvPr>
        </p:nvSpPr>
        <p:spPr>
          <a:xfrm>
            <a:off x="420625" y="254955"/>
            <a:ext cx="3445255" cy="686433"/>
          </a:xfrm>
        </p:spPr>
        <p:txBody>
          <a:bodyPr>
            <a:noAutofit/>
          </a:bodyPr>
          <a:lstStyle/>
          <a:p>
            <a:r>
              <a:rPr lang="en-US" sz="4800" dirty="0">
                <a:latin typeface="Gill Sans Nova" panose="020B0602020104020203" pitchFamily="34" charset="0"/>
              </a:rPr>
              <a:t>Optimization</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D6BE6711-0DDC-C6D5-3E0A-A1FE3782C295}"/>
              </a:ext>
            </a:extLst>
          </p:cNvPr>
          <p:cNvSpPr/>
          <p:nvPr/>
        </p:nvSpPr>
        <p:spPr>
          <a:xfrm>
            <a:off x="420624" y="941382"/>
            <a:ext cx="3445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2113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615C4-09B4-3876-CAB6-EFEC3FEC835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00E4765E-F1C7-3101-D992-CD33D4E03554}"/>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7FD7EFA-4880-BDA9-BC18-9D10987A4090}"/>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1CB40AF-9B19-9B1D-30F8-4D57066B9C3F}"/>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1CB40AF-9B19-9B1D-30F8-4D57066B9C3F}"/>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E289223-F853-9A74-3249-2DDCE944503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12</a:t>
            </a:fld>
            <a:endParaRPr lang="en-US" noProof="0" dirty="0"/>
          </a:p>
        </p:txBody>
      </p:sp>
    </p:spTree>
    <p:extLst>
      <p:ext uri="{BB962C8B-B14F-4D97-AF65-F5344CB8AC3E}">
        <p14:creationId xmlns:p14="http://schemas.microsoft.com/office/powerpoint/2010/main" val="1014899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6BAF9-E681-D5FD-8354-AEF3084766C3}"/>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6E460BF-F268-7EA1-13F2-57BC73EBBF5C}"/>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4153A93-2427-81D8-9258-57C482A61B31}"/>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1" i="1" noProof="0" smtClean="0">
                              <a:solidFill>
                                <a:srgbClr val="0070C0"/>
                              </a:solidFill>
                              <a:latin typeface="Cambria Math" panose="02040503050406030204" pitchFamily="18" charset="0"/>
                            </a:rPr>
                          </m:ctrlPr>
                        </m:funcPr>
                        <m:fName>
                          <m:limLow>
                            <m:limLowPr>
                              <m:ctrlPr>
                                <a:rPr lang="es-ES" sz="3600" b="1" i="1" noProof="0" smtClean="0">
                                  <a:solidFill>
                                    <a:srgbClr val="0070C0"/>
                                  </a:solidFill>
                                  <a:latin typeface="Cambria Math" panose="02040503050406030204" pitchFamily="18" charset="0"/>
                                </a:rPr>
                              </m:ctrlPr>
                            </m:limLowPr>
                            <m:e>
                              <m:r>
                                <a:rPr lang="es-ES" sz="3600" b="1" i="1" noProof="0" smtClean="0">
                                  <a:solidFill>
                                    <a:srgbClr val="0070C0"/>
                                  </a:solidFill>
                                  <a:latin typeface="Cambria Math" panose="02040503050406030204" pitchFamily="18" charset="0"/>
                                </a:rPr>
                                <m:t>𝒎𝒊𝒏</m:t>
                              </m:r>
                            </m:e>
                            <m:lim>
                              <m:r>
                                <a:rPr lang="es-ES" sz="3600" b="0" i="1" noProof="0" smtClean="0">
                                  <a:solidFill>
                                    <a:schemeClr val="tx1"/>
                                  </a:solidFill>
                                  <a:latin typeface="Cambria Math" panose="02040503050406030204" pitchFamily="18" charset="0"/>
                                </a:rPr>
                                <m:t>𝑥</m:t>
                              </m:r>
                            </m:lim>
                          </m:limLow>
                        </m:fName>
                        <m:e/>
                      </m:func>
                      <m:r>
                        <a:rPr lang="es-ES" sz="3600" b="1" i="1" noProof="0" smtClean="0">
                          <a:solidFill>
                            <a:srgbClr val="0070C0"/>
                          </a:solidFill>
                          <a:latin typeface="Cambria Math" panose="02040503050406030204" pitchFamily="18" charset="0"/>
                        </a:rPr>
                        <m:t>𝒛</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𝒇</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oMath>
                  </m:oMathPara>
                </a14:m>
                <a:endParaRPr lang="en-US" sz="3600" b="1" i="1" noProof="0" dirty="0">
                  <a:solidFill>
                    <a:srgbClr val="0070C0"/>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64153A93-2427-81D8-9258-57C482A61B31}"/>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3E6A3EAE-E8E2-093A-6F1B-1D0C6AABF20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a:t>
            </a:fld>
            <a:endParaRPr lang="en-US" noProof="0" dirty="0"/>
          </a:p>
        </p:txBody>
      </p:sp>
      <p:sp>
        <p:nvSpPr>
          <p:cNvPr id="4" name="CuadroTexto 3">
            <a:extLst>
              <a:ext uri="{FF2B5EF4-FFF2-40B4-BE49-F238E27FC236}">
                <a16:creationId xmlns:a16="http://schemas.microsoft.com/office/drawing/2014/main" id="{D62407D3-7620-4763-EE05-9439A052B39A}"/>
              </a:ext>
            </a:extLst>
          </p:cNvPr>
          <p:cNvSpPr txBox="1"/>
          <p:nvPr/>
        </p:nvSpPr>
        <p:spPr>
          <a:xfrm>
            <a:off x="5049878" y="1522914"/>
            <a:ext cx="3792629" cy="646331"/>
          </a:xfrm>
          <a:prstGeom prst="rect">
            <a:avLst/>
          </a:prstGeom>
          <a:noFill/>
        </p:spPr>
        <p:txBody>
          <a:bodyPr wrap="square">
            <a:spAutoFit/>
          </a:bodyPr>
          <a:lstStyle/>
          <a:p>
            <a:r>
              <a:rPr lang="en-US" sz="3600" dirty="0">
                <a:latin typeface="Gill Sans Nova" panose="020B0602020104020203" pitchFamily="34" charset="0"/>
              </a:rPr>
              <a:t>Objective function</a:t>
            </a:r>
            <a:endParaRPr lang="es-ES" dirty="0"/>
          </a:p>
        </p:txBody>
      </p:sp>
      <p:cxnSp>
        <p:nvCxnSpPr>
          <p:cNvPr id="5" name="Conector recto de flecha 4">
            <a:extLst>
              <a:ext uri="{FF2B5EF4-FFF2-40B4-BE49-F238E27FC236}">
                <a16:creationId xmlns:a16="http://schemas.microsoft.com/office/drawing/2014/main" id="{54F999AB-AEE9-2317-7EBB-5A34C98E7419}"/>
              </a:ext>
            </a:extLst>
          </p:cNvPr>
          <p:cNvCxnSpPr>
            <a:cxnSpLocks/>
          </p:cNvCxnSpPr>
          <p:nvPr/>
        </p:nvCxnSpPr>
        <p:spPr>
          <a:xfrm flipH="1">
            <a:off x="4048057" y="1827852"/>
            <a:ext cx="887320" cy="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380DA0B0-3F62-253F-4C2F-5F75AD3EA6BF}"/>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9578532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D9F67-2921-AC8B-2DDC-619690E9A6B3}"/>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08C34198-2A8C-B02A-465F-6DB703BCE64E}"/>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50A6A54-C3A9-C803-7B55-E31A3C64FDDA}"/>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1" i="1" noProof="0" smtClean="0">
                                  <a:solidFill>
                                    <a:srgbClr val="0070C0"/>
                                  </a:solidFill>
                                  <a:latin typeface="Cambria Math" panose="02040503050406030204" pitchFamily="18" charset="0"/>
                                </a:rPr>
                                <m:t>𝒙</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50A6A54-C3A9-C803-7B55-E31A3C64FDDA}"/>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04A30DD4-3BD6-F455-F0C0-9354305A51C5}"/>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a:t>
            </a:fld>
            <a:endParaRPr lang="en-US" noProof="0" dirty="0"/>
          </a:p>
        </p:txBody>
      </p:sp>
      <p:sp>
        <p:nvSpPr>
          <p:cNvPr id="4" name="CuadroTexto 3">
            <a:extLst>
              <a:ext uri="{FF2B5EF4-FFF2-40B4-BE49-F238E27FC236}">
                <a16:creationId xmlns:a16="http://schemas.microsoft.com/office/drawing/2014/main" id="{904CF30D-760C-9B28-AB6B-697EF6880DC7}"/>
              </a:ext>
            </a:extLst>
          </p:cNvPr>
          <p:cNvSpPr txBox="1"/>
          <p:nvPr/>
        </p:nvSpPr>
        <p:spPr>
          <a:xfrm>
            <a:off x="4424566" y="2471381"/>
            <a:ext cx="3792629" cy="646331"/>
          </a:xfrm>
          <a:prstGeom prst="rect">
            <a:avLst/>
          </a:prstGeom>
          <a:noFill/>
        </p:spPr>
        <p:txBody>
          <a:bodyPr wrap="square">
            <a:spAutoFit/>
          </a:bodyPr>
          <a:lstStyle/>
          <a:p>
            <a:r>
              <a:rPr lang="en-US" sz="3600" dirty="0">
                <a:latin typeface="Gill Sans Nova" panose="020B0602020104020203" pitchFamily="34" charset="0"/>
              </a:rPr>
              <a:t> Variables</a:t>
            </a:r>
            <a:endParaRPr lang="es-ES" dirty="0"/>
          </a:p>
        </p:txBody>
      </p:sp>
      <p:cxnSp>
        <p:nvCxnSpPr>
          <p:cNvPr id="5" name="Conector recto de flecha 4">
            <a:extLst>
              <a:ext uri="{FF2B5EF4-FFF2-40B4-BE49-F238E27FC236}">
                <a16:creationId xmlns:a16="http://schemas.microsoft.com/office/drawing/2014/main" id="{501C1A16-E5C8-3725-DB44-3489DED5C6C3}"/>
              </a:ext>
            </a:extLst>
          </p:cNvPr>
          <p:cNvCxnSpPr>
            <a:cxnSpLocks/>
            <a:stCxn id="4" idx="1"/>
          </p:cNvCxnSpPr>
          <p:nvPr/>
        </p:nvCxnSpPr>
        <p:spPr>
          <a:xfrm flipH="1" flipV="1">
            <a:off x="1390413" y="2221515"/>
            <a:ext cx="3034153" cy="573032"/>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10C95B5F-E29B-CD42-5A54-082757D2B57F}"/>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540806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8E738-7144-108B-5EC8-B6FAE5445AE2}"/>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11827E2-AA08-DDF0-CE09-A004126B5051}"/>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21BDEDD-A2EF-A431-8217-D312EFA43A7E}"/>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b="1" dirty="0" err="1">
                    <a:solidFill>
                      <a:srgbClr val="0070C0"/>
                    </a:solidFill>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B21BDEDD-A2EF-A431-8217-D312EFA43A7E}"/>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61CB5AA2-4486-2F74-0975-2C7949A4C13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a:t>
            </a:fld>
            <a:endParaRPr lang="en-US" noProof="0" dirty="0"/>
          </a:p>
        </p:txBody>
      </p:sp>
      <p:sp>
        <p:nvSpPr>
          <p:cNvPr id="4" name="CuadroTexto 3">
            <a:extLst>
              <a:ext uri="{FF2B5EF4-FFF2-40B4-BE49-F238E27FC236}">
                <a16:creationId xmlns:a16="http://schemas.microsoft.com/office/drawing/2014/main" id="{DB97880E-AD80-B70A-CB04-357BE4D5786E}"/>
              </a:ext>
            </a:extLst>
          </p:cNvPr>
          <p:cNvSpPr txBox="1"/>
          <p:nvPr/>
        </p:nvSpPr>
        <p:spPr>
          <a:xfrm>
            <a:off x="2614690" y="2870451"/>
            <a:ext cx="3792629" cy="646331"/>
          </a:xfrm>
          <a:prstGeom prst="rect">
            <a:avLst/>
          </a:prstGeom>
          <a:noFill/>
        </p:spPr>
        <p:txBody>
          <a:bodyPr wrap="square">
            <a:spAutoFit/>
          </a:bodyPr>
          <a:lstStyle/>
          <a:p>
            <a:r>
              <a:rPr lang="en-US" sz="3600" dirty="0">
                <a:latin typeface="Gill Sans Nova" panose="020B0602020104020203" pitchFamily="34" charset="0"/>
              </a:rPr>
              <a:t>Subject to</a:t>
            </a:r>
            <a:endParaRPr lang="es-ES" dirty="0"/>
          </a:p>
        </p:txBody>
      </p:sp>
      <p:cxnSp>
        <p:nvCxnSpPr>
          <p:cNvPr id="5" name="Conector recto de flecha 4">
            <a:extLst>
              <a:ext uri="{FF2B5EF4-FFF2-40B4-BE49-F238E27FC236}">
                <a16:creationId xmlns:a16="http://schemas.microsoft.com/office/drawing/2014/main" id="{655B3D06-8570-0037-2E72-EA4D6E0337E8}"/>
              </a:ext>
            </a:extLst>
          </p:cNvPr>
          <p:cNvCxnSpPr>
            <a:cxnSpLocks/>
          </p:cNvCxnSpPr>
          <p:nvPr/>
        </p:nvCxnSpPr>
        <p:spPr>
          <a:xfrm flipH="1">
            <a:off x="1612869" y="3175389"/>
            <a:ext cx="887320" cy="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5261D6FB-72EF-8D12-DD77-37688FEF8728}"/>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71763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44BFB-151E-31D3-8AFC-FD5593899D0A}"/>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6874C87D-52B3-3511-BFCD-59CE443854F8}"/>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6F09E5B-A919-B779-2925-03736A0C95FB}"/>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noProof="0" smtClean="0">
                          <a:solidFill>
                            <a:srgbClr val="0070C0"/>
                          </a:solidFill>
                          <a:latin typeface="Cambria Math" panose="02040503050406030204" pitchFamily="18" charset="0"/>
                        </a:rPr>
                        <m:t>𝒉</m:t>
                      </m:r>
                      <m:d>
                        <m:dPr>
                          <m:ctrlPr>
                            <a:rPr lang="es-ES" sz="3600" b="1" i="1" noProof="0" smtClean="0">
                              <a:solidFill>
                                <a:srgbClr val="0070C0"/>
                              </a:solidFill>
                              <a:latin typeface="Cambria Math" panose="02040503050406030204" pitchFamily="18" charset="0"/>
                            </a:rPr>
                          </m:ctrlPr>
                        </m:dPr>
                        <m:e>
                          <m:r>
                            <a:rPr lang="es-ES" sz="3600" b="1" i="1" noProof="0" smtClean="0">
                              <a:solidFill>
                                <a:srgbClr val="0070C0"/>
                              </a:solidFill>
                              <a:latin typeface="Cambria Math" panose="02040503050406030204" pitchFamily="18" charset="0"/>
                            </a:rPr>
                            <m:t>𝒙</m:t>
                          </m:r>
                        </m:e>
                      </m:d>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𝟎</m:t>
                      </m:r>
                    </m:oMath>
                  </m:oMathPara>
                </a14:m>
                <a:endParaRPr lang="en-US" sz="3600" b="1" noProof="0" dirty="0">
                  <a:solidFill>
                    <a:srgbClr val="0070C0"/>
                  </a:solidFill>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96F09E5B-A919-B779-2925-03736A0C95FB}"/>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E84E22C5-C484-8E0E-F70E-ABFBAAE83FA7}"/>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16</a:t>
            </a:fld>
            <a:endParaRPr lang="en-US" noProof="0" dirty="0"/>
          </a:p>
        </p:txBody>
      </p:sp>
      <p:sp>
        <p:nvSpPr>
          <p:cNvPr id="4" name="CuadroTexto 3">
            <a:extLst>
              <a:ext uri="{FF2B5EF4-FFF2-40B4-BE49-F238E27FC236}">
                <a16:creationId xmlns:a16="http://schemas.microsoft.com/office/drawing/2014/main" id="{9927BE7E-BA04-44A5-E4F3-A677C6D7735D}"/>
              </a:ext>
            </a:extLst>
          </p:cNvPr>
          <p:cNvSpPr txBox="1"/>
          <p:nvPr/>
        </p:nvSpPr>
        <p:spPr>
          <a:xfrm>
            <a:off x="3644594" y="3967731"/>
            <a:ext cx="4117249" cy="646331"/>
          </a:xfrm>
          <a:prstGeom prst="rect">
            <a:avLst/>
          </a:prstGeom>
          <a:noFill/>
        </p:spPr>
        <p:txBody>
          <a:bodyPr wrap="square">
            <a:spAutoFit/>
          </a:bodyPr>
          <a:lstStyle/>
          <a:p>
            <a:r>
              <a:rPr lang="en-US" sz="3600" dirty="0">
                <a:latin typeface="Gill Sans Nova" panose="020B0602020104020203" pitchFamily="34" charset="0"/>
              </a:rPr>
              <a:t>Equality constraints</a:t>
            </a:r>
            <a:endParaRPr lang="es-ES" dirty="0"/>
          </a:p>
        </p:txBody>
      </p:sp>
      <p:cxnSp>
        <p:nvCxnSpPr>
          <p:cNvPr id="5" name="Conector recto de flecha 4">
            <a:extLst>
              <a:ext uri="{FF2B5EF4-FFF2-40B4-BE49-F238E27FC236}">
                <a16:creationId xmlns:a16="http://schemas.microsoft.com/office/drawing/2014/main" id="{E331E674-0D44-D3D6-518A-1CD729DA9D80}"/>
              </a:ext>
            </a:extLst>
          </p:cNvPr>
          <p:cNvCxnSpPr>
            <a:cxnSpLocks/>
          </p:cNvCxnSpPr>
          <p:nvPr/>
        </p:nvCxnSpPr>
        <p:spPr>
          <a:xfrm flipH="1">
            <a:off x="2642773" y="4272669"/>
            <a:ext cx="887320" cy="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E136B37C-FF61-B047-4891-996705BA29E1}"/>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233581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51E73-E0BF-F8F6-D68F-42B57063DE8A}"/>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A262CCA9-77EB-676C-D599-70DB4EAB4C47}"/>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FE27222-F4A6-C0D4-E64A-AC79CB37E344}"/>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𝒈</m:t>
                      </m:r>
                      <m:d>
                        <m:dPr>
                          <m:ctrlPr>
                            <a:rPr lang="es-ES" sz="3600" b="1" i="1" smtClean="0">
                              <a:solidFill>
                                <a:srgbClr val="0070C0"/>
                              </a:solidFill>
                              <a:latin typeface="Cambria Math" panose="02040503050406030204" pitchFamily="18" charset="0"/>
                            </a:rPr>
                          </m:ctrlPr>
                        </m:dPr>
                        <m:e>
                          <m:r>
                            <a:rPr lang="es-ES" sz="3600" b="1" i="1" smtClean="0">
                              <a:solidFill>
                                <a:srgbClr val="0070C0"/>
                              </a:solidFill>
                              <a:latin typeface="Cambria Math" panose="02040503050406030204" pitchFamily="18" charset="0"/>
                            </a:rPr>
                            <m:t>𝒙</m:t>
                          </m:r>
                        </m:e>
                      </m:d>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𝟎</m:t>
                      </m:r>
                    </m:oMath>
                  </m:oMathPara>
                </a14:m>
                <a:endParaRPr lang="en-US" sz="3600" b="1" dirty="0">
                  <a:solidFill>
                    <a:srgbClr val="0070C0"/>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1FE27222-F4A6-C0D4-E64A-AC79CB37E344}"/>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638C2C3-DE89-E1F4-8DFC-776ED0A9B47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17</a:t>
            </a:fld>
            <a:endParaRPr lang="en-US" noProof="0" dirty="0"/>
          </a:p>
        </p:txBody>
      </p:sp>
      <p:sp>
        <p:nvSpPr>
          <p:cNvPr id="4" name="CuadroTexto 3">
            <a:extLst>
              <a:ext uri="{FF2B5EF4-FFF2-40B4-BE49-F238E27FC236}">
                <a16:creationId xmlns:a16="http://schemas.microsoft.com/office/drawing/2014/main" id="{061AABBF-CD16-D66F-9044-F1BC85F481A6}"/>
              </a:ext>
            </a:extLst>
          </p:cNvPr>
          <p:cNvSpPr txBox="1"/>
          <p:nvPr/>
        </p:nvSpPr>
        <p:spPr>
          <a:xfrm>
            <a:off x="3644594" y="5084263"/>
            <a:ext cx="4354000" cy="646331"/>
          </a:xfrm>
          <a:prstGeom prst="rect">
            <a:avLst/>
          </a:prstGeom>
          <a:noFill/>
        </p:spPr>
        <p:txBody>
          <a:bodyPr wrap="square">
            <a:spAutoFit/>
          </a:bodyPr>
          <a:lstStyle/>
          <a:p>
            <a:r>
              <a:rPr lang="en-US" sz="3600" dirty="0">
                <a:latin typeface="Gill Sans Nova" panose="020B0602020104020203" pitchFamily="34" charset="0"/>
              </a:rPr>
              <a:t>Inequality constraints</a:t>
            </a:r>
            <a:endParaRPr lang="es-ES" dirty="0"/>
          </a:p>
        </p:txBody>
      </p:sp>
      <p:cxnSp>
        <p:nvCxnSpPr>
          <p:cNvPr id="5" name="Conector recto de flecha 4">
            <a:extLst>
              <a:ext uri="{FF2B5EF4-FFF2-40B4-BE49-F238E27FC236}">
                <a16:creationId xmlns:a16="http://schemas.microsoft.com/office/drawing/2014/main" id="{5C850251-E25B-E5C0-D561-46EC059C9A95}"/>
              </a:ext>
            </a:extLst>
          </p:cNvPr>
          <p:cNvCxnSpPr>
            <a:cxnSpLocks/>
          </p:cNvCxnSpPr>
          <p:nvPr/>
        </p:nvCxnSpPr>
        <p:spPr>
          <a:xfrm flipH="1">
            <a:off x="2642773" y="5389201"/>
            <a:ext cx="887320" cy="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Rectángulo 6">
            <a:extLst>
              <a:ext uri="{FF2B5EF4-FFF2-40B4-BE49-F238E27FC236}">
                <a16:creationId xmlns:a16="http://schemas.microsoft.com/office/drawing/2014/main" id="{3DEA8141-1F00-CB9B-6ADD-186EEF9E9FE6}"/>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7889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0709F-6AC5-58A6-FA38-AC9D4CD3E500}"/>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569BADFB-1382-A115-5DCA-3CAF9B87CBC1}"/>
              </a:ext>
            </a:extLst>
          </p:cNvPr>
          <p:cNvSpPr>
            <a:spLocks noGrp="1"/>
          </p:cNvSpPr>
          <p:nvPr>
            <p:ph type="title"/>
          </p:nvPr>
        </p:nvSpPr>
        <p:spPr>
          <a:xfrm>
            <a:off x="420625" y="254955"/>
            <a:ext cx="5200529" cy="686433"/>
          </a:xfrm>
        </p:spPr>
        <p:txBody>
          <a:bodyPr>
            <a:noAutofit/>
          </a:bodyPr>
          <a:lstStyle/>
          <a:p>
            <a:r>
              <a:rPr lang="en-US" sz="4800" dirty="0">
                <a:latin typeface="Gill Sans Nova" panose="020B0602020104020203" pitchFamily="34" charset="0"/>
              </a:rPr>
              <a:t>General formulation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739D452-F662-EC75-CE26-FD3A05ED23F7}"/>
              </a:ext>
            </a:extLst>
          </p:cNvPr>
          <p:cNvSpPr/>
          <p:nvPr/>
        </p:nvSpPr>
        <p:spPr>
          <a:xfrm>
            <a:off x="420625" y="941381"/>
            <a:ext cx="520052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1C05548-81B7-74F3-615C-856303D8F585}"/>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1" i="1" noProof="0" smtClean="0">
                              <a:solidFill>
                                <a:srgbClr val="0070C0"/>
                              </a:solidFill>
                              <a:latin typeface="Cambria Math" panose="02040503050406030204" pitchFamily="18" charset="0"/>
                            </a:rPr>
                          </m:ctrlPr>
                        </m:funcPr>
                        <m:fName>
                          <m:limLow>
                            <m:limLowPr>
                              <m:ctrlPr>
                                <a:rPr lang="es-ES" sz="3600" b="1" i="1" noProof="0" smtClean="0">
                                  <a:solidFill>
                                    <a:srgbClr val="0070C0"/>
                                  </a:solidFill>
                                  <a:latin typeface="Cambria Math" panose="02040503050406030204" pitchFamily="18" charset="0"/>
                                </a:rPr>
                              </m:ctrlPr>
                            </m:limLowPr>
                            <m:e>
                              <m:r>
                                <a:rPr lang="es-ES" sz="3600" b="1" i="1" noProof="0" smtClean="0">
                                  <a:solidFill>
                                    <a:srgbClr val="0070C0"/>
                                  </a:solidFill>
                                  <a:latin typeface="Cambria Math" panose="02040503050406030204" pitchFamily="18" charset="0"/>
                                </a:rPr>
                                <m:t>𝒎𝒊𝒏</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1" i="1" noProof="0" smtClean="0">
                          <a:solidFill>
                            <a:srgbClr val="0070C0"/>
                          </a:solidFill>
                          <a:latin typeface="Cambria Math" panose="02040503050406030204" pitchFamily="18" charset="0"/>
                        </a:rPr>
                        <m:t>𝒇</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oMath>
                  </m:oMathPara>
                </a14:m>
                <a:endParaRPr lang="en-US" sz="3600" b="1"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D1C05548-81B7-74F3-615C-856303D8F585}"/>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7181A79-898F-D067-1E6F-8C555D0C4B2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18</a:t>
            </a:fld>
            <a:endParaRPr lang="en-US" noProof="0" dirty="0"/>
          </a:p>
        </p:txBody>
      </p:sp>
      <mc:AlternateContent xmlns:mc="http://schemas.openxmlformats.org/markup-compatibility/2006" xmlns:a14="http://schemas.microsoft.com/office/drawing/2010/main">
        <mc:Choice Requires="a14">
          <p:sp>
            <p:nvSpPr>
              <p:cNvPr id="4" name="Marcador de contenido 2">
                <a:extLst>
                  <a:ext uri="{FF2B5EF4-FFF2-40B4-BE49-F238E27FC236}">
                    <a16:creationId xmlns:a16="http://schemas.microsoft.com/office/drawing/2014/main" id="{C3694D7D-23EE-1A29-BC19-8A9D975E09C6}"/>
                  </a:ext>
                </a:extLst>
              </p:cNvPr>
              <p:cNvSpPr txBox="1">
                <a:spLocks/>
              </p:cNvSpPr>
              <p:nvPr/>
            </p:nvSpPr>
            <p:spPr>
              <a:xfrm>
                <a:off x="7445339" y="1522914"/>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None/>
                </a:pPr>
                <a14:m>
                  <m:oMathPara xmlns:m="http://schemas.openxmlformats.org/officeDocument/2006/math">
                    <m:oMathParaPr>
                      <m:jc m:val="left"/>
                    </m:oMathParaPr>
                    <m:oMath>
                      <m:func>
                        <m:funcPr>
                          <m:ctrlPr>
                            <a:rPr lang="es-ES" sz="3600" b="1" i="1" smtClean="0">
                              <a:solidFill>
                                <a:srgbClr val="0070C0"/>
                              </a:solidFill>
                              <a:latin typeface="Cambria Math" panose="02040503050406030204" pitchFamily="18" charset="0"/>
                            </a:rPr>
                          </m:ctrlPr>
                        </m:funcPr>
                        <m:fName>
                          <m:limLow>
                            <m:limLowPr>
                              <m:ctrlPr>
                                <a:rPr lang="es-ES" sz="3600" b="1" i="1" smtClean="0">
                                  <a:solidFill>
                                    <a:srgbClr val="0070C0"/>
                                  </a:solidFill>
                                  <a:latin typeface="Cambria Math" panose="02040503050406030204" pitchFamily="18" charset="0"/>
                                </a:rPr>
                              </m:ctrlPr>
                            </m:limLowPr>
                            <m:e>
                              <m:r>
                                <a:rPr lang="es-ES" sz="3600" b="1" i="1" smtClean="0">
                                  <a:solidFill>
                                    <a:srgbClr val="0070C0"/>
                                  </a:solidFill>
                                  <a:latin typeface="Cambria Math" panose="02040503050406030204" pitchFamily="18" charset="0"/>
                                </a:rPr>
                                <m:t>𝒎𝒂𝒙</m:t>
                              </m:r>
                            </m:e>
                            <m:lim>
                              <m:r>
                                <a:rPr lang="es-ES" sz="3600" i="1" smtClean="0">
                                  <a:latin typeface="Cambria Math" panose="02040503050406030204" pitchFamily="18" charset="0"/>
                                </a:rPr>
                                <m:t>𝑥</m:t>
                              </m:r>
                            </m:lim>
                          </m:limLow>
                        </m:fName>
                        <m:e/>
                      </m:func>
                      <m:r>
                        <a:rPr lang="es-ES" sz="3600" i="1" smtClean="0">
                          <a:latin typeface="Cambria Math" panose="02040503050406030204" pitchFamily="18" charset="0"/>
                        </a:rPr>
                        <m:t>𝑧</m:t>
                      </m:r>
                      <m:r>
                        <a:rPr lang="es-ES" sz="3600" i="1" smtClean="0">
                          <a:latin typeface="Cambria Math" panose="02040503050406030204" pitchFamily="18" charset="0"/>
                        </a:rPr>
                        <m:t>=−</m:t>
                      </m:r>
                      <m:r>
                        <a:rPr lang="es-ES" sz="3600" b="1" i="1" smtClean="0">
                          <a:solidFill>
                            <a:srgbClr val="0070C0"/>
                          </a:solidFill>
                          <a:latin typeface="Cambria Math" panose="02040503050406030204" pitchFamily="18" charset="0"/>
                        </a:rPr>
                        <m:t>𝒇</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𝒙</m:t>
                      </m:r>
                      <m:r>
                        <a:rPr lang="es-ES" sz="3600" b="1" i="1" smtClean="0">
                          <a:solidFill>
                            <a:srgbClr val="0070C0"/>
                          </a:solidFill>
                          <a:latin typeface="Cambria Math" panose="02040503050406030204" pitchFamily="18" charset="0"/>
                        </a:rPr>
                        <m:t>)</m:t>
                      </m:r>
                    </m:oMath>
                  </m:oMathPara>
                </a14:m>
                <a:endParaRPr lang="en-US" sz="3600" b="1" i="1" dirty="0">
                  <a:solidFill>
                    <a:srgbClr val="0070C0"/>
                  </a:solidFill>
                  <a:latin typeface="Gill Sans Nova" panose="020B0602020104020203" pitchFamily="34" charset="0"/>
                </a:endParaRPr>
              </a:p>
              <a:p>
                <a:pPr marL="0" indent="0">
                  <a:buClr>
                    <a:srgbClr val="0070C0"/>
                  </a:buClr>
                  <a:buSzPct val="100000"/>
                  <a:buFont typeface="Arial" panose="020B0604020202020204" pitchFamily="34" charset="0"/>
                  <a:buNone/>
                </a:pPr>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Font typeface="Arial" panose="020B0604020202020204" pitchFamily="34" charset="0"/>
                  <a:buNone/>
                </a:pPr>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i="1" smtClean="0">
                          <a:latin typeface="Cambria Math" panose="02040503050406030204" pitchFamily="18" charset="0"/>
                        </a:rPr>
                        <m:t>ℎ</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e>
                      </m:d>
                      <m:r>
                        <a:rPr lang="es-ES" sz="3600" i="1" smtClean="0">
                          <a:latin typeface="Cambria Math" panose="02040503050406030204" pitchFamily="18" charset="0"/>
                        </a:rPr>
                        <m:t>=0</m:t>
                      </m:r>
                    </m:oMath>
                  </m:oMathPara>
                </a14:m>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i="1" smtClean="0">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e>
                      </m:d>
                      <m:r>
                        <a:rPr lang="es-ES" sz="3600" i="1" smtClean="0">
                          <a:latin typeface="Cambria Math" panose="02040503050406030204" pitchFamily="18" charset="0"/>
                        </a:rPr>
                        <m:t>≤0</m:t>
                      </m:r>
                    </m:oMath>
                  </m:oMathPara>
                </a14:m>
                <a:endParaRPr lang="en-US" sz="3600" dirty="0">
                  <a:latin typeface="Gill Sans Nova" panose="020B0602020104020203" pitchFamily="34" charset="0"/>
                </a:endParaRPr>
              </a:p>
            </p:txBody>
          </p:sp>
        </mc:Choice>
        <mc:Fallback xmlns="">
          <p:sp>
            <p:nvSpPr>
              <p:cNvPr id="4" name="Marcador de contenido 2">
                <a:extLst>
                  <a:ext uri="{FF2B5EF4-FFF2-40B4-BE49-F238E27FC236}">
                    <a16:creationId xmlns:a16="http://schemas.microsoft.com/office/drawing/2014/main" id="{C3694D7D-23EE-1A29-BC19-8A9D975E09C6}"/>
                  </a:ext>
                </a:extLst>
              </p:cNvPr>
              <p:cNvSpPr txBox="1">
                <a:spLocks noRot="1" noChangeAspect="1" noMove="1" noResize="1" noEditPoints="1" noAdjustHandles="1" noChangeArrowheads="1" noChangeShapeType="1" noTextEdit="1"/>
              </p:cNvSpPr>
              <p:nvPr/>
            </p:nvSpPr>
            <p:spPr>
              <a:xfrm>
                <a:off x="7445339" y="1522914"/>
                <a:ext cx="4117249" cy="4788985"/>
              </a:xfrm>
              <a:prstGeom prst="rect">
                <a:avLst/>
              </a:prstGeom>
              <a:blipFill>
                <a:blip r:embed="rId4"/>
                <a:stretch>
                  <a:fillRect l="-4438"/>
                </a:stretch>
              </a:blipFill>
            </p:spPr>
            <p:txBody>
              <a:bodyPr/>
              <a:lstStyle/>
              <a:p>
                <a:r>
                  <a:rPr lang="es-ES">
                    <a:noFill/>
                  </a:rPr>
                  <a:t> </a:t>
                </a:r>
              </a:p>
            </p:txBody>
          </p:sp>
        </mc:Fallback>
      </mc:AlternateContent>
      <p:sp>
        <p:nvSpPr>
          <p:cNvPr id="5" name="Flecha: arriba y abajo 4">
            <a:extLst>
              <a:ext uri="{FF2B5EF4-FFF2-40B4-BE49-F238E27FC236}">
                <a16:creationId xmlns:a16="http://schemas.microsoft.com/office/drawing/2014/main" id="{06848F0E-728A-4214-0FAA-A2FD51E331AA}"/>
              </a:ext>
            </a:extLst>
          </p:cNvPr>
          <p:cNvSpPr/>
          <p:nvPr/>
        </p:nvSpPr>
        <p:spPr>
          <a:xfrm rot="5400000">
            <a:off x="5009733" y="2500940"/>
            <a:ext cx="796961" cy="2035972"/>
          </a:xfrm>
          <a:prstGeom prst="upDownArrow">
            <a:avLst/>
          </a:prstGeom>
          <a:solidFill>
            <a:srgbClr val="0070C0"/>
          </a:solidFill>
          <a:ln w="317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189850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C2B0A-7B14-2570-FF45-62AA425C23DE}"/>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7446F68C-0C96-94A8-A784-3B12F72F9DA5}"/>
              </a:ext>
            </a:extLst>
          </p:cNvPr>
          <p:cNvSpPr>
            <a:spLocks noGrp="1"/>
          </p:cNvSpPr>
          <p:nvPr>
            <p:ph type="title"/>
          </p:nvPr>
        </p:nvSpPr>
        <p:spPr>
          <a:xfrm>
            <a:off x="420624" y="254955"/>
            <a:ext cx="7857101" cy="686433"/>
          </a:xfrm>
        </p:spPr>
        <p:txBody>
          <a:bodyPr>
            <a:noAutofit/>
          </a:bodyPr>
          <a:lstStyle/>
          <a:p>
            <a:r>
              <a:rPr lang="en-US" sz="4800" noProof="0" dirty="0">
                <a:latin typeface="Gill Sans Nova" panose="020B0602020104020203" pitchFamily="34" charset="0"/>
              </a:rPr>
              <a:t>Applications to Power Systems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147E6AA1-61F5-D36F-224A-E66DE9687AD6}"/>
              </a:ext>
            </a:extLst>
          </p:cNvPr>
          <p:cNvSpPr/>
          <p:nvPr/>
        </p:nvSpPr>
        <p:spPr>
          <a:xfrm>
            <a:off x="420625" y="941382"/>
            <a:ext cx="785710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Marcador de número de diapositiva 5">
            <a:extLst>
              <a:ext uri="{FF2B5EF4-FFF2-40B4-BE49-F238E27FC236}">
                <a16:creationId xmlns:a16="http://schemas.microsoft.com/office/drawing/2014/main" id="{A8E1A4A3-D242-5E6B-F8AC-CFE49E7C280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19</a:t>
            </a:fld>
            <a:endParaRPr lang="en-US" noProof="0" dirty="0"/>
          </a:p>
        </p:txBody>
      </p:sp>
      <p:sp>
        <p:nvSpPr>
          <p:cNvPr id="7" name="Marcador de contenido 2">
            <a:extLst>
              <a:ext uri="{FF2B5EF4-FFF2-40B4-BE49-F238E27FC236}">
                <a16:creationId xmlns:a16="http://schemas.microsoft.com/office/drawing/2014/main" id="{79492228-1341-8B05-B8F9-B865E40EFA4E}"/>
              </a:ext>
            </a:extLst>
          </p:cNvPr>
          <p:cNvSpPr>
            <a:spLocks noGrp="1"/>
          </p:cNvSpPr>
          <p:nvPr>
            <p:ph idx="1"/>
          </p:nvPr>
        </p:nvSpPr>
        <p:spPr>
          <a:xfrm>
            <a:off x="629412" y="1735809"/>
            <a:ext cx="10933176" cy="4576090"/>
          </a:xfrm>
        </p:spPr>
        <p:txBody>
          <a:bodyPr>
            <a:noAutofit/>
          </a:bodyPr>
          <a:lstStyle/>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Participation in electricity markets.</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Security of power systems.</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Participation in demand response programs.</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Investment in transmission lines, generating units, and storage facilities.</a:t>
            </a:r>
          </a:p>
        </p:txBody>
      </p:sp>
    </p:spTree>
    <p:extLst>
      <p:ext uri="{BB962C8B-B14F-4D97-AF65-F5344CB8AC3E}">
        <p14:creationId xmlns:p14="http://schemas.microsoft.com/office/powerpoint/2010/main" val="1184580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AFAB9-FF81-7E06-0DC0-69C9E5F94411}"/>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FC904A4B-6445-9AF7-5A5E-00DD9EF2E066}"/>
              </a:ext>
            </a:extLst>
          </p:cNvPr>
          <p:cNvSpPr>
            <a:spLocks noGrp="1"/>
          </p:cNvSpPr>
          <p:nvPr>
            <p:ph type="title"/>
          </p:nvPr>
        </p:nvSpPr>
        <p:spPr>
          <a:xfrm>
            <a:off x="420625" y="254955"/>
            <a:ext cx="5277531" cy="686433"/>
          </a:xfrm>
        </p:spPr>
        <p:txBody>
          <a:bodyPr>
            <a:noAutofit/>
          </a:bodyPr>
          <a:lstStyle/>
          <a:p>
            <a:r>
              <a:rPr lang="en-US" sz="4800" dirty="0">
                <a:latin typeface="Gill Sans Nova" panose="020B0602020104020203" pitchFamily="34" charset="0"/>
              </a:rPr>
              <a:t>What will you learn?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282B8E4-6DE6-A96F-863E-C47750E5B002}"/>
              </a:ext>
            </a:extLst>
          </p:cNvPr>
          <p:cNvSpPr/>
          <p:nvPr/>
        </p:nvSpPr>
        <p:spPr>
          <a:xfrm>
            <a:off x="420625" y="941382"/>
            <a:ext cx="5277531" cy="107772"/>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Marcador de contenido 2">
            <a:extLst>
              <a:ext uri="{FF2B5EF4-FFF2-40B4-BE49-F238E27FC236}">
                <a16:creationId xmlns:a16="http://schemas.microsoft.com/office/drawing/2014/main" id="{3680FA63-2306-59AE-E3D6-1E785A35633C}"/>
              </a:ext>
            </a:extLst>
          </p:cNvPr>
          <p:cNvSpPr>
            <a:spLocks noGrp="1"/>
          </p:cNvSpPr>
          <p:nvPr>
            <p:ph idx="1"/>
          </p:nvPr>
        </p:nvSpPr>
        <p:spPr>
          <a:xfrm>
            <a:off x="629412" y="1735809"/>
            <a:ext cx="10933176" cy="4576090"/>
          </a:xfrm>
        </p:spPr>
        <p:txBody>
          <a:bodyPr>
            <a:noAutofit/>
          </a:bodyPr>
          <a:lstStyle/>
          <a:p>
            <a:pPr algn="just">
              <a:buClr>
                <a:srgbClr val="0070C0"/>
              </a:buClr>
              <a:buSzPct val="100000"/>
              <a:buFont typeface="Wingdings" panose="05000000000000000000" pitchFamily="2" charset="2"/>
              <a:buChar char="§"/>
            </a:pPr>
            <a:r>
              <a:rPr lang="en-US" sz="4000" noProof="0" dirty="0">
                <a:latin typeface="Gill Sans Nova" panose="020B0602020104020203" pitchFamily="34" charset="0"/>
              </a:rPr>
              <a:t> </a:t>
            </a:r>
            <a:r>
              <a:rPr lang="en-US" sz="3600" noProof="0" dirty="0">
                <a:latin typeface="Gill Sans Nova" panose="020B0602020104020203" pitchFamily="34" charset="0"/>
              </a:rPr>
              <a:t>To classify optimization models.</a:t>
            </a:r>
          </a:p>
          <a:p>
            <a:pPr algn="just">
              <a:buClr>
                <a:srgbClr val="0070C0"/>
              </a:buClr>
              <a:buSzPct val="100000"/>
              <a:buFont typeface="Wingdings" panose="05000000000000000000" pitchFamily="2" charset="2"/>
              <a:buChar char="§"/>
            </a:pPr>
            <a:endParaRPr lang="en-US" sz="400" noProof="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To solve optimization problems graphically.</a:t>
            </a:r>
          </a:p>
          <a:p>
            <a:pPr algn="just">
              <a:buClr>
                <a:srgbClr val="0070C0"/>
              </a:buClr>
              <a:buSzPct val="100000"/>
              <a:buFont typeface="Wingdings" panose="05000000000000000000" pitchFamily="2" charset="2"/>
              <a:buChar char="§"/>
            </a:pPr>
            <a:endParaRPr lang="en-US" sz="4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noProof="0" dirty="0">
                <a:latin typeface="Gill Sans Nova" panose="020B0602020104020203" pitchFamily="34" charset="0"/>
              </a:rPr>
              <a:t> To solve </a:t>
            </a:r>
            <a:r>
              <a:rPr lang="en-US" sz="3600" dirty="0">
                <a:latin typeface="Gill Sans Nova" panose="020B0602020104020203" pitchFamily="34" charset="0"/>
              </a:rPr>
              <a:t>optimization problems using computational tools.</a:t>
            </a:r>
          </a:p>
          <a:p>
            <a:pPr algn="just">
              <a:buClr>
                <a:srgbClr val="0070C0"/>
              </a:buClr>
              <a:buSzPct val="100000"/>
              <a:buFont typeface="Wingdings" panose="05000000000000000000" pitchFamily="2" charset="2"/>
              <a:buChar char="§"/>
            </a:pPr>
            <a:endParaRPr lang="en-US" sz="4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To reformulate nonlinear optimization problems.</a:t>
            </a:r>
          </a:p>
          <a:p>
            <a:pPr algn="just">
              <a:buClr>
                <a:srgbClr val="0070C0"/>
              </a:buClr>
              <a:buSzPct val="100000"/>
              <a:buFont typeface="Wingdings" panose="05000000000000000000" pitchFamily="2" charset="2"/>
              <a:buChar char="§"/>
            </a:pPr>
            <a:endParaRPr lang="en-US" sz="4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The meaning of dual variables.</a:t>
            </a:r>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p:sp>
        <p:nvSpPr>
          <p:cNvPr id="4" name="Marcador de número de diapositiva 5">
            <a:extLst>
              <a:ext uri="{FF2B5EF4-FFF2-40B4-BE49-F238E27FC236}">
                <a16:creationId xmlns:a16="http://schemas.microsoft.com/office/drawing/2014/main" id="{0EF3B812-A029-7E57-09A6-993E8FA0A8A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20</a:t>
            </a:fld>
            <a:endParaRPr lang="en-US" noProof="0" dirty="0"/>
          </a:p>
        </p:txBody>
      </p:sp>
    </p:spTree>
    <p:extLst>
      <p:ext uri="{BB962C8B-B14F-4D97-AF65-F5344CB8AC3E}">
        <p14:creationId xmlns:p14="http://schemas.microsoft.com/office/powerpoint/2010/main" val="2355886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F0B5C-491E-AB99-4292-EFAD2667BA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AC359C8-80EB-47FC-0290-F2B5B2F6743F}"/>
              </a:ext>
            </a:extLst>
          </p:cNvPr>
          <p:cNvSpPr>
            <a:spLocks noGrp="1"/>
          </p:cNvSpPr>
          <p:nvPr>
            <p:ph type="title"/>
          </p:nvPr>
        </p:nvSpPr>
        <p:spPr>
          <a:xfrm>
            <a:off x="1987329" y="1391373"/>
            <a:ext cx="8217341" cy="4075254"/>
          </a:xfrm>
        </p:spPr>
        <p:txBody>
          <a:bodyPr>
            <a:noAutofit/>
          </a:bodyPr>
          <a:lstStyle/>
          <a:p>
            <a:pPr algn="ctr"/>
            <a:r>
              <a:rPr lang="en-US" sz="8800" dirty="0">
                <a:latin typeface="Gill Sans Nova" panose="020B0602020104020203" pitchFamily="34" charset="0"/>
              </a:rPr>
              <a:t>2. Classification of Optimization Models</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004DF288-617E-1CF1-1502-871E93CFC9FA}"/>
              </a:ext>
            </a:extLst>
          </p:cNvPr>
          <p:cNvSpPr>
            <a:spLocks noGrp="1"/>
          </p:cNvSpPr>
          <p:nvPr>
            <p:ph type="sldNum" sz="quarter" idx="12"/>
          </p:nvPr>
        </p:nvSpPr>
        <p:spPr/>
        <p:txBody>
          <a:bodyPr/>
          <a:lstStyle/>
          <a:p>
            <a:fld id="{5A84F577-29EB-44E5-8782-4BD1CF8B9235}" type="slidenum">
              <a:rPr lang="en-US" noProof="0" smtClean="0"/>
              <a:t>21</a:t>
            </a:fld>
            <a:endParaRPr lang="en-US" noProof="0" dirty="0"/>
          </a:p>
        </p:txBody>
      </p:sp>
    </p:spTree>
    <p:extLst>
      <p:ext uri="{BB962C8B-B14F-4D97-AF65-F5344CB8AC3E}">
        <p14:creationId xmlns:p14="http://schemas.microsoft.com/office/powerpoint/2010/main" val="7336747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4ACF4-54A4-2797-4A53-B67DFC6F42E6}"/>
            </a:ext>
          </a:extLst>
        </p:cNvPr>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1692C9B5-4ADE-3444-2538-58E9407ACDCF}"/>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What is mathematical optimization?</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https://www.youtube.com/watch?v=AM6BY4btj-M</a:t>
            </a:r>
          </a:p>
        </p:txBody>
      </p:sp>
      <p:sp>
        <p:nvSpPr>
          <p:cNvPr id="4" name="Título 1">
            <a:extLst>
              <a:ext uri="{FF2B5EF4-FFF2-40B4-BE49-F238E27FC236}">
                <a16:creationId xmlns:a16="http://schemas.microsoft.com/office/drawing/2014/main" id="{AA161E51-7A23-3862-59B1-A7C6068399EF}"/>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781FA6E0-4AB8-D4DC-52E3-6043CAACBA9D}"/>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83AEFF2E-F482-3E79-D545-2E9B2EA32E8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22</a:t>
            </a:fld>
            <a:endParaRPr lang="en-US" noProof="0" dirty="0"/>
          </a:p>
        </p:txBody>
      </p:sp>
    </p:spTree>
    <p:extLst>
      <p:ext uri="{BB962C8B-B14F-4D97-AF65-F5344CB8AC3E}">
        <p14:creationId xmlns:p14="http://schemas.microsoft.com/office/powerpoint/2010/main" val="846841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0157-8BCB-546F-927F-5BBDD43C74EB}"/>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B4B77EB-A3DB-508C-6FE5-1D149110D346}"/>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B63CFE4D-9A40-69AF-E968-A539DFB67606}"/>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Marcador de número de diapositiva 5">
            <a:extLst>
              <a:ext uri="{FF2B5EF4-FFF2-40B4-BE49-F238E27FC236}">
                <a16:creationId xmlns:a16="http://schemas.microsoft.com/office/drawing/2014/main" id="{D284C20A-9DA6-DDEF-C237-109E03F96D3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23</a:t>
            </a:fld>
            <a:endParaRPr lang="en-US" noProof="0" dirty="0"/>
          </a:p>
        </p:txBody>
      </p:sp>
      <p:graphicFrame>
        <p:nvGraphicFramePr>
          <p:cNvPr id="8" name="Tabla 7">
            <a:extLst>
              <a:ext uri="{FF2B5EF4-FFF2-40B4-BE49-F238E27FC236}">
                <a16:creationId xmlns:a16="http://schemas.microsoft.com/office/drawing/2014/main" id="{7830D907-925B-46EC-8070-9826138E2471}"/>
              </a:ext>
            </a:extLst>
          </p:cNvPr>
          <p:cNvGraphicFramePr>
            <a:graphicFrameLocks noGrp="1"/>
          </p:cNvGraphicFramePr>
          <p:nvPr>
            <p:extLst>
              <p:ext uri="{D42A27DB-BD31-4B8C-83A1-F6EECF244321}">
                <p14:modId xmlns:p14="http://schemas.microsoft.com/office/powerpoint/2010/main" val="213213343"/>
              </p:ext>
            </p:extLst>
          </p:nvPr>
        </p:nvGraphicFramePr>
        <p:xfrm>
          <a:off x="696612" y="1522761"/>
          <a:ext cx="10798776" cy="4326672"/>
        </p:xfrm>
        <a:graphic>
          <a:graphicData uri="http://schemas.openxmlformats.org/drawingml/2006/table">
            <a:tbl>
              <a:tblPr firstRow="1" bandRow="1">
                <a:tableStyleId>{5940675A-B579-460E-94D1-54222C63F5DA}</a:tableStyleId>
              </a:tblPr>
              <a:tblGrid>
                <a:gridCol w="2623713">
                  <a:extLst>
                    <a:ext uri="{9D8B030D-6E8A-4147-A177-3AD203B41FA5}">
                      <a16:colId xmlns:a16="http://schemas.microsoft.com/office/drawing/2014/main" val="1624916871"/>
                    </a:ext>
                  </a:extLst>
                </a:gridCol>
                <a:gridCol w="2618462">
                  <a:extLst>
                    <a:ext uri="{9D8B030D-6E8A-4147-A177-3AD203B41FA5}">
                      <a16:colId xmlns:a16="http://schemas.microsoft.com/office/drawing/2014/main" val="3126780097"/>
                    </a:ext>
                  </a:extLst>
                </a:gridCol>
                <a:gridCol w="2628964">
                  <a:extLst>
                    <a:ext uri="{9D8B030D-6E8A-4147-A177-3AD203B41FA5}">
                      <a16:colId xmlns:a16="http://schemas.microsoft.com/office/drawing/2014/main" val="2141339917"/>
                    </a:ext>
                  </a:extLst>
                </a:gridCol>
                <a:gridCol w="2927637">
                  <a:extLst>
                    <a:ext uri="{9D8B030D-6E8A-4147-A177-3AD203B41FA5}">
                      <a16:colId xmlns:a16="http://schemas.microsoft.com/office/drawing/2014/main" val="482597487"/>
                    </a:ext>
                  </a:extLst>
                </a:gridCol>
              </a:tblGrid>
              <a:tr h="711943">
                <a:tc>
                  <a:txBody>
                    <a:bodyPr/>
                    <a:lstStyle/>
                    <a:p>
                      <a:pPr algn="ctr"/>
                      <a:r>
                        <a:rPr lang="en-US" sz="2800" b="1" noProof="0" dirty="0">
                          <a:latin typeface="Gill Sans Nova" panose="020B0602020104020203" pitchFamily="34" charset="0"/>
                        </a:rPr>
                        <a:t>Model Type</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Abbreviation</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Terms</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Variables</a:t>
                      </a:r>
                    </a:p>
                  </a:txBody>
                  <a:tcPr anchor="ctr">
                    <a:solidFill>
                      <a:schemeClr val="tx2">
                        <a:lumMod val="10000"/>
                        <a:lumOff val="90000"/>
                      </a:schemeClr>
                    </a:solidFill>
                  </a:tcPr>
                </a:tc>
                <a:extLst>
                  <a:ext uri="{0D108BD9-81ED-4DB2-BD59-A6C34878D82A}">
                    <a16:rowId xmlns:a16="http://schemas.microsoft.com/office/drawing/2014/main" val="2530592973"/>
                  </a:ext>
                </a:extLst>
              </a:tr>
              <a:tr h="711943">
                <a:tc>
                  <a:txBody>
                    <a:bodyPr/>
                    <a:lstStyle/>
                    <a:p>
                      <a:pPr algn="ctr"/>
                      <a:r>
                        <a:rPr lang="en-US" sz="2800" noProof="0" dirty="0">
                          <a:latin typeface="Gill Sans Nova" panose="020B0602020104020203" pitchFamily="34" charset="0"/>
                        </a:rPr>
                        <a:t>Linear Programming</a:t>
                      </a:r>
                    </a:p>
                  </a:txBody>
                  <a:tcPr anchor="ctr"/>
                </a:tc>
                <a:tc>
                  <a:txBody>
                    <a:bodyPr/>
                    <a:lstStyle/>
                    <a:p>
                      <a:pPr algn="ctr"/>
                      <a:r>
                        <a:rPr lang="en-US" sz="2800" noProof="0" dirty="0">
                          <a:latin typeface="Gill Sans Nova" panose="020B0602020104020203" pitchFamily="34" charset="0"/>
                        </a:rPr>
                        <a:t>LP</a:t>
                      </a:r>
                    </a:p>
                  </a:txBody>
                  <a:tcPr anchor="ctr"/>
                </a:tc>
                <a:tc>
                  <a:txBody>
                    <a:bodyPr/>
                    <a:lstStyle/>
                    <a:p>
                      <a:pPr algn="ctr"/>
                      <a:r>
                        <a:rPr lang="en-US" sz="2800" noProof="0" dirty="0">
                          <a:latin typeface="Gill Sans Nova" panose="020B0602020104020203" pitchFamily="34" charset="0"/>
                        </a:rPr>
                        <a:t>Linear</a:t>
                      </a:r>
                    </a:p>
                  </a:txBody>
                  <a:tcPr anchor="ctr"/>
                </a:tc>
                <a:tc>
                  <a:txBody>
                    <a:bodyPr/>
                    <a:lstStyle/>
                    <a:p>
                      <a:pPr algn="ctr"/>
                      <a:r>
                        <a:rPr lang="en-US" sz="2800" noProof="0" dirty="0">
                          <a:latin typeface="Gill Sans Nova" panose="020B0602020104020203" pitchFamily="34" charset="0"/>
                        </a:rPr>
                        <a:t>Continuous</a:t>
                      </a:r>
                    </a:p>
                  </a:txBody>
                  <a:tcPr anchor="ctr"/>
                </a:tc>
                <a:extLst>
                  <a:ext uri="{0D108BD9-81ED-4DB2-BD59-A6C34878D82A}">
                    <a16:rowId xmlns:a16="http://schemas.microsoft.com/office/drawing/2014/main" val="2089439892"/>
                  </a:ext>
                </a:extLst>
              </a:tr>
              <a:tr h="1298249">
                <a:tc>
                  <a:txBody>
                    <a:bodyPr/>
                    <a:lstStyle/>
                    <a:p>
                      <a:pPr algn="ctr"/>
                      <a:r>
                        <a:rPr lang="en-US" sz="2800" noProof="0" dirty="0">
                          <a:latin typeface="Gill Sans Nova" panose="020B0602020104020203" pitchFamily="34" charset="0"/>
                        </a:rPr>
                        <a:t>Mixed-Integer Linear Programming</a:t>
                      </a:r>
                    </a:p>
                  </a:txBody>
                  <a:tcPr anchor="ctr"/>
                </a:tc>
                <a:tc>
                  <a:txBody>
                    <a:bodyPr/>
                    <a:lstStyle/>
                    <a:p>
                      <a:pPr algn="ctr"/>
                      <a:r>
                        <a:rPr lang="en-US" sz="2800" noProof="0" dirty="0">
                          <a:latin typeface="Gill Sans Nova" panose="020B0602020104020203" pitchFamily="34" charset="0"/>
                        </a:rPr>
                        <a:t>MILP</a:t>
                      </a:r>
                    </a:p>
                  </a:txBody>
                  <a:tcPr anchor="ctr"/>
                </a:tc>
                <a:tc>
                  <a:txBody>
                    <a:bodyPr/>
                    <a:lstStyle/>
                    <a:p>
                      <a:pPr algn="ctr"/>
                      <a:r>
                        <a:rPr lang="en-US" sz="2800" noProof="0" dirty="0">
                          <a:latin typeface="Gill Sans Nova" panose="020B0602020104020203" pitchFamily="34" charset="0"/>
                        </a:rPr>
                        <a:t>Linear</a:t>
                      </a:r>
                    </a:p>
                  </a:txBody>
                  <a:tcPr anchor="ctr"/>
                </a:tc>
                <a:tc>
                  <a:txBody>
                    <a:bodyPr/>
                    <a:lstStyle/>
                    <a:p>
                      <a:pPr algn="ctr"/>
                      <a:r>
                        <a:rPr lang="en-US" sz="2800" noProof="0" dirty="0">
                          <a:latin typeface="Gill Sans Nova" panose="020B0602020104020203" pitchFamily="34" charset="0"/>
                        </a:rPr>
                        <a:t>Integer and continuous</a:t>
                      </a:r>
                    </a:p>
                  </a:txBody>
                  <a:tcPr anchor="ctr"/>
                </a:tc>
                <a:extLst>
                  <a:ext uri="{0D108BD9-81ED-4DB2-BD59-A6C34878D82A}">
                    <a16:rowId xmlns:a16="http://schemas.microsoft.com/office/drawing/2014/main" val="642157347"/>
                  </a:ext>
                </a:extLst>
              </a:tr>
              <a:tr h="1298249">
                <a:tc>
                  <a:txBody>
                    <a:bodyPr/>
                    <a:lstStyle/>
                    <a:p>
                      <a:pPr algn="ctr"/>
                      <a:r>
                        <a:rPr lang="en-US" sz="2800" noProof="0" dirty="0">
                          <a:latin typeface="Gill Sans Nova" panose="020B0602020104020203" pitchFamily="34" charset="0"/>
                        </a:rPr>
                        <a:t>Nonlinear Programming</a:t>
                      </a:r>
                    </a:p>
                  </a:txBody>
                  <a:tcPr anchor="ctr"/>
                </a:tc>
                <a:tc>
                  <a:txBody>
                    <a:bodyPr/>
                    <a:lstStyle/>
                    <a:p>
                      <a:pPr algn="ctr"/>
                      <a:r>
                        <a:rPr lang="en-US" sz="2800" noProof="0" dirty="0">
                          <a:latin typeface="Gill Sans Nova" panose="020B0602020104020203" pitchFamily="34" charset="0"/>
                        </a:rPr>
                        <a:t>NLP</a:t>
                      </a:r>
                    </a:p>
                  </a:txBody>
                  <a:tcPr anchor="ctr"/>
                </a:tc>
                <a:tc>
                  <a:txBody>
                    <a:bodyPr/>
                    <a:lstStyle/>
                    <a:p>
                      <a:pPr algn="ctr"/>
                      <a:r>
                        <a:rPr lang="en-US" sz="2800" noProof="0" dirty="0">
                          <a:latin typeface="Gill Sans Nova" panose="020B0602020104020203" pitchFamily="34" charset="0"/>
                        </a:rPr>
                        <a:t>Nonlinear </a:t>
                      </a:r>
                    </a:p>
                    <a:p>
                      <a:pPr algn="ctr"/>
                      <a:r>
                        <a:rPr lang="en-US" sz="2800" noProof="0" dirty="0">
                          <a:latin typeface="Gill Sans Nova" panose="020B0602020104020203" pitchFamily="34" charset="0"/>
                        </a:rPr>
                        <a:t>and linear</a:t>
                      </a:r>
                    </a:p>
                  </a:txBody>
                  <a:tcPr anchor="ctr"/>
                </a:tc>
                <a:tc>
                  <a:txBody>
                    <a:bodyPr/>
                    <a:lstStyle/>
                    <a:p>
                      <a:pPr algn="ctr"/>
                      <a:r>
                        <a:rPr lang="en-US" sz="2800" noProof="0" dirty="0">
                          <a:latin typeface="Gill Sans Nova" panose="020B0602020104020203" pitchFamily="34" charset="0"/>
                        </a:rPr>
                        <a:t>Continuous</a:t>
                      </a:r>
                    </a:p>
                  </a:txBody>
                  <a:tcPr anchor="ctr"/>
                </a:tc>
                <a:extLst>
                  <a:ext uri="{0D108BD9-81ED-4DB2-BD59-A6C34878D82A}">
                    <a16:rowId xmlns:a16="http://schemas.microsoft.com/office/drawing/2014/main" val="1200413469"/>
                  </a:ext>
                </a:extLst>
              </a:tr>
            </a:tbl>
          </a:graphicData>
        </a:graphic>
      </p:graphicFrame>
    </p:spTree>
    <p:extLst>
      <p:ext uri="{BB962C8B-B14F-4D97-AF65-F5344CB8AC3E}">
        <p14:creationId xmlns:p14="http://schemas.microsoft.com/office/powerpoint/2010/main" val="42516862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5A2FA-C58C-1245-7B27-51D2BB008F0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454DF43-79FC-7A31-2E56-D34388066C23}"/>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7A236B6-E5E7-98D9-9940-8E695826EAED}"/>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Marcador de contenido 2">
            <a:extLst>
              <a:ext uri="{FF2B5EF4-FFF2-40B4-BE49-F238E27FC236}">
                <a16:creationId xmlns:a16="http://schemas.microsoft.com/office/drawing/2014/main" id="{88C296D8-13FC-B159-E28F-A43B5A7043F4}"/>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There are other types, such as:</a:t>
            </a:r>
          </a:p>
        </p:txBody>
      </p:sp>
      <p:sp>
        <p:nvSpPr>
          <p:cNvPr id="4" name="Marcador de número de diapositiva 5">
            <a:extLst>
              <a:ext uri="{FF2B5EF4-FFF2-40B4-BE49-F238E27FC236}">
                <a16:creationId xmlns:a16="http://schemas.microsoft.com/office/drawing/2014/main" id="{D64033F8-7E25-6A30-BF2E-B83ADEF02A6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24</a:t>
            </a:fld>
            <a:endParaRPr lang="en-US" noProof="0" dirty="0"/>
          </a:p>
        </p:txBody>
      </p:sp>
      <p:graphicFrame>
        <p:nvGraphicFramePr>
          <p:cNvPr id="6" name="Tabla 5">
            <a:extLst>
              <a:ext uri="{FF2B5EF4-FFF2-40B4-BE49-F238E27FC236}">
                <a16:creationId xmlns:a16="http://schemas.microsoft.com/office/drawing/2014/main" id="{C3584A10-ECCB-C5CF-A58F-6A86180833FC}"/>
              </a:ext>
            </a:extLst>
          </p:cNvPr>
          <p:cNvGraphicFramePr>
            <a:graphicFrameLocks noGrp="1"/>
          </p:cNvGraphicFramePr>
          <p:nvPr>
            <p:extLst>
              <p:ext uri="{D42A27DB-BD31-4B8C-83A1-F6EECF244321}">
                <p14:modId xmlns:p14="http://schemas.microsoft.com/office/powerpoint/2010/main" val="1752912800"/>
              </p:ext>
            </p:extLst>
          </p:nvPr>
        </p:nvGraphicFramePr>
        <p:xfrm>
          <a:off x="696612" y="2982082"/>
          <a:ext cx="10798776" cy="2083543"/>
        </p:xfrm>
        <a:graphic>
          <a:graphicData uri="http://schemas.openxmlformats.org/drawingml/2006/table">
            <a:tbl>
              <a:tblPr firstRow="1" bandRow="1">
                <a:tableStyleId>{5940675A-B579-460E-94D1-54222C63F5DA}</a:tableStyleId>
              </a:tblPr>
              <a:tblGrid>
                <a:gridCol w="2623713">
                  <a:extLst>
                    <a:ext uri="{9D8B030D-6E8A-4147-A177-3AD203B41FA5}">
                      <a16:colId xmlns:a16="http://schemas.microsoft.com/office/drawing/2014/main" val="1624916871"/>
                    </a:ext>
                  </a:extLst>
                </a:gridCol>
                <a:gridCol w="2531835">
                  <a:extLst>
                    <a:ext uri="{9D8B030D-6E8A-4147-A177-3AD203B41FA5}">
                      <a16:colId xmlns:a16="http://schemas.microsoft.com/office/drawing/2014/main" val="3126780097"/>
                    </a:ext>
                  </a:extLst>
                </a:gridCol>
                <a:gridCol w="2715591">
                  <a:extLst>
                    <a:ext uri="{9D8B030D-6E8A-4147-A177-3AD203B41FA5}">
                      <a16:colId xmlns:a16="http://schemas.microsoft.com/office/drawing/2014/main" val="2141339917"/>
                    </a:ext>
                  </a:extLst>
                </a:gridCol>
                <a:gridCol w="2927637">
                  <a:extLst>
                    <a:ext uri="{9D8B030D-6E8A-4147-A177-3AD203B41FA5}">
                      <a16:colId xmlns:a16="http://schemas.microsoft.com/office/drawing/2014/main" val="2100503363"/>
                    </a:ext>
                  </a:extLst>
                </a:gridCol>
              </a:tblGrid>
              <a:tr h="711943">
                <a:tc>
                  <a:txBody>
                    <a:bodyPr/>
                    <a:lstStyle/>
                    <a:p>
                      <a:pPr algn="ctr"/>
                      <a:r>
                        <a:rPr lang="en-US" sz="2800" b="1" noProof="0" dirty="0">
                          <a:latin typeface="Gill Sans Nova" panose="020B0602020104020203" pitchFamily="34" charset="0"/>
                        </a:rPr>
                        <a:t>Model Type</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Abbreviation</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Terms</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Variables</a:t>
                      </a:r>
                    </a:p>
                  </a:txBody>
                  <a:tcPr anchor="ctr">
                    <a:solidFill>
                      <a:schemeClr val="tx2">
                        <a:lumMod val="10000"/>
                        <a:lumOff val="90000"/>
                      </a:schemeClr>
                    </a:solidFill>
                  </a:tcPr>
                </a:tc>
                <a:extLst>
                  <a:ext uri="{0D108BD9-81ED-4DB2-BD59-A6C34878D82A}">
                    <a16:rowId xmlns:a16="http://schemas.microsoft.com/office/drawing/2014/main" val="2530592973"/>
                  </a:ext>
                </a:extLst>
              </a:tr>
              <a:tr h="711943">
                <a:tc>
                  <a:txBody>
                    <a:bodyPr/>
                    <a:lstStyle/>
                    <a:p>
                      <a:pPr algn="ctr"/>
                      <a:r>
                        <a:rPr lang="en-US" sz="2800" noProof="0" dirty="0">
                          <a:latin typeface="Gill Sans Nova" panose="020B0602020104020203" pitchFamily="34" charset="0"/>
                        </a:rPr>
                        <a:t>Mixed-Integer Nonlinear Programming</a:t>
                      </a:r>
                    </a:p>
                  </a:txBody>
                  <a:tcPr anchor="ctr"/>
                </a:tc>
                <a:tc>
                  <a:txBody>
                    <a:bodyPr/>
                    <a:lstStyle/>
                    <a:p>
                      <a:pPr algn="ctr"/>
                      <a:r>
                        <a:rPr lang="en-US" sz="2800" noProof="0" dirty="0">
                          <a:latin typeface="Gill Sans Nova" panose="020B0602020104020203" pitchFamily="34" charset="0"/>
                        </a:rPr>
                        <a:t>MINLP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latin typeface="Gill Sans Nova" panose="020B0602020104020203" pitchFamily="34" charset="0"/>
                        </a:rPr>
                        <a:t>Nonlinear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latin typeface="Gill Sans Nova" panose="020B0602020104020203" pitchFamily="34" charset="0"/>
                        </a:rPr>
                        <a:t>and linear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latin typeface="Gill Sans Nova" panose="020B0602020104020203" pitchFamily="34" charset="0"/>
                        </a:rPr>
                        <a:t>Integer and continuous</a:t>
                      </a:r>
                    </a:p>
                  </a:txBody>
                  <a:tcPr anchor="ctr"/>
                </a:tc>
                <a:extLst>
                  <a:ext uri="{0D108BD9-81ED-4DB2-BD59-A6C34878D82A}">
                    <a16:rowId xmlns:a16="http://schemas.microsoft.com/office/drawing/2014/main" val="2089439892"/>
                  </a:ext>
                </a:extLst>
              </a:tr>
            </a:tbl>
          </a:graphicData>
        </a:graphic>
      </p:graphicFrame>
    </p:spTree>
    <p:extLst>
      <p:ext uri="{BB962C8B-B14F-4D97-AF65-F5344CB8AC3E}">
        <p14:creationId xmlns:p14="http://schemas.microsoft.com/office/powerpoint/2010/main" val="18622437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741C-AB97-2AFC-23DF-C8EBCA2DC26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D6CE0A6E-0E23-3BA0-40D7-D1AC7E14FED4}"/>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4000" dirty="0">
                    <a:latin typeface="Gill Sans Nova" panose="020B0602020104020203" pitchFamily="34" charset="0"/>
                  </a:rPr>
                  <a:t>LP </a:t>
                </a:r>
                <a14:m>
                  <m:oMath xmlns:m="http://schemas.openxmlformats.org/officeDocument/2006/math">
                    <m:r>
                      <a:rPr lang="es-ES" sz="4000" i="1" smtClean="0">
                        <a:solidFill>
                          <a:srgbClr val="0070C0"/>
                        </a:solidFill>
                        <a:latin typeface="Cambria Math" panose="02040503050406030204" pitchFamily="18" charset="0"/>
                      </a:rPr>
                      <m:t>→</m:t>
                    </m:r>
                  </m:oMath>
                </a14:m>
                <a:r>
                  <a:rPr lang="en-US" sz="4000" dirty="0">
                    <a:latin typeface="Gill Sans Nova" panose="020B0602020104020203" pitchFamily="34" charset="0"/>
                  </a:rPr>
                  <a:t> Easy to solve.</a:t>
                </a:r>
              </a:p>
              <a:p>
                <a:pPr marL="0" indent="0" algn="just">
                  <a:buClr>
                    <a:srgbClr val="0070C0"/>
                  </a:buClr>
                  <a:buSzPct val="100000"/>
                  <a:buNone/>
                </a:pPr>
                <a:endParaRPr lang="en-US" sz="4000" noProof="0" dirty="0">
                  <a:latin typeface="Gill Sans Nova" panose="020B0602020104020203" pitchFamily="34" charset="0"/>
                </a:endParaRPr>
              </a:p>
              <a:p>
                <a:pPr marL="0" indent="0" algn="just">
                  <a:buClr>
                    <a:srgbClr val="0070C0"/>
                  </a:buClr>
                  <a:buSzPct val="100000"/>
                  <a:buNone/>
                </a:pPr>
                <a:r>
                  <a:rPr lang="en-US" sz="4000" dirty="0">
                    <a:latin typeface="Gill Sans Nova" panose="020B0602020104020203" pitchFamily="34" charset="0"/>
                  </a:rPr>
                  <a:t>MILP </a:t>
                </a:r>
                <a14:m>
                  <m:oMath xmlns:m="http://schemas.openxmlformats.org/officeDocument/2006/math">
                    <m:r>
                      <a:rPr lang="es-ES" sz="4000" b="0" i="1" smtClean="0">
                        <a:solidFill>
                          <a:srgbClr val="0070C0"/>
                        </a:solidFill>
                        <a:latin typeface="Cambria Math" panose="02040503050406030204" pitchFamily="18" charset="0"/>
                      </a:rPr>
                      <m:t>→</m:t>
                    </m:r>
                  </m:oMath>
                </a14:m>
                <a:r>
                  <a:rPr lang="en-US" sz="4000" dirty="0">
                    <a:latin typeface="Gill Sans Nova" panose="020B0602020104020203" pitchFamily="34" charset="0"/>
                  </a:rPr>
                  <a:t> It depends on the number of binary variables and the problem addressed.</a:t>
                </a:r>
              </a:p>
              <a:p>
                <a:pPr marL="0" indent="0" algn="just">
                  <a:buClr>
                    <a:srgbClr val="0070C0"/>
                  </a:buClr>
                  <a:buSzPct val="100000"/>
                  <a:buNone/>
                </a:pPr>
                <a:endParaRPr lang="en-US" sz="4000" noProof="0" dirty="0">
                  <a:latin typeface="Gill Sans Nova" panose="020B0602020104020203" pitchFamily="34" charset="0"/>
                </a:endParaRPr>
              </a:p>
              <a:p>
                <a:pPr marL="0" indent="0" algn="just">
                  <a:buClr>
                    <a:srgbClr val="0070C0"/>
                  </a:buClr>
                  <a:buSzPct val="100000"/>
                  <a:buNone/>
                </a:pPr>
                <a:r>
                  <a:rPr lang="en-US" sz="4000" dirty="0">
                    <a:latin typeface="Gill Sans Nova" panose="020B0602020104020203" pitchFamily="34" charset="0"/>
                  </a:rPr>
                  <a:t>NLP </a:t>
                </a:r>
                <a14:m>
                  <m:oMath xmlns:m="http://schemas.openxmlformats.org/officeDocument/2006/math">
                    <m:r>
                      <a:rPr lang="es-ES" sz="4000" i="1">
                        <a:solidFill>
                          <a:srgbClr val="0070C0"/>
                        </a:solidFill>
                        <a:latin typeface="Cambria Math" panose="02040503050406030204" pitchFamily="18" charset="0"/>
                      </a:rPr>
                      <m:t>→</m:t>
                    </m:r>
                  </m:oMath>
                </a14:m>
                <a:r>
                  <a:rPr lang="en-US" sz="4000" dirty="0">
                    <a:latin typeface="Gill Sans Nova" panose="020B0602020104020203" pitchFamily="34" charset="0"/>
                  </a:rPr>
                  <a:t> (Generally) Hard to solve.</a:t>
                </a:r>
              </a:p>
            </p:txBody>
          </p:sp>
        </mc:Choice>
        <mc:Fallback xmlns="">
          <p:sp>
            <p:nvSpPr>
              <p:cNvPr id="5" name="Marcador de contenido 2">
                <a:extLst>
                  <a:ext uri="{FF2B5EF4-FFF2-40B4-BE49-F238E27FC236}">
                    <a16:creationId xmlns:a16="http://schemas.microsoft.com/office/drawing/2014/main" id="{D6CE0A6E-0E23-3BA0-40D7-D1AC7E14FED4}"/>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951" t="-3600" r="-1951"/>
                </a:stretch>
              </a:blipFill>
            </p:spPr>
            <p:txBody>
              <a:bodyPr/>
              <a:lstStyle/>
              <a:p>
                <a:r>
                  <a:rPr lang="es-ES">
                    <a:noFill/>
                  </a:rPr>
                  <a:t> </a:t>
                </a:r>
              </a:p>
            </p:txBody>
          </p:sp>
        </mc:Fallback>
      </mc:AlternateContent>
      <p:sp>
        <p:nvSpPr>
          <p:cNvPr id="4" name="Título 1">
            <a:extLst>
              <a:ext uri="{FF2B5EF4-FFF2-40B4-BE49-F238E27FC236}">
                <a16:creationId xmlns:a16="http://schemas.microsoft.com/office/drawing/2014/main" id="{15BB0B6D-802C-3AB2-3BA0-407DA654A9FA}"/>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7B1ED2F8-0D3C-4242-A05F-F7FAE5694DAC}"/>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32C3EB21-77DC-2C05-84FF-CD57E8F477B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25</a:t>
            </a:fld>
            <a:endParaRPr lang="en-US" noProof="0" dirty="0"/>
          </a:p>
        </p:txBody>
      </p:sp>
    </p:spTree>
    <p:extLst>
      <p:ext uri="{BB962C8B-B14F-4D97-AF65-F5344CB8AC3E}">
        <p14:creationId xmlns:p14="http://schemas.microsoft.com/office/powerpoint/2010/main" val="12455163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46135-1635-DE87-B27E-40A950DE4A15}"/>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12CC5769-92E0-29C0-7401-3CD6B898848E}"/>
              </a:ext>
            </a:extLst>
          </p:cNvPr>
          <p:cNvSpPr>
            <a:spLocks noGrp="1"/>
          </p:cNvSpPr>
          <p:nvPr>
            <p:ph idx="1"/>
          </p:nvPr>
        </p:nvSpPr>
        <p:spPr>
          <a:xfrm>
            <a:off x="420624" y="1544321"/>
            <a:ext cx="10933176" cy="4712100"/>
          </a:xfrm>
        </p:spPr>
        <p:txBody>
          <a:bodyPr>
            <a:noAutofit/>
          </a:bodyPr>
          <a:lstStyle/>
          <a:p>
            <a:pPr marL="0" indent="0" algn="just">
              <a:buNone/>
            </a:pPr>
            <a:r>
              <a:rPr lang="en-US" noProof="0" dirty="0">
                <a:latin typeface="Gill Sans Nova" panose="020B0602020104020203" pitchFamily="34" charset="0"/>
              </a:rPr>
              <a:t>M. Carrión, R. Domínguez, and G. Oggioni, “Optimal participation of wind power producers in a hybrid intraday market: </a:t>
            </a:r>
            <a:r>
              <a:rPr lang="en-US" dirty="0">
                <a:latin typeface="Gill Sans Nova" panose="020B0602020104020203" pitchFamily="34" charset="0"/>
              </a:rPr>
              <a:t>a</a:t>
            </a:r>
            <a:r>
              <a:rPr lang="en-US" noProof="0" dirty="0">
                <a:latin typeface="Gill Sans Nova" panose="020B0602020104020203" pitchFamily="34" charset="0"/>
              </a:rPr>
              <a:t> multi-stage stochastic approach”, </a:t>
            </a:r>
            <a:r>
              <a:rPr lang="en-US" i="1" noProof="0" dirty="0">
                <a:latin typeface="Gill Sans Nova" panose="020B0602020104020203" pitchFamily="34" charset="0"/>
              </a:rPr>
              <a:t>Energy Economics</a:t>
            </a:r>
            <a:r>
              <a:rPr lang="en-US" noProof="0" dirty="0">
                <a:latin typeface="Gill Sans Nova" panose="020B0602020104020203" pitchFamily="34" charset="0"/>
              </a:rPr>
              <a:t>, vol. 144, art. no. 108303, Apr. 2025, DOI: 10.1016/j.eneco.2025.108303.</a:t>
            </a:r>
          </a:p>
          <a:p>
            <a:pPr marL="0" indent="0" algn="just">
              <a:buNone/>
            </a:pPr>
            <a:endParaRPr lang="en-US" dirty="0">
              <a:latin typeface="Gill Sans Nova" panose="020B0602020104020203" pitchFamily="34" charset="0"/>
            </a:endParaRPr>
          </a:p>
          <a:p>
            <a:pPr marL="0" indent="0" algn="just">
              <a:buNone/>
            </a:pPr>
            <a:r>
              <a:rPr lang="en-US" dirty="0">
                <a:latin typeface="Gill Sans Nova" panose="020B0602020104020203" pitchFamily="34" charset="0"/>
              </a:rPr>
              <a:t>LP problem: </a:t>
            </a:r>
          </a:p>
          <a:p>
            <a:pPr algn="just">
              <a:buClr>
                <a:srgbClr val="0070C0"/>
              </a:buClr>
              <a:buFont typeface="Wingdings" panose="05000000000000000000" pitchFamily="2" charset="2"/>
              <a:buChar char="§"/>
            </a:pPr>
            <a:r>
              <a:rPr lang="en-US" dirty="0">
                <a:latin typeface="Gill Sans Nova" panose="020B0602020104020203" pitchFamily="34" charset="0"/>
              </a:rPr>
              <a:t> Continuous variables: 3.8 million.</a:t>
            </a:r>
          </a:p>
          <a:p>
            <a:pPr algn="just">
              <a:buClr>
                <a:srgbClr val="0070C0"/>
              </a:buClr>
              <a:buFont typeface="Wingdings" panose="05000000000000000000" pitchFamily="2" charset="2"/>
              <a:buChar char="§"/>
            </a:pPr>
            <a:r>
              <a:rPr lang="en-US" dirty="0">
                <a:latin typeface="Gill Sans Nova" panose="020B0602020104020203" pitchFamily="34" charset="0"/>
              </a:rPr>
              <a:t> Constraints: 3.7 million.</a:t>
            </a:r>
          </a:p>
          <a:p>
            <a:pPr algn="just">
              <a:buClr>
                <a:srgbClr val="0070C0"/>
              </a:buClr>
              <a:buFont typeface="Wingdings" panose="05000000000000000000" pitchFamily="2" charset="2"/>
              <a:buChar char="§"/>
            </a:pPr>
            <a:r>
              <a:rPr lang="en-US" dirty="0">
                <a:latin typeface="Gill Sans Nova" panose="020B0602020104020203" pitchFamily="34" charset="0"/>
              </a:rPr>
              <a:t> Computational time: </a:t>
            </a:r>
            <a:r>
              <a:rPr lang="en-US" dirty="0">
                <a:highlight>
                  <a:srgbClr val="FFFF00"/>
                </a:highlight>
                <a:latin typeface="Gill Sans Nova" panose="020B0602020104020203" pitchFamily="34" charset="0"/>
              </a:rPr>
              <a:t>lower than 1 min</a:t>
            </a:r>
            <a:r>
              <a:rPr lang="en-US" dirty="0">
                <a:latin typeface="Gill Sans Nova" panose="020B0602020104020203" pitchFamily="34" charset="0"/>
              </a:rPr>
              <a:t>.</a:t>
            </a:r>
          </a:p>
        </p:txBody>
      </p:sp>
      <p:sp>
        <p:nvSpPr>
          <p:cNvPr id="9" name="Título 1">
            <a:extLst>
              <a:ext uri="{FF2B5EF4-FFF2-40B4-BE49-F238E27FC236}">
                <a16:creationId xmlns:a16="http://schemas.microsoft.com/office/drawing/2014/main" id="{EA12D2F5-04EF-D1C6-39B2-249D3FA825F6}"/>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2750793C-404C-F50D-C2FE-CF6506E60D25}"/>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C70084C3-E8B0-5B00-20F2-FFB09ADABED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26</a:t>
            </a:fld>
            <a:endParaRPr lang="en-US" noProof="0" dirty="0"/>
          </a:p>
        </p:txBody>
      </p:sp>
    </p:spTree>
    <p:extLst>
      <p:ext uri="{BB962C8B-B14F-4D97-AF65-F5344CB8AC3E}">
        <p14:creationId xmlns:p14="http://schemas.microsoft.com/office/powerpoint/2010/main" val="12671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A4A5-7601-8674-FA5B-B690BDCD6374}"/>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B190E275-0558-582D-211C-A259CE1D8113}"/>
              </a:ext>
            </a:extLst>
          </p:cNvPr>
          <p:cNvSpPr>
            <a:spLocks noGrp="1"/>
          </p:cNvSpPr>
          <p:nvPr>
            <p:ph idx="1"/>
          </p:nvPr>
        </p:nvSpPr>
        <p:spPr>
          <a:xfrm>
            <a:off x="420624" y="1544321"/>
            <a:ext cx="10933176" cy="5177156"/>
          </a:xfrm>
        </p:spPr>
        <p:txBody>
          <a:bodyPr>
            <a:noAutofit/>
          </a:bodyPr>
          <a:lstStyle/>
          <a:p>
            <a:pPr marL="0" indent="0" algn="just">
              <a:buNone/>
            </a:pPr>
            <a:r>
              <a:rPr lang="en-US" dirty="0">
                <a:latin typeface="Gill Sans Nova" panose="020B0602020104020203" pitchFamily="34" charset="0"/>
              </a:rPr>
              <a:t>Á. García-Cerezo, P. M. Drašković, and H. Pandžić, “Day-ahead market scheduling strategy of a virtual power plant under the single imbalance pricing scheme via stochastic robust optimization”, paper submitted to </a:t>
            </a:r>
            <a:r>
              <a:rPr lang="en-US" i="1" dirty="0">
                <a:latin typeface="Gill Sans Nova" panose="020B0602020104020203" pitchFamily="34" charset="0"/>
              </a:rPr>
              <a:t>Energy Economics</a:t>
            </a:r>
            <a:r>
              <a:rPr lang="en-US" dirty="0">
                <a:latin typeface="Gill Sans Nova" panose="020B0602020104020203" pitchFamily="34" charset="0"/>
              </a:rPr>
              <a:t>. </a:t>
            </a:r>
          </a:p>
          <a:p>
            <a:pPr marL="0" indent="0" algn="just">
              <a:buNone/>
            </a:pPr>
            <a:endParaRPr lang="en-US" dirty="0">
              <a:latin typeface="Gill Sans Nova" panose="020B0602020104020203" pitchFamily="34" charset="0"/>
            </a:endParaRPr>
          </a:p>
          <a:p>
            <a:pPr marL="0" indent="0" algn="just">
              <a:buNone/>
            </a:pPr>
            <a:r>
              <a:rPr lang="en-US" dirty="0">
                <a:latin typeface="Gill Sans Nova" panose="020B0602020104020203" pitchFamily="34" charset="0"/>
              </a:rPr>
              <a:t>MILP problem: </a:t>
            </a:r>
          </a:p>
          <a:p>
            <a:pPr algn="just">
              <a:buClr>
                <a:srgbClr val="0070C0"/>
              </a:buClr>
              <a:buFont typeface="Wingdings" panose="05000000000000000000" pitchFamily="2" charset="2"/>
              <a:buChar char="§"/>
            </a:pPr>
            <a:r>
              <a:rPr lang="en-US" dirty="0">
                <a:latin typeface="Gill Sans Nova" panose="020B0602020104020203" pitchFamily="34" charset="0"/>
              </a:rPr>
              <a:t> Continuous variables: 14,337.</a:t>
            </a:r>
          </a:p>
          <a:p>
            <a:pPr algn="just">
              <a:buClr>
                <a:srgbClr val="0070C0"/>
              </a:buClr>
              <a:buFont typeface="Wingdings" panose="05000000000000000000" pitchFamily="2" charset="2"/>
              <a:buChar char="§"/>
            </a:pPr>
            <a:r>
              <a:rPr lang="en-US" dirty="0">
                <a:latin typeface="Gill Sans Nova" panose="020B0602020104020203" pitchFamily="34" charset="0"/>
              </a:rPr>
              <a:t> Integer variables: 1,008.</a:t>
            </a:r>
          </a:p>
          <a:p>
            <a:pPr algn="just">
              <a:buClr>
                <a:srgbClr val="0070C0"/>
              </a:buClr>
              <a:buFont typeface="Wingdings" panose="05000000000000000000" pitchFamily="2" charset="2"/>
              <a:buChar char="§"/>
            </a:pPr>
            <a:r>
              <a:rPr lang="en-US" dirty="0">
                <a:latin typeface="Gill Sans Nova" panose="020B0602020104020203" pitchFamily="34" charset="0"/>
              </a:rPr>
              <a:t> Constraints: 12,372.</a:t>
            </a:r>
          </a:p>
          <a:p>
            <a:pPr algn="just">
              <a:buClr>
                <a:srgbClr val="0070C0"/>
              </a:buClr>
              <a:buFont typeface="Wingdings" panose="05000000000000000000" pitchFamily="2" charset="2"/>
              <a:buChar char="§"/>
            </a:pPr>
            <a:r>
              <a:rPr lang="en-US" dirty="0">
                <a:latin typeface="Gill Sans Nova" panose="020B0602020104020203" pitchFamily="34" charset="0"/>
              </a:rPr>
              <a:t> Computational time: </a:t>
            </a:r>
            <a:r>
              <a:rPr lang="en-US" dirty="0">
                <a:highlight>
                  <a:srgbClr val="FFFF00"/>
                </a:highlight>
                <a:latin typeface="Gill Sans Nova" panose="020B0602020104020203" pitchFamily="34" charset="0"/>
              </a:rPr>
              <a:t>3 min</a:t>
            </a:r>
            <a:r>
              <a:rPr lang="en-US" dirty="0">
                <a:latin typeface="Gill Sans Nova" panose="020B0602020104020203" pitchFamily="34" charset="0"/>
              </a:rPr>
              <a:t>.</a:t>
            </a:r>
          </a:p>
        </p:txBody>
      </p:sp>
      <p:sp>
        <p:nvSpPr>
          <p:cNvPr id="9" name="Título 1">
            <a:extLst>
              <a:ext uri="{FF2B5EF4-FFF2-40B4-BE49-F238E27FC236}">
                <a16:creationId xmlns:a16="http://schemas.microsoft.com/office/drawing/2014/main" id="{DC3C49D8-9B17-687B-1AC1-D765F7BAC1A8}"/>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FB5B7C62-EFFB-BF22-F3A3-D8B19A7DD5F9}"/>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51452C6A-4815-F234-76B4-A154B3ECC890}"/>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27</a:t>
            </a:fld>
            <a:endParaRPr lang="en-US" noProof="0" dirty="0"/>
          </a:p>
        </p:txBody>
      </p:sp>
    </p:spTree>
    <p:extLst>
      <p:ext uri="{BB962C8B-B14F-4D97-AF65-F5344CB8AC3E}">
        <p14:creationId xmlns:p14="http://schemas.microsoft.com/office/powerpoint/2010/main" val="580441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945FA-F3E2-7BE8-9253-2C4436FA047C}"/>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32684CEC-E8CE-E9D0-6C34-5DAC4E1661DC}"/>
              </a:ext>
            </a:extLst>
          </p:cNvPr>
          <p:cNvSpPr>
            <a:spLocks noGrp="1"/>
          </p:cNvSpPr>
          <p:nvPr>
            <p:ph idx="1"/>
          </p:nvPr>
        </p:nvSpPr>
        <p:spPr>
          <a:xfrm>
            <a:off x="420624" y="1544321"/>
            <a:ext cx="10933176" cy="5177156"/>
          </a:xfrm>
        </p:spPr>
        <p:txBody>
          <a:bodyPr>
            <a:noAutofit/>
          </a:bodyPr>
          <a:lstStyle/>
          <a:p>
            <a:pPr marL="0" indent="0" algn="just">
              <a:buNone/>
            </a:pPr>
            <a:r>
              <a:rPr lang="en-US" dirty="0">
                <a:latin typeface="Gill Sans Nova" panose="020B0602020104020203" pitchFamily="34" charset="0"/>
              </a:rPr>
              <a:t>Á. García-Cerezo, A. </a:t>
            </a:r>
            <a:r>
              <a:rPr lang="en-US" dirty="0" err="1">
                <a:latin typeface="Gill Sans Nova" panose="020B0602020104020203" pitchFamily="34" charset="0"/>
              </a:rPr>
              <a:t>Pleite</a:t>
            </a:r>
            <a:r>
              <a:rPr lang="en-US" dirty="0">
                <a:latin typeface="Gill Sans Nova" panose="020B0602020104020203" pitchFamily="34" charset="0"/>
              </a:rPr>
              <a:t>-Paniagua, L. Baringo, and R. Domínguez, “Uncertainty-driven long-term participation of a virtual power plant in the day-ahead market and a grid-balancing demand response auction”, </a:t>
            </a:r>
            <a:r>
              <a:rPr lang="en-US" i="1" dirty="0">
                <a:latin typeface="Gill Sans Nova" panose="020B0602020104020203" pitchFamily="34" charset="0"/>
              </a:rPr>
              <a:t>24th Conference of the International Federation of Operational Research Societies </a:t>
            </a:r>
            <a:r>
              <a:rPr lang="en-US" dirty="0">
                <a:latin typeface="Gill Sans Nova" panose="020B0602020104020203" pitchFamily="34" charset="0"/>
              </a:rPr>
              <a:t>(</a:t>
            </a:r>
            <a:r>
              <a:rPr lang="en-US" i="1" dirty="0">
                <a:latin typeface="Gill Sans Nova" panose="020B0602020104020203" pitchFamily="34" charset="0"/>
              </a:rPr>
              <a:t>IFORS 2026</a:t>
            </a:r>
            <a:r>
              <a:rPr lang="en-US" dirty="0">
                <a:latin typeface="Gill Sans Nova" panose="020B0602020104020203" pitchFamily="34" charset="0"/>
              </a:rPr>
              <a:t>), Vienna, Austria, Jul. 2026. </a:t>
            </a:r>
          </a:p>
          <a:p>
            <a:pPr marL="0" indent="0" algn="just">
              <a:buNone/>
            </a:pPr>
            <a:endParaRPr lang="en-US" sz="800" dirty="0">
              <a:latin typeface="Gill Sans Nova" panose="020B0602020104020203" pitchFamily="34" charset="0"/>
            </a:endParaRPr>
          </a:p>
          <a:p>
            <a:pPr marL="0" indent="0" algn="just">
              <a:buNone/>
            </a:pPr>
            <a:r>
              <a:rPr lang="en-US" dirty="0">
                <a:latin typeface="Gill Sans Nova" panose="020B0602020104020203" pitchFamily="34" charset="0"/>
              </a:rPr>
              <a:t>MILP problem: </a:t>
            </a:r>
          </a:p>
          <a:p>
            <a:pPr algn="just">
              <a:buClr>
                <a:srgbClr val="0070C0"/>
              </a:buClr>
              <a:buFont typeface="Wingdings" panose="05000000000000000000" pitchFamily="2" charset="2"/>
              <a:buChar char="§"/>
            </a:pPr>
            <a:r>
              <a:rPr lang="en-US" dirty="0">
                <a:latin typeface="Gill Sans Nova" panose="020B0602020104020203" pitchFamily="34" charset="0"/>
              </a:rPr>
              <a:t> Continuous variables: 1,329,631.</a:t>
            </a:r>
          </a:p>
          <a:p>
            <a:pPr algn="just">
              <a:buClr>
                <a:srgbClr val="0070C0"/>
              </a:buClr>
              <a:buFont typeface="Wingdings" panose="05000000000000000000" pitchFamily="2" charset="2"/>
              <a:buChar char="§"/>
            </a:pPr>
            <a:r>
              <a:rPr lang="en-US" dirty="0">
                <a:latin typeface="Gill Sans Nova" panose="020B0602020104020203" pitchFamily="34" charset="0"/>
              </a:rPr>
              <a:t> Integer variables: 129,990.</a:t>
            </a:r>
          </a:p>
          <a:p>
            <a:pPr algn="just">
              <a:buClr>
                <a:srgbClr val="0070C0"/>
              </a:buClr>
              <a:buFont typeface="Wingdings" panose="05000000000000000000" pitchFamily="2" charset="2"/>
              <a:buChar char="§"/>
            </a:pPr>
            <a:r>
              <a:rPr lang="en-US" dirty="0">
                <a:latin typeface="Gill Sans Nova" panose="020B0602020104020203" pitchFamily="34" charset="0"/>
              </a:rPr>
              <a:t> Constraints: 2,436,066.</a:t>
            </a:r>
          </a:p>
          <a:p>
            <a:pPr algn="just">
              <a:buClr>
                <a:srgbClr val="0070C0"/>
              </a:buClr>
              <a:buFont typeface="Wingdings" panose="05000000000000000000" pitchFamily="2" charset="2"/>
              <a:buChar char="§"/>
            </a:pPr>
            <a:r>
              <a:rPr lang="en-US" dirty="0">
                <a:latin typeface="Gill Sans Nova" panose="020B0602020104020203" pitchFamily="34" charset="0"/>
              </a:rPr>
              <a:t> Computational time: </a:t>
            </a:r>
            <a:r>
              <a:rPr lang="en-US" dirty="0">
                <a:highlight>
                  <a:srgbClr val="FFFF00"/>
                </a:highlight>
                <a:latin typeface="Gill Sans Nova" panose="020B0602020104020203" pitchFamily="34" charset="0"/>
              </a:rPr>
              <a:t>1 h</a:t>
            </a:r>
            <a:r>
              <a:rPr lang="en-US" dirty="0">
                <a:latin typeface="Gill Sans Nova" panose="020B0602020104020203" pitchFamily="34" charset="0"/>
              </a:rPr>
              <a:t>.</a:t>
            </a:r>
          </a:p>
        </p:txBody>
      </p:sp>
      <p:sp>
        <p:nvSpPr>
          <p:cNvPr id="9" name="Título 1">
            <a:extLst>
              <a:ext uri="{FF2B5EF4-FFF2-40B4-BE49-F238E27FC236}">
                <a16:creationId xmlns:a16="http://schemas.microsoft.com/office/drawing/2014/main" id="{9671FDA6-E2A7-CC6E-F838-BF5CFAE5C2F6}"/>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E6FD6B0D-D2E8-DB22-F694-F55DDC3B1C86}"/>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09A88F7D-3670-8137-4793-39E61269012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28</a:t>
            </a:fld>
            <a:endParaRPr lang="en-US" noProof="0" dirty="0"/>
          </a:p>
        </p:txBody>
      </p:sp>
    </p:spTree>
    <p:extLst>
      <p:ext uri="{BB962C8B-B14F-4D97-AF65-F5344CB8AC3E}">
        <p14:creationId xmlns:p14="http://schemas.microsoft.com/office/powerpoint/2010/main" val="3697669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C484-6C1E-F5B4-3561-D087BEE25EFE}"/>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F8BE116F-78BD-4D9E-EABB-D3B15AA3B445}"/>
              </a:ext>
            </a:extLst>
          </p:cNvPr>
          <p:cNvSpPr>
            <a:spLocks noGrp="1"/>
          </p:cNvSpPr>
          <p:nvPr>
            <p:ph idx="1"/>
          </p:nvPr>
        </p:nvSpPr>
        <p:spPr>
          <a:xfrm>
            <a:off x="420624" y="1544321"/>
            <a:ext cx="10933176" cy="5177156"/>
          </a:xfrm>
        </p:spPr>
        <p:txBody>
          <a:bodyPr>
            <a:noAutofit/>
          </a:bodyPr>
          <a:lstStyle/>
          <a:p>
            <a:pPr marL="0" indent="0" algn="just">
              <a:buNone/>
            </a:pPr>
            <a:r>
              <a:rPr lang="en-US" dirty="0">
                <a:latin typeface="Gill Sans Nova" panose="020B0602020104020203" pitchFamily="34" charset="0"/>
              </a:rPr>
              <a:t>Á. García-Cerezo, R. García-Bertrand, and L. Baringo, “Computational performance enhancement strategies for risk-averse two-stage stochastic generation and transmission network expansion planning”, </a:t>
            </a:r>
            <a:r>
              <a:rPr lang="en-US" i="1" dirty="0">
                <a:latin typeface="Gill Sans Nova" panose="020B0602020104020203" pitchFamily="34" charset="0"/>
              </a:rPr>
              <a:t>IEEE Transactions on Power Systems</a:t>
            </a:r>
            <a:r>
              <a:rPr lang="en-US" dirty="0">
                <a:latin typeface="Gill Sans Nova" panose="020B0602020104020203" pitchFamily="34" charset="0"/>
              </a:rPr>
              <a:t>, vol. 39, no. 1, pp. 273–286, Jan. 2024, DOI: 10.1109/TPWRS.2023.3236397.</a:t>
            </a:r>
          </a:p>
          <a:p>
            <a:pPr marL="0" indent="0" algn="just">
              <a:buNone/>
            </a:pPr>
            <a:endParaRPr lang="en-US" sz="800" dirty="0">
              <a:latin typeface="Gill Sans Nova" panose="020B0602020104020203" pitchFamily="34" charset="0"/>
            </a:endParaRPr>
          </a:p>
          <a:p>
            <a:pPr marL="0" indent="0" algn="just">
              <a:buNone/>
            </a:pPr>
            <a:r>
              <a:rPr lang="en-US" dirty="0">
                <a:latin typeface="Gill Sans Nova" panose="020B0602020104020203" pitchFamily="34" charset="0"/>
              </a:rPr>
              <a:t>MILP problem: </a:t>
            </a:r>
          </a:p>
          <a:p>
            <a:pPr algn="just">
              <a:buClr>
                <a:srgbClr val="0070C0"/>
              </a:buClr>
              <a:buFont typeface="Wingdings" panose="05000000000000000000" pitchFamily="2" charset="2"/>
              <a:buChar char="§"/>
            </a:pPr>
            <a:r>
              <a:rPr lang="en-US" dirty="0">
                <a:latin typeface="Gill Sans Nova" panose="020B0602020104020203" pitchFamily="34" charset="0"/>
              </a:rPr>
              <a:t> Continuous variables: 1,544,135.</a:t>
            </a:r>
          </a:p>
          <a:p>
            <a:pPr algn="just">
              <a:buClr>
                <a:srgbClr val="0070C0"/>
              </a:buClr>
              <a:buFont typeface="Wingdings" panose="05000000000000000000" pitchFamily="2" charset="2"/>
              <a:buChar char="§"/>
            </a:pPr>
            <a:r>
              <a:rPr lang="en-US" dirty="0">
                <a:latin typeface="Gill Sans Nova" panose="020B0602020104020203" pitchFamily="34" charset="0"/>
              </a:rPr>
              <a:t> Integer variables: 272,017.</a:t>
            </a:r>
          </a:p>
          <a:p>
            <a:pPr algn="just">
              <a:buClr>
                <a:srgbClr val="0070C0"/>
              </a:buClr>
              <a:buFont typeface="Wingdings" panose="05000000000000000000" pitchFamily="2" charset="2"/>
              <a:buChar char="§"/>
            </a:pPr>
            <a:r>
              <a:rPr lang="en-US" dirty="0">
                <a:latin typeface="Gill Sans Nova" panose="020B0602020104020203" pitchFamily="34" charset="0"/>
              </a:rPr>
              <a:t> Constraints: 3,570,235.</a:t>
            </a:r>
          </a:p>
          <a:p>
            <a:pPr algn="just">
              <a:buClr>
                <a:srgbClr val="0070C0"/>
              </a:buClr>
              <a:buFont typeface="Wingdings" panose="05000000000000000000" pitchFamily="2" charset="2"/>
              <a:buChar char="§"/>
            </a:pPr>
            <a:r>
              <a:rPr lang="en-US" dirty="0">
                <a:latin typeface="Gill Sans Nova" panose="020B0602020104020203" pitchFamily="34" charset="0"/>
              </a:rPr>
              <a:t> Computational time: </a:t>
            </a:r>
            <a:r>
              <a:rPr lang="en-US" dirty="0">
                <a:highlight>
                  <a:srgbClr val="FFFF00"/>
                </a:highlight>
                <a:latin typeface="Gill Sans Nova" panose="020B0602020104020203" pitchFamily="34" charset="0"/>
              </a:rPr>
              <a:t>not solved after 168 h (1 week)</a:t>
            </a:r>
            <a:r>
              <a:rPr lang="en-US" dirty="0">
                <a:latin typeface="Gill Sans Nova" panose="020B0602020104020203" pitchFamily="34" charset="0"/>
              </a:rPr>
              <a:t>.</a:t>
            </a:r>
          </a:p>
        </p:txBody>
      </p:sp>
      <p:sp>
        <p:nvSpPr>
          <p:cNvPr id="9" name="Título 1">
            <a:extLst>
              <a:ext uri="{FF2B5EF4-FFF2-40B4-BE49-F238E27FC236}">
                <a16:creationId xmlns:a16="http://schemas.microsoft.com/office/drawing/2014/main" id="{4DE688F4-85C3-1340-AC28-7527536E540B}"/>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0BCFC18B-C22B-A7F6-751C-10C5A450A90A}"/>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CA1B798B-9CAA-0F0C-9B3E-48AE944DF38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29</a:t>
            </a:fld>
            <a:endParaRPr lang="en-US" noProof="0" dirty="0"/>
          </a:p>
        </p:txBody>
      </p:sp>
    </p:spTree>
    <p:extLst>
      <p:ext uri="{BB962C8B-B14F-4D97-AF65-F5344CB8AC3E}">
        <p14:creationId xmlns:p14="http://schemas.microsoft.com/office/powerpoint/2010/main" val="15154290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2438-C5B8-921C-A3D3-122F9462BAF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1A6EEF0-EB8F-30BF-BBAF-05B768EE0EEC}"/>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C835AF30-EB4E-2DBB-784E-9449E3604C07}"/>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Marcador de contenido 2">
            <a:extLst>
              <a:ext uri="{FF2B5EF4-FFF2-40B4-BE49-F238E27FC236}">
                <a16:creationId xmlns:a16="http://schemas.microsoft.com/office/drawing/2014/main" id="{546977AD-D5DB-876A-26C8-73B3DD5A0AEB}"/>
              </a:ext>
            </a:extLst>
          </p:cNvPr>
          <p:cNvSpPr>
            <a:spLocks noGrp="1"/>
          </p:cNvSpPr>
          <p:nvPr>
            <p:ph idx="1"/>
          </p:nvPr>
        </p:nvSpPr>
        <p:spPr>
          <a:xfrm>
            <a:off x="420624" y="1544321"/>
            <a:ext cx="11014188" cy="5177156"/>
          </a:xfrm>
        </p:spPr>
        <p:txBody>
          <a:bodyPr>
            <a:noAutofit/>
          </a:bodyPr>
          <a:lstStyle/>
          <a:p>
            <a:pPr marL="0" indent="0" algn="just">
              <a:buNone/>
            </a:pPr>
            <a:r>
              <a:rPr lang="en-US" dirty="0">
                <a:latin typeface="Gill Sans Nova" panose="020B0602020104020203" pitchFamily="34" charset="0"/>
              </a:rPr>
              <a:t>J. Muñoz Pedrosa, “Planning and operational decision-making for an industrial plant with self-consumption”, Bachelor’s Final Project, Electrical Engineering Degree, Universidad de Castilla-La Mancha, supervised by Á. García-Cerezo and M. Cañas-</a:t>
            </a:r>
            <a:r>
              <a:rPr lang="en-US" dirty="0" err="1">
                <a:latin typeface="Gill Sans Nova" panose="020B0602020104020203" pitchFamily="34" charset="0"/>
              </a:rPr>
              <a:t>Carretón</a:t>
            </a:r>
            <a:r>
              <a:rPr lang="en-US" dirty="0">
                <a:latin typeface="Gill Sans Nova" panose="020B0602020104020203" pitchFamily="34" charset="0"/>
              </a:rPr>
              <a:t>, Jul. 2026.</a:t>
            </a:r>
          </a:p>
          <a:p>
            <a:pPr marL="0" indent="0" algn="just">
              <a:buNone/>
            </a:pPr>
            <a:endParaRPr lang="en-US" sz="800" dirty="0">
              <a:latin typeface="Gill Sans Nova" panose="020B0602020104020203" pitchFamily="34" charset="0"/>
            </a:endParaRPr>
          </a:p>
          <a:p>
            <a:pPr marL="0" indent="0" algn="just">
              <a:buNone/>
            </a:pPr>
            <a:r>
              <a:rPr lang="en-US" dirty="0">
                <a:latin typeface="Gill Sans Nova" panose="020B0602020104020203" pitchFamily="34" charset="0"/>
              </a:rPr>
              <a:t>MINLP problem: </a:t>
            </a:r>
            <a:r>
              <a:rPr lang="en-US" dirty="0">
                <a:highlight>
                  <a:srgbClr val="FFFF00"/>
                </a:highlight>
                <a:latin typeface="Gill Sans Nova" panose="020B0602020104020203" pitchFamily="34" charset="0"/>
              </a:rPr>
              <a:t>not solved after 24 h (1 day)</a:t>
            </a:r>
            <a:r>
              <a:rPr lang="en-US" dirty="0">
                <a:latin typeface="Gill Sans Nova" panose="020B0602020104020203" pitchFamily="34" charset="0"/>
              </a:rPr>
              <a:t>.</a:t>
            </a:r>
          </a:p>
        </p:txBody>
      </p:sp>
      <p:sp>
        <p:nvSpPr>
          <p:cNvPr id="12" name="Marcador de número de diapositiva 5">
            <a:extLst>
              <a:ext uri="{FF2B5EF4-FFF2-40B4-BE49-F238E27FC236}">
                <a16:creationId xmlns:a16="http://schemas.microsoft.com/office/drawing/2014/main" id="{80D547C9-299E-ACF4-C20D-14AF0A1A4D3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30</a:t>
            </a:fld>
            <a:endParaRPr lang="en-US" noProof="0" dirty="0"/>
          </a:p>
        </p:txBody>
      </p:sp>
    </p:spTree>
    <p:extLst>
      <p:ext uri="{BB962C8B-B14F-4D97-AF65-F5344CB8AC3E}">
        <p14:creationId xmlns:p14="http://schemas.microsoft.com/office/powerpoint/2010/main" val="772866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60000-81ED-8E02-6C51-5120C3678EB5}"/>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9DAF89DF-E267-5E42-ADA6-7A1885E76CC9}"/>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4EA7BF6E-AAC8-ABCD-3C68-FA6B684D8C2A}"/>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Marcador de contenido 2">
            <a:extLst>
              <a:ext uri="{FF2B5EF4-FFF2-40B4-BE49-F238E27FC236}">
                <a16:creationId xmlns:a16="http://schemas.microsoft.com/office/drawing/2014/main" id="{09B9EECB-B61E-2F87-3253-2211EF3C362D}"/>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Not all NLP and MINLP problems are hard to solve:</a:t>
            </a:r>
          </a:p>
        </p:txBody>
      </p:sp>
      <p:graphicFrame>
        <p:nvGraphicFramePr>
          <p:cNvPr id="13" name="Tabla 12">
            <a:extLst>
              <a:ext uri="{FF2B5EF4-FFF2-40B4-BE49-F238E27FC236}">
                <a16:creationId xmlns:a16="http://schemas.microsoft.com/office/drawing/2014/main" id="{7DB7E9E6-756F-A185-3FFC-C790199F6F60}"/>
              </a:ext>
            </a:extLst>
          </p:cNvPr>
          <p:cNvGraphicFramePr>
            <a:graphicFrameLocks noGrp="1"/>
          </p:cNvGraphicFramePr>
          <p:nvPr>
            <p:extLst>
              <p:ext uri="{D42A27DB-BD31-4B8C-83A1-F6EECF244321}">
                <p14:modId xmlns:p14="http://schemas.microsoft.com/office/powerpoint/2010/main" val="492922379"/>
              </p:ext>
            </p:extLst>
          </p:nvPr>
        </p:nvGraphicFramePr>
        <p:xfrm>
          <a:off x="696612" y="2811466"/>
          <a:ext cx="10798776" cy="2936983"/>
        </p:xfrm>
        <a:graphic>
          <a:graphicData uri="http://schemas.openxmlformats.org/drawingml/2006/table">
            <a:tbl>
              <a:tblPr firstRow="1" bandRow="1">
                <a:tableStyleId>{5940675A-B579-460E-94D1-54222C63F5DA}</a:tableStyleId>
              </a:tblPr>
              <a:tblGrid>
                <a:gridCol w="2623713">
                  <a:extLst>
                    <a:ext uri="{9D8B030D-6E8A-4147-A177-3AD203B41FA5}">
                      <a16:colId xmlns:a16="http://schemas.microsoft.com/office/drawing/2014/main" val="1624916871"/>
                    </a:ext>
                  </a:extLst>
                </a:gridCol>
                <a:gridCol w="2551086">
                  <a:extLst>
                    <a:ext uri="{9D8B030D-6E8A-4147-A177-3AD203B41FA5}">
                      <a16:colId xmlns:a16="http://schemas.microsoft.com/office/drawing/2014/main" val="3126780097"/>
                    </a:ext>
                  </a:extLst>
                </a:gridCol>
                <a:gridCol w="2696340">
                  <a:extLst>
                    <a:ext uri="{9D8B030D-6E8A-4147-A177-3AD203B41FA5}">
                      <a16:colId xmlns:a16="http://schemas.microsoft.com/office/drawing/2014/main" val="2141339917"/>
                    </a:ext>
                  </a:extLst>
                </a:gridCol>
                <a:gridCol w="2927637">
                  <a:extLst>
                    <a:ext uri="{9D8B030D-6E8A-4147-A177-3AD203B41FA5}">
                      <a16:colId xmlns:a16="http://schemas.microsoft.com/office/drawing/2014/main" val="1499183765"/>
                    </a:ext>
                  </a:extLst>
                </a:gridCol>
              </a:tblGrid>
              <a:tr h="711943">
                <a:tc>
                  <a:txBody>
                    <a:bodyPr/>
                    <a:lstStyle/>
                    <a:p>
                      <a:pPr algn="ctr"/>
                      <a:r>
                        <a:rPr lang="en-US" sz="2800" b="1" noProof="0" dirty="0">
                          <a:latin typeface="Gill Sans Nova" panose="020B0602020104020203" pitchFamily="34" charset="0"/>
                        </a:rPr>
                        <a:t>Model Type</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Abbreviation</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Terms</a:t>
                      </a:r>
                    </a:p>
                  </a:txBody>
                  <a:tcPr anchor="ctr">
                    <a:solidFill>
                      <a:schemeClr val="tx2">
                        <a:lumMod val="10000"/>
                        <a:lumOff val="90000"/>
                      </a:schemeClr>
                    </a:solidFill>
                  </a:tcPr>
                </a:tc>
                <a:tc>
                  <a:txBody>
                    <a:bodyPr/>
                    <a:lstStyle/>
                    <a:p>
                      <a:pPr algn="ctr"/>
                      <a:r>
                        <a:rPr lang="en-US" sz="2800" b="1" noProof="0" dirty="0">
                          <a:latin typeface="Gill Sans Nova" panose="020B0602020104020203" pitchFamily="34" charset="0"/>
                        </a:rPr>
                        <a:t>Variables</a:t>
                      </a:r>
                    </a:p>
                  </a:txBody>
                  <a:tcPr anchor="ctr">
                    <a:solidFill>
                      <a:schemeClr val="tx2">
                        <a:lumMod val="10000"/>
                        <a:lumOff val="90000"/>
                      </a:schemeClr>
                    </a:solidFill>
                  </a:tcPr>
                </a:tc>
                <a:extLst>
                  <a:ext uri="{0D108BD9-81ED-4DB2-BD59-A6C34878D82A}">
                    <a16:rowId xmlns:a16="http://schemas.microsoft.com/office/drawing/2014/main" val="2530592973"/>
                  </a:ext>
                </a:extLst>
              </a:tr>
              <a:tr h="711943">
                <a:tc>
                  <a:txBody>
                    <a:bodyPr/>
                    <a:lstStyle/>
                    <a:p>
                      <a:pPr algn="ctr"/>
                      <a:r>
                        <a:rPr lang="en-US" sz="2800" noProof="0" dirty="0">
                          <a:latin typeface="Gill Sans Nova" panose="020B0602020104020203" pitchFamily="34" charset="0"/>
                        </a:rPr>
                        <a:t>Mixed-Integer Quadratically Constrained Quadratic Programming</a:t>
                      </a:r>
                    </a:p>
                  </a:txBody>
                  <a:tcPr anchor="ctr"/>
                </a:tc>
                <a:tc>
                  <a:txBody>
                    <a:bodyPr/>
                    <a:lstStyle/>
                    <a:p>
                      <a:pPr algn="ctr"/>
                      <a:r>
                        <a:rPr lang="en-US" sz="2800" noProof="0" dirty="0">
                          <a:latin typeface="Gill Sans Nova" panose="020B0602020104020203" pitchFamily="34" charset="0"/>
                        </a:rPr>
                        <a:t>MIQCQP</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highlight>
                            <a:srgbClr val="FFFF00"/>
                          </a:highlight>
                          <a:latin typeface="Gill Sans Nova" panose="020B0602020104020203" pitchFamily="34" charset="0"/>
                        </a:rPr>
                        <a:t>Quadratic</a:t>
                      </a:r>
                      <a:r>
                        <a:rPr lang="en-US" sz="2800" noProof="0" dirty="0">
                          <a:latin typeface="Gill Sans Nova" panose="020B0602020104020203" pitchFamily="34"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latin typeface="Gill Sans Nova" panose="020B0602020104020203" pitchFamily="34" charset="0"/>
                        </a:rPr>
                        <a:t>and linear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noProof="0" dirty="0">
                          <a:latin typeface="Gill Sans Nova" panose="020B0602020104020203" pitchFamily="34" charset="0"/>
                        </a:rPr>
                        <a:t>Integer and continuous</a:t>
                      </a:r>
                    </a:p>
                  </a:txBody>
                  <a:tcPr anchor="ctr"/>
                </a:tc>
                <a:extLst>
                  <a:ext uri="{0D108BD9-81ED-4DB2-BD59-A6C34878D82A}">
                    <a16:rowId xmlns:a16="http://schemas.microsoft.com/office/drawing/2014/main" val="2089439892"/>
                  </a:ext>
                </a:extLst>
              </a:tr>
            </a:tbl>
          </a:graphicData>
        </a:graphic>
      </p:graphicFrame>
      <p:sp>
        <p:nvSpPr>
          <p:cNvPr id="2" name="Marcador de número de diapositiva 5">
            <a:extLst>
              <a:ext uri="{FF2B5EF4-FFF2-40B4-BE49-F238E27FC236}">
                <a16:creationId xmlns:a16="http://schemas.microsoft.com/office/drawing/2014/main" id="{670807C5-F012-E092-E33F-2DD774B5660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31</a:t>
            </a:fld>
            <a:endParaRPr lang="en-US" noProof="0" dirty="0"/>
          </a:p>
        </p:txBody>
      </p:sp>
    </p:spTree>
    <p:extLst>
      <p:ext uri="{BB962C8B-B14F-4D97-AF65-F5344CB8AC3E}">
        <p14:creationId xmlns:p14="http://schemas.microsoft.com/office/powerpoint/2010/main" val="29658102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52AB4-5373-91FA-4CBB-EE83A76270ED}"/>
            </a:ext>
          </a:extLst>
        </p:cNvPr>
        <p:cNvGrpSpPr/>
        <p:nvPr/>
      </p:nvGrpSpPr>
      <p:grpSpPr>
        <a:xfrm>
          <a:off x="0" y="0"/>
          <a:ext cx="0" cy="0"/>
          <a:chOff x="0" y="0"/>
          <a:chExt cx="0" cy="0"/>
        </a:xfrm>
      </p:grpSpPr>
      <p:sp>
        <p:nvSpPr>
          <p:cNvPr id="4" name="Marcador de contenido 2">
            <a:extLst>
              <a:ext uri="{FF2B5EF4-FFF2-40B4-BE49-F238E27FC236}">
                <a16:creationId xmlns:a16="http://schemas.microsoft.com/office/drawing/2014/main" id="{B9B6D12E-48D7-5967-C9BF-1B808546DCA2}"/>
              </a:ext>
            </a:extLst>
          </p:cNvPr>
          <p:cNvSpPr>
            <a:spLocks noGrp="1"/>
          </p:cNvSpPr>
          <p:nvPr>
            <p:ph idx="1"/>
          </p:nvPr>
        </p:nvSpPr>
        <p:spPr>
          <a:xfrm>
            <a:off x="420623" y="1544321"/>
            <a:ext cx="11014189" cy="5177156"/>
          </a:xfrm>
        </p:spPr>
        <p:txBody>
          <a:bodyPr>
            <a:noAutofit/>
          </a:bodyPr>
          <a:lstStyle/>
          <a:p>
            <a:pPr marL="0" indent="0" algn="just">
              <a:buNone/>
            </a:pPr>
            <a:r>
              <a:rPr lang="en-US" dirty="0">
                <a:latin typeface="Gill Sans Nova" panose="020B0602020104020203" pitchFamily="34" charset="0"/>
              </a:rPr>
              <a:t>J. Muñoz Pedrosa, “Planning and operational decision-making for an industrial plant with self-consumption”, Bachelor’s Final Project, Electrical Engineering Degree, Universidad de Castilla-La Mancha, supervised by Á. García-Cerezo and M. Cañas-</a:t>
            </a:r>
            <a:r>
              <a:rPr lang="en-US" dirty="0" err="1">
                <a:latin typeface="Gill Sans Nova" panose="020B0602020104020203" pitchFamily="34" charset="0"/>
              </a:rPr>
              <a:t>Carretón</a:t>
            </a:r>
            <a:r>
              <a:rPr lang="en-US" dirty="0">
                <a:latin typeface="Gill Sans Nova" panose="020B0602020104020203" pitchFamily="34" charset="0"/>
              </a:rPr>
              <a:t>, Jul. 2026.</a:t>
            </a:r>
          </a:p>
          <a:p>
            <a:pPr marL="0" indent="0" algn="just">
              <a:buNone/>
            </a:pPr>
            <a:endParaRPr lang="en-US" sz="800" dirty="0">
              <a:latin typeface="Gill Sans Nova" panose="020B0602020104020203" pitchFamily="34" charset="0"/>
            </a:endParaRPr>
          </a:p>
          <a:p>
            <a:pPr marL="0" indent="0" algn="just">
              <a:buNone/>
            </a:pPr>
            <a:r>
              <a:rPr lang="en-US" b="1" dirty="0">
                <a:solidFill>
                  <a:srgbClr val="FF0000"/>
                </a:solidFill>
                <a:latin typeface="Gill Sans Nova" panose="020B0602020104020203" pitchFamily="34" charset="0"/>
              </a:rPr>
              <a:t>MINLP</a:t>
            </a:r>
            <a:r>
              <a:rPr lang="en-US" dirty="0">
                <a:latin typeface="Gill Sans Nova" panose="020B0602020104020203" pitchFamily="34" charset="0"/>
              </a:rPr>
              <a:t> problem: not solved after </a:t>
            </a:r>
            <a:r>
              <a:rPr lang="en-US" b="1" dirty="0">
                <a:solidFill>
                  <a:srgbClr val="FF0000"/>
                </a:solidFill>
                <a:latin typeface="Gill Sans Nova" panose="020B0602020104020203" pitchFamily="34" charset="0"/>
              </a:rPr>
              <a:t>24 h</a:t>
            </a:r>
            <a:r>
              <a:rPr lang="en-US" dirty="0">
                <a:latin typeface="Gill Sans Nova" panose="020B0602020104020203" pitchFamily="34" charset="0"/>
              </a:rPr>
              <a:t> (1 day).</a:t>
            </a:r>
          </a:p>
          <a:p>
            <a:pPr marL="0" indent="0" algn="just">
              <a:buNone/>
            </a:pPr>
            <a:r>
              <a:rPr lang="en-US" b="1" dirty="0">
                <a:solidFill>
                  <a:srgbClr val="00B050"/>
                </a:solidFill>
                <a:latin typeface="Gill Sans Nova" panose="020B0602020104020203" pitchFamily="34" charset="0"/>
              </a:rPr>
              <a:t>MIQCQP</a:t>
            </a:r>
            <a:r>
              <a:rPr lang="en-US" dirty="0">
                <a:latin typeface="Gill Sans Nova" panose="020B0602020104020203" pitchFamily="34" charset="0"/>
              </a:rPr>
              <a:t> problem: </a:t>
            </a:r>
            <a:r>
              <a:rPr lang="en-US" b="1" dirty="0">
                <a:solidFill>
                  <a:srgbClr val="00B050"/>
                </a:solidFill>
                <a:latin typeface="Gill Sans Nova" panose="020B0602020104020203" pitchFamily="34" charset="0"/>
              </a:rPr>
              <a:t>3 min</a:t>
            </a:r>
            <a:r>
              <a:rPr lang="en-US" dirty="0">
                <a:latin typeface="Gill Sans Nova" panose="020B0602020104020203" pitchFamily="34" charset="0"/>
              </a:rPr>
              <a:t>.</a:t>
            </a:r>
          </a:p>
          <a:p>
            <a:pPr marL="0" indent="0" algn="just">
              <a:buNone/>
            </a:pPr>
            <a:endParaRPr lang="en-US" sz="800" dirty="0">
              <a:latin typeface="Gill Sans Nova" panose="020B0602020104020203" pitchFamily="34" charset="0"/>
            </a:endParaRPr>
          </a:p>
          <a:p>
            <a:pPr marL="0" indent="0" algn="ctr">
              <a:buNone/>
            </a:pPr>
            <a:r>
              <a:rPr lang="en-US" sz="3200" dirty="0">
                <a:latin typeface="Gill Sans Nova" panose="020B0602020104020203" pitchFamily="34" charset="0"/>
              </a:rPr>
              <a:t>The optimization problem was </a:t>
            </a:r>
            <a:r>
              <a:rPr lang="en-US" sz="3200" b="1" dirty="0">
                <a:solidFill>
                  <a:srgbClr val="0070C0"/>
                </a:solidFill>
                <a:latin typeface="Gill Sans Nova" panose="020B0602020104020203" pitchFamily="34" charset="0"/>
              </a:rPr>
              <a:t>THE SAME</a:t>
            </a:r>
            <a:r>
              <a:rPr lang="en-US" sz="3200" dirty="0">
                <a:latin typeface="Gill Sans Nova" panose="020B0602020104020203" pitchFamily="34" charset="0"/>
              </a:rPr>
              <a:t>. </a:t>
            </a:r>
          </a:p>
          <a:p>
            <a:pPr marL="0" indent="0" algn="ctr">
              <a:buNone/>
            </a:pPr>
            <a:r>
              <a:rPr lang="en-US" sz="3200" dirty="0">
                <a:latin typeface="Gill Sans Nova" panose="020B0602020104020203" pitchFamily="34" charset="0"/>
              </a:rPr>
              <a:t>We only changed </a:t>
            </a:r>
            <a:r>
              <a:rPr lang="en-US" sz="3200" b="1" dirty="0">
                <a:solidFill>
                  <a:srgbClr val="0070C0"/>
                </a:solidFill>
                <a:latin typeface="Gill Sans Nova" panose="020B0602020104020203" pitchFamily="34" charset="0"/>
              </a:rPr>
              <a:t>how</a:t>
            </a:r>
            <a:r>
              <a:rPr lang="en-US" sz="3200" dirty="0">
                <a:latin typeface="Gill Sans Nova" panose="020B0602020104020203" pitchFamily="34" charset="0"/>
              </a:rPr>
              <a:t> the optimization problem </a:t>
            </a:r>
            <a:r>
              <a:rPr lang="en-US" sz="3200" b="1" dirty="0">
                <a:solidFill>
                  <a:srgbClr val="0070C0"/>
                </a:solidFill>
                <a:latin typeface="Gill Sans Nova" panose="020B0602020104020203" pitchFamily="34" charset="0"/>
              </a:rPr>
              <a:t>was modeled</a:t>
            </a:r>
            <a:r>
              <a:rPr lang="en-US" sz="3200" dirty="0">
                <a:latin typeface="Gill Sans Nova" panose="020B0602020104020203" pitchFamily="34" charset="0"/>
              </a:rPr>
              <a:t>.</a:t>
            </a:r>
          </a:p>
        </p:txBody>
      </p:sp>
      <p:sp>
        <p:nvSpPr>
          <p:cNvPr id="9" name="Título 1">
            <a:extLst>
              <a:ext uri="{FF2B5EF4-FFF2-40B4-BE49-F238E27FC236}">
                <a16:creationId xmlns:a16="http://schemas.microsoft.com/office/drawing/2014/main" id="{330A1E5A-969C-953E-EA1C-B8BE16DFC5E1}"/>
              </a:ext>
            </a:extLst>
          </p:cNvPr>
          <p:cNvSpPr>
            <a:spLocks noGrp="1"/>
          </p:cNvSpPr>
          <p:nvPr>
            <p:ph type="title"/>
          </p:nvPr>
        </p:nvSpPr>
        <p:spPr>
          <a:xfrm>
            <a:off x="420625" y="254955"/>
            <a:ext cx="9822710" cy="686433"/>
          </a:xfrm>
        </p:spPr>
        <p:txBody>
          <a:bodyPr>
            <a:noAutofit/>
          </a:bodyPr>
          <a:lstStyle/>
          <a:p>
            <a:r>
              <a:rPr lang="en-US" sz="4800" dirty="0">
                <a:latin typeface="Gill Sans Nova" panose="020B0602020104020203" pitchFamily="34" charset="0"/>
              </a:rPr>
              <a:t>Classification of optimization problems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5A4199F0-9469-8D65-5178-7C3FA940D3F4}"/>
              </a:ext>
            </a:extLst>
          </p:cNvPr>
          <p:cNvSpPr/>
          <p:nvPr/>
        </p:nvSpPr>
        <p:spPr>
          <a:xfrm>
            <a:off x="420625" y="941382"/>
            <a:ext cx="9822710"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FE2404D2-C0BE-7703-A351-0365BB37BC0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32</a:t>
            </a:fld>
            <a:endParaRPr lang="en-US" noProof="0" dirty="0"/>
          </a:p>
        </p:txBody>
      </p:sp>
    </p:spTree>
    <p:extLst>
      <p:ext uri="{BB962C8B-B14F-4D97-AF65-F5344CB8AC3E}">
        <p14:creationId xmlns:p14="http://schemas.microsoft.com/office/powerpoint/2010/main" val="1873041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67DD-4A3F-9183-3815-550C958BEEFB}"/>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8AD8DEC-FED4-47B1-1400-68DD4939D8CE}"/>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Convexity</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1F3BCF4-714E-3C57-55C9-5D6AB9DBB361}"/>
              </a:ext>
            </a:extLst>
          </p:cNvPr>
          <p:cNvSpPr/>
          <p:nvPr/>
        </p:nvSpPr>
        <p:spPr>
          <a:xfrm>
            <a:off x="420625" y="941380"/>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Marcador de contenido 2">
            <a:extLst>
              <a:ext uri="{FF2B5EF4-FFF2-40B4-BE49-F238E27FC236}">
                <a16:creationId xmlns:a16="http://schemas.microsoft.com/office/drawing/2014/main" id="{79374BA6-3749-697B-73FD-E1775BEBD539}"/>
              </a:ext>
            </a:extLst>
          </p:cNvPr>
          <p:cNvSpPr>
            <a:spLocks noGrp="1"/>
          </p:cNvSpPr>
          <p:nvPr>
            <p:ph idx="1"/>
          </p:nvPr>
        </p:nvSpPr>
        <p:spPr>
          <a:xfrm>
            <a:off x="2444815" y="1928309"/>
            <a:ext cx="4475750" cy="3839239"/>
          </a:xfrm>
        </p:spPr>
        <p:txBody>
          <a:bodyPr>
            <a:noAutofit/>
          </a:bodyPr>
          <a:lstStyle/>
          <a:p>
            <a:pPr marL="0" indent="0" algn="ctr">
              <a:buClr>
                <a:srgbClr val="0070C0"/>
              </a:buClr>
              <a:buSzPct val="100000"/>
              <a:buNone/>
            </a:pPr>
            <a:r>
              <a:rPr lang="en-US" sz="4000" noProof="0" dirty="0">
                <a:latin typeface="Gill Sans Nova" panose="020B0602020104020203" pitchFamily="34" charset="0"/>
              </a:rPr>
              <a:t>Convex problem</a:t>
            </a:r>
          </a:p>
          <a:p>
            <a:pPr marL="0" indent="0" algn="ctr">
              <a:buClr>
                <a:srgbClr val="0070C0"/>
              </a:buClr>
              <a:buSzPct val="100000"/>
              <a:buNone/>
            </a:pPr>
            <a:endParaRPr lang="en-US" sz="4000" dirty="0">
              <a:latin typeface="Gill Sans Nova" panose="020B0602020104020203" pitchFamily="34" charset="0"/>
            </a:endParaRPr>
          </a:p>
          <a:p>
            <a:pPr marL="0" indent="0" algn="ctr">
              <a:buClr>
                <a:srgbClr val="0070C0"/>
              </a:buClr>
              <a:buSzPct val="100000"/>
              <a:buNone/>
            </a:pPr>
            <a:endParaRPr lang="en-US" sz="4000" noProof="0" dirty="0">
              <a:latin typeface="Gill Sans Nova" panose="020B0602020104020203" pitchFamily="34" charset="0"/>
            </a:endParaRPr>
          </a:p>
          <a:p>
            <a:pPr marL="0" indent="0" algn="ctr">
              <a:buClr>
                <a:srgbClr val="0070C0"/>
              </a:buClr>
              <a:buSzPct val="100000"/>
              <a:buNone/>
            </a:pPr>
            <a:endParaRPr lang="en-US" sz="4000" noProof="0" dirty="0">
              <a:latin typeface="Gill Sans Nova" panose="020B0602020104020203" pitchFamily="34" charset="0"/>
            </a:endParaRPr>
          </a:p>
          <a:p>
            <a:pPr marL="0" indent="0" algn="ctr">
              <a:buClr>
                <a:srgbClr val="0070C0"/>
              </a:buClr>
              <a:buSzPct val="100000"/>
              <a:buNone/>
            </a:pPr>
            <a:r>
              <a:rPr lang="en-US" sz="4000" dirty="0">
                <a:latin typeface="Gill Sans Nova" panose="020B0602020104020203" pitchFamily="34" charset="0"/>
              </a:rPr>
              <a:t>Nonconvex problem</a:t>
            </a:r>
            <a:endParaRPr lang="en-US" sz="3600" noProof="0" dirty="0">
              <a:latin typeface="Gill Sans Nova" panose="020B0602020104020203" pitchFamily="34" charset="0"/>
            </a:endParaRPr>
          </a:p>
        </p:txBody>
      </p:sp>
      <p:grpSp>
        <p:nvGrpSpPr>
          <p:cNvPr id="2" name="Grupo 1">
            <a:extLst>
              <a:ext uri="{FF2B5EF4-FFF2-40B4-BE49-F238E27FC236}">
                <a16:creationId xmlns:a16="http://schemas.microsoft.com/office/drawing/2014/main" id="{E4E03543-57C7-686E-E070-9598AA2835B1}"/>
              </a:ext>
            </a:extLst>
          </p:cNvPr>
          <p:cNvGrpSpPr/>
          <p:nvPr/>
        </p:nvGrpSpPr>
        <p:grpSpPr>
          <a:xfrm>
            <a:off x="7177972" y="1090452"/>
            <a:ext cx="2342169" cy="5030749"/>
            <a:chOff x="5551299" y="897952"/>
            <a:chExt cx="2342169" cy="5030749"/>
          </a:xfrm>
        </p:grpSpPr>
        <p:pic>
          <p:nvPicPr>
            <p:cNvPr id="3" name="Gráfico 2" descr="Cara llorando con relleno sólido con relleno sólido">
              <a:extLst>
                <a:ext uri="{FF2B5EF4-FFF2-40B4-BE49-F238E27FC236}">
                  <a16:creationId xmlns:a16="http://schemas.microsoft.com/office/drawing/2014/main" id="{27F58E22-D3AD-8748-366D-7022E7CCC4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51300" y="3586533"/>
              <a:ext cx="2342168" cy="2342168"/>
            </a:xfrm>
            <a:prstGeom prst="rect">
              <a:avLst/>
            </a:prstGeom>
          </p:spPr>
        </p:pic>
        <p:pic>
          <p:nvPicPr>
            <p:cNvPr id="9" name="Gráfico 8" descr="Cara sonriente con relleno sólido con relleno sólido">
              <a:extLst>
                <a:ext uri="{FF2B5EF4-FFF2-40B4-BE49-F238E27FC236}">
                  <a16:creationId xmlns:a16="http://schemas.microsoft.com/office/drawing/2014/main" id="{5217D0D1-A15A-D8E1-E843-2A8B7BB16F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51299" y="897952"/>
              <a:ext cx="2342169" cy="2342169"/>
            </a:xfrm>
            <a:prstGeom prst="rect">
              <a:avLst/>
            </a:prstGeom>
          </p:spPr>
        </p:pic>
      </p:grpSp>
      <p:sp>
        <p:nvSpPr>
          <p:cNvPr id="4" name="Marcador de número de diapositiva 5">
            <a:extLst>
              <a:ext uri="{FF2B5EF4-FFF2-40B4-BE49-F238E27FC236}">
                <a16:creationId xmlns:a16="http://schemas.microsoft.com/office/drawing/2014/main" id="{95A1DD0D-A3FA-4659-A52D-F982717EF42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33</a:t>
            </a:fld>
            <a:endParaRPr lang="en-US" noProof="0" dirty="0"/>
          </a:p>
        </p:txBody>
      </p:sp>
    </p:spTree>
    <p:extLst>
      <p:ext uri="{BB962C8B-B14F-4D97-AF65-F5344CB8AC3E}">
        <p14:creationId xmlns:p14="http://schemas.microsoft.com/office/powerpoint/2010/main" val="18555677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0639-0DEF-2D51-B10C-71C937FBB669}"/>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CB3072D6-71A8-0B13-4B09-49729BF05942}"/>
              </a:ext>
            </a:extLst>
          </p:cNvPr>
          <p:cNvSpPr>
            <a:spLocks noGrp="1"/>
          </p:cNvSpPr>
          <p:nvPr>
            <p:ph type="title"/>
          </p:nvPr>
        </p:nvSpPr>
        <p:spPr>
          <a:xfrm>
            <a:off x="420624" y="254955"/>
            <a:ext cx="6246875" cy="686433"/>
          </a:xfrm>
        </p:spPr>
        <p:txBody>
          <a:bodyPr>
            <a:noAutofit/>
          </a:bodyPr>
          <a:lstStyle/>
          <a:p>
            <a:r>
              <a:rPr lang="en-US" sz="4800" dirty="0">
                <a:latin typeface="Gill Sans Nova" panose="020B0602020104020203" pitchFamily="34" charset="0"/>
              </a:rPr>
              <a:t>Convex function and set</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9A11769E-DE6B-E2F1-EDAB-0C268EB7E337}"/>
              </a:ext>
            </a:extLst>
          </p:cNvPr>
          <p:cNvSpPr/>
          <p:nvPr/>
        </p:nvSpPr>
        <p:spPr>
          <a:xfrm>
            <a:off x="420625" y="941379"/>
            <a:ext cx="6246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9" name="Grupo 28">
            <a:extLst>
              <a:ext uri="{FF2B5EF4-FFF2-40B4-BE49-F238E27FC236}">
                <a16:creationId xmlns:a16="http://schemas.microsoft.com/office/drawing/2014/main" id="{8A2734B6-CE4E-43DD-6533-C21844A18E22}"/>
              </a:ext>
            </a:extLst>
          </p:cNvPr>
          <p:cNvGrpSpPr/>
          <p:nvPr/>
        </p:nvGrpSpPr>
        <p:grpSpPr>
          <a:xfrm>
            <a:off x="2321372" y="2072309"/>
            <a:ext cx="4208579" cy="3335676"/>
            <a:chOff x="1654802" y="2290979"/>
            <a:chExt cx="4208579" cy="3335676"/>
          </a:xfrm>
        </p:grpSpPr>
        <p:sp>
          <p:nvSpPr>
            <p:cNvPr id="14" name="Forma libre: forma 13">
              <a:extLst>
                <a:ext uri="{FF2B5EF4-FFF2-40B4-BE49-F238E27FC236}">
                  <a16:creationId xmlns:a16="http://schemas.microsoft.com/office/drawing/2014/main" id="{DF147C37-C31B-45D9-2278-77581FDC557E}"/>
                </a:ext>
              </a:extLst>
            </p:cNvPr>
            <p:cNvSpPr/>
            <p:nvPr/>
          </p:nvSpPr>
          <p:spPr>
            <a:xfrm rot="21244313">
              <a:off x="1654802" y="2290979"/>
              <a:ext cx="4208579" cy="3302051"/>
            </a:xfrm>
            <a:custGeom>
              <a:avLst/>
              <a:gdLst>
                <a:gd name="csX0" fmla="*/ 0 w 2603500"/>
                <a:gd name="csY0" fmla="*/ 0 h 3302051"/>
                <a:gd name="csX1" fmla="*/ 1066800 w 2603500"/>
                <a:gd name="csY1" fmla="*/ 3302000 h 3302051"/>
                <a:gd name="csX2" fmla="*/ 2603500 w 2603500"/>
                <a:gd name="csY2" fmla="*/ 63500 h 3302051"/>
              </a:gdLst>
              <a:ahLst/>
              <a:cxnLst>
                <a:cxn ang="0">
                  <a:pos x="csX0" y="csY0"/>
                </a:cxn>
                <a:cxn ang="0">
                  <a:pos x="csX1" y="csY1"/>
                </a:cxn>
                <a:cxn ang="0">
                  <a:pos x="csX2" y="csY2"/>
                </a:cxn>
              </a:cxnLst>
              <a:rect l="l" t="t" r="r" b="b"/>
              <a:pathLst>
                <a:path w="2603500" h="3302051">
                  <a:moveTo>
                    <a:pt x="0" y="0"/>
                  </a:moveTo>
                  <a:cubicBezTo>
                    <a:pt x="316441" y="1645708"/>
                    <a:pt x="632883" y="3291417"/>
                    <a:pt x="1066800" y="3302000"/>
                  </a:cubicBezTo>
                  <a:cubicBezTo>
                    <a:pt x="1500717" y="3312583"/>
                    <a:pt x="2052108" y="1688041"/>
                    <a:pt x="2603500" y="63500"/>
                  </a:cubicBezTo>
                </a:path>
              </a:pathLst>
            </a:cu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8" name="Forma libre: forma 27">
              <a:extLst>
                <a:ext uri="{FF2B5EF4-FFF2-40B4-BE49-F238E27FC236}">
                  <a16:creationId xmlns:a16="http://schemas.microsoft.com/office/drawing/2014/main" id="{5F1F34AF-B471-7D1D-D6BE-1A4DDB3470C6}"/>
                </a:ext>
              </a:extLst>
            </p:cNvPr>
            <p:cNvSpPr/>
            <p:nvPr/>
          </p:nvSpPr>
          <p:spPr>
            <a:xfrm>
              <a:off x="2362623" y="3381647"/>
              <a:ext cx="2792307" cy="2245008"/>
            </a:xfrm>
            <a:custGeom>
              <a:avLst/>
              <a:gdLst>
                <a:gd name="csX0" fmla="*/ 0 w 2802467"/>
                <a:gd name="csY0" fmla="*/ 1024467 h 2269689"/>
                <a:gd name="csX1" fmla="*/ 177800 w 2802467"/>
                <a:gd name="csY1" fmla="*/ 1363134 h 2269689"/>
                <a:gd name="csX2" fmla="*/ 406400 w 2802467"/>
                <a:gd name="csY2" fmla="*/ 1701800 h 2269689"/>
                <a:gd name="csX3" fmla="*/ 677333 w 2802467"/>
                <a:gd name="csY3" fmla="*/ 2048934 h 2269689"/>
                <a:gd name="csX4" fmla="*/ 990600 w 2802467"/>
                <a:gd name="csY4" fmla="*/ 2252134 h 2269689"/>
                <a:gd name="csX5" fmla="*/ 1286933 w 2802467"/>
                <a:gd name="csY5" fmla="*/ 2243667 h 2269689"/>
                <a:gd name="csX6" fmla="*/ 1549400 w 2802467"/>
                <a:gd name="csY6" fmla="*/ 2116667 h 2269689"/>
                <a:gd name="csX7" fmla="*/ 1761067 w 2802467"/>
                <a:gd name="csY7" fmla="*/ 1896534 h 2269689"/>
                <a:gd name="csX8" fmla="*/ 1938867 w 2802467"/>
                <a:gd name="csY8" fmla="*/ 1642534 h 2269689"/>
                <a:gd name="csX9" fmla="*/ 2167467 w 2802467"/>
                <a:gd name="csY9" fmla="*/ 1278467 h 2269689"/>
                <a:gd name="csX10" fmla="*/ 2362200 w 2802467"/>
                <a:gd name="csY10" fmla="*/ 939800 h 2269689"/>
                <a:gd name="csX11" fmla="*/ 2556933 w 2802467"/>
                <a:gd name="csY11" fmla="*/ 541867 h 2269689"/>
                <a:gd name="csX12" fmla="*/ 2802467 w 2802467"/>
                <a:gd name="csY12" fmla="*/ 0 h 2269689"/>
                <a:gd name="csX0" fmla="*/ 0 w 2802467"/>
                <a:gd name="csY0" fmla="*/ 1039707 h 2269689"/>
                <a:gd name="csX1" fmla="*/ 177800 w 2802467"/>
                <a:gd name="csY1" fmla="*/ 1363134 h 2269689"/>
                <a:gd name="csX2" fmla="*/ 406400 w 2802467"/>
                <a:gd name="csY2" fmla="*/ 1701800 h 2269689"/>
                <a:gd name="csX3" fmla="*/ 677333 w 2802467"/>
                <a:gd name="csY3" fmla="*/ 2048934 h 2269689"/>
                <a:gd name="csX4" fmla="*/ 990600 w 2802467"/>
                <a:gd name="csY4" fmla="*/ 2252134 h 2269689"/>
                <a:gd name="csX5" fmla="*/ 1286933 w 2802467"/>
                <a:gd name="csY5" fmla="*/ 2243667 h 2269689"/>
                <a:gd name="csX6" fmla="*/ 1549400 w 2802467"/>
                <a:gd name="csY6" fmla="*/ 2116667 h 2269689"/>
                <a:gd name="csX7" fmla="*/ 1761067 w 2802467"/>
                <a:gd name="csY7" fmla="*/ 1896534 h 2269689"/>
                <a:gd name="csX8" fmla="*/ 1938867 w 2802467"/>
                <a:gd name="csY8" fmla="*/ 1642534 h 2269689"/>
                <a:gd name="csX9" fmla="*/ 2167467 w 2802467"/>
                <a:gd name="csY9" fmla="*/ 1278467 h 2269689"/>
                <a:gd name="csX10" fmla="*/ 2362200 w 2802467"/>
                <a:gd name="csY10" fmla="*/ 939800 h 2269689"/>
                <a:gd name="csX11" fmla="*/ 2556933 w 2802467"/>
                <a:gd name="csY11" fmla="*/ 541867 h 2269689"/>
                <a:gd name="csX12" fmla="*/ 2802467 w 2802467"/>
                <a:gd name="csY12" fmla="*/ 0 h 2269689"/>
                <a:gd name="csX0" fmla="*/ 0 w 2802467"/>
                <a:gd name="csY0" fmla="*/ 1039707 h 2271936"/>
                <a:gd name="csX1" fmla="*/ 177800 w 2802467"/>
                <a:gd name="csY1" fmla="*/ 1363134 h 2271936"/>
                <a:gd name="csX2" fmla="*/ 406400 w 2802467"/>
                <a:gd name="csY2" fmla="*/ 1701800 h 2271936"/>
                <a:gd name="csX3" fmla="*/ 677333 w 2802467"/>
                <a:gd name="csY3" fmla="*/ 2048934 h 2271936"/>
                <a:gd name="csX4" fmla="*/ 990600 w 2802467"/>
                <a:gd name="csY4" fmla="*/ 2252134 h 2271936"/>
                <a:gd name="csX5" fmla="*/ 1286933 w 2802467"/>
                <a:gd name="csY5" fmla="*/ 2243667 h 2271936"/>
                <a:gd name="csX6" fmla="*/ 1559560 w 2802467"/>
                <a:gd name="csY6" fmla="*/ 2070947 h 2271936"/>
                <a:gd name="csX7" fmla="*/ 1761067 w 2802467"/>
                <a:gd name="csY7" fmla="*/ 1896534 h 2271936"/>
                <a:gd name="csX8" fmla="*/ 1938867 w 2802467"/>
                <a:gd name="csY8" fmla="*/ 1642534 h 2271936"/>
                <a:gd name="csX9" fmla="*/ 2167467 w 2802467"/>
                <a:gd name="csY9" fmla="*/ 1278467 h 2271936"/>
                <a:gd name="csX10" fmla="*/ 2362200 w 2802467"/>
                <a:gd name="csY10" fmla="*/ 939800 h 2271936"/>
                <a:gd name="csX11" fmla="*/ 2556933 w 2802467"/>
                <a:gd name="csY11" fmla="*/ 541867 h 2271936"/>
                <a:gd name="csX12" fmla="*/ 2802467 w 2802467"/>
                <a:gd name="csY12" fmla="*/ 0 h 2271936"/>
                <a:gd name="csX0" fmla="*/ 0 w 2802467"/>
                <a:gd name="csY0" fmla="*/ 1039707 h 2269689"/>
                <a:gd name="csX1" fmla="*/ 177800 w 2802467"/>
                <a:gd name="csY1" fmla="*/ 1363134 h 2269689"/>
                <a:gd name="csX2" fmla="*/ 406400 w 2802467"/>
                <a:gd name="csY2" fmla="*/ 1701800 h 2269689"/>
                <a:gd name="csX3" fmla="*/ 677333 w 2802467"/>
                <a:gd name="csY3" fmla="*/ 2048934 h 2269689"/>
                <a:gd name="csX4" fmla="*/ 990600 w 2802467"/>
                <a:gd name="csY4" fmla="*/ 2252134 h 2269689"/>
                <a:gd name="csX5" fmla="*/ 1286933 w 2802467"/>
                <a:gd name="csY5" fmla="*/ 2243667 h 2269689"/>
                <a:gd name="csX6" fmla="*/ 1554480 w 2802467"/>
                <a:gd name="csY6" fmla="*/ 2116667 h 2269689"/>
                <a:gd name="csX7" fmla="*/ 1761067 w 2802467"/>
                <a:gd name="csY7" fmla="*/ 1896534 h 2269689"/>
                <a:gd name="csX8" fmla="*/ 1938867 w 2802467"/>
                <a:gd name="csY8" fmla="*/ 1642534 h 2269689"/>
                <a:gd name="csX9" fmla="*/ 2167467 w 2802467"/>
                <a:gd name="csY9" fmla="*/ 1278467 h 2269689"/>
                <a:gd name="csX10" fmla="*/ 2362200 w 2802467"/>
                <a:gd name="csY10" fmla="*/ 939800 h 2269689"/>
                <a:gd name="csX11" fmla="*/ 2556933 w 2802467"/>
                <a:gd name="csY11" fmla="*/ 541867 h 2269689"/>
                <a:gd name="csX12" fmla="*/ 2802467 w 2802467"/>
                <a:gd name="csY12" fmla="*/ 0 h 2269689"/>
                <a:gd name="csX0" fmla="*/ 0 w 2802467"/>
                <a:gd name="csY0" fmla="*/ 1039707 h 2270408"/>
                <a:gd name="csX1" fmla="*/ 177800 w 2802467"/>
                <a:gd name="csY1" fmla="*/ 1363134 h 2270408"/>
                <a:gd name="csX2" fmla="*/ 406400 w 2802467"/>
                <a:gd name="csY2" fmla="*/ 1701800 h 2270408"/>
                <a:gd name="csX3" fmla="*/ 677333 w 2802467"/>
                <a:gd name="csY3" fmla="*/ 2048934 h 2270408"/>
                <a:gd name="csX4" fmla="*/ 990600 w 2802467"/>
                <a:gd name="csY4" fmla="*/ 2252134 h 2270408"/>
                <a:gd name="csX5" fmla="*/ 1286933 w 2802467"/>
                <a:gd name="csY5" fmla="*/ 2243667 h 2270408"/>
                <a:gd name="csX6" fmla="*/ 1554480 w 2802467"/>
                <a:gd name="csY6" fmla="*/ 2101427 h 2270408"/>
                <a:gd name="csX7" fmla="*/ 1761067 w 2802467"/>
                <a:gd name="csY7" fmla="*/ 1896534 h 2270408"/>
                <a:gd name="csX8" fmla="*/ 1938867 w 2802467"/>
                <a:gd name="csY8" fmla="*/ 1642534 h 2270408"/>
                <a:gd name="csX9" fmla="*/ 2167467 w 2802467"/>
                <a:gd name="csY9" fmla="*/ 1278467 h 2270408"/>
                <a:gd name="csX10" fmla="*/ 2362200 w 2802467"/>
                <a:gd name="csY10" fmla="*/ 939800 h 2270408"/>
                <a:gd name="csX11" fmla="*/ 2556933 w 2802467"/>
                <a:gd name="csY11" fmla="*/ 541867 h 2270408"/>
                <a:gd name="csX12" fmla="*/ 2802467 w 2802467"/>
                <a:gd name="csY12" fmla="*/ 0 h 2270408"/>
                <a:gd name="csX0" fmla="*/ 0 w 2802467"/>
                <a:gd name="csY0" fmla="*/ 1039707 h 2270408"/>
                <a:gd name="csX1" fmla="*/ 177800 w 2802467"/>
                <a:gd name="csY1" fmla="*/ 1363134 h 2270408"/>
                <a:gd name="csX2" fmla="*/ 406400 w 2802467"/>
                <a:gd name="csY2" fmla="*/ 1701800 h 2270408"/>
                <a:gd name="csX3" fmla="*/ 677333 w 2802467"/>
                <a:gd name="csY3" fmla="*/ 2048934 h 2270408"/>
                <a:gd name="csX4" fmla="*/ 990600 w 2802467"/>
                <a:gd name="csY4" fmla="*/ 2252134 h 2270408"/>
                <a:gd name="csX5" fmla="*/ 1286933 w 2802467"/>
                <a:gd name="csY5" fmla="*/ 2243667 h 2270408"/>
                <a:gd name="csX6" fmla="*/ 1554480 w 2802467"/>
                <a:gd name="csY6" fmla="*/ 2101427 h 2270408"/>
                <a:gd name="csX7" fmla="*/ 1755987 w 2802467"/>
                <a:gd name="csY7" fmla="*/ 1876214 h 2270408"/>
                <a:gd name="csX8" fmla="*/ 1938867 w 2802467"/>
                <a:gd name="csY8" fmla="*/ 1642534 h 2270408"/>
                <a:gd name="csX9" fmla="*/ 2167467 w 2802467"/>
                <a:gd name="csY9" fmla="*/ 1278467 h 2270408"/>
                <a:gd name="csX10" fmla="*/ 2362200 w 2802467"/>
                <a:gd name="csY10" fmla="*/ 939800 h 2270408"/>
                <a:gd name="csX11" fmla="*/ 2556933 w 2802467"/>
                <a:gd name="csY11" fmla="*/ 541867 h 2270408"/>
                <a:gd name="csX12" fmla="*/ 2802467 w 2802467"/>
                <a:gd name="csY12" fmla="*/ 0 h 2270408"/>
                <a:gd name="csX0" fmla="*/ 0 w 2792307"/>
                <a:gd name="csY0" fmla="*/ 1014307 h 2245008"/>
                <a:gd name="csX1" fmla="*/ 177800 w 2792307"/>
                <a:gd name="csY1" fmla="*/ 1337734 h 2245008"/>
                <a:gd name="csX2" fmla="*/ 406400 w 2792307"/>
                <a:gd name="csY2" fmla="*/ 1676400 h 2245008"/>
                <a:gd name="csX3" fmla="*/ 677333 w 2792307"/>
                <a:gd name="csY3" fmla="*/ 2023534 h 2245008"/>
                <a:gd name="csX4" fmla="*/ 990600 w 2792307"/>
                <a:gd name="csY4" fmla="*/ 2226734 h 2245008"/>
                <a:gd name="csX5" fmla="*/ 1286933 w 2792307"/>
                <a:gd name="csY5" fmla="*/ 2218267 h 2245008"/>
                <a:gd name="csX6" fmla="*/ 1554480 w 2792307"/>
                <a:gd name="csY6" fmla="*/ 2076027 h 2245008"/>
                <a:gd name="csX7" fmla="*/ 1755987 w 2792307"/>
                <a:gd name="csY7" fmla="*/ 1850814 h 2245008"/>
                <a:gd name="csX8" fmla="*/ 1938867 w 2792307"/>
                <a:gd name="csY8" fmla="*/ 1617134 h 2245008"/>
                <a:gd name="csX9" fmla="*/ 2167467 w 2792307"/>
                <a:gd name="csY9" fmla="*/ 1253067 h 2245008"/>
                <a:gd name="csX10" fmla="*/ 2362200 w 2792307"/>
                <a:gd name="csY10" fmla="*/ 914400 h 2245008"/>
                <a:gd name="csX11" fmla="*/ 2556933 w 2792307"/>
                <a:gd name="csY11" fmla="*/ 516467 h 2245008"/>
                <a:gd name="csX12" fmla="*/ 2792307 w 2792307"/>
                <a:gd name="csY12" fmla="*/ 0 h 2245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792307" h="2245008">
                  <a:moveTo>
                    <a:pt x="0" y="1014307"/>
                  </a:moveTo>
                  <a:cubicBezTo>
                    <a:pt x="55033" y="1127196"/>
                    <a:pt x="110067" y="1227385"/>
                    <a:pt x="177800" y="1337734"/>
                  </a:cubicBezTo>
                  <a:cubicBezTo>
                    <a:pt x="245533" y="1448083"/>
                    <a:pt x="323145" y="1562100"/>
                    <a:pt x="406400" y="1676400"/>
                  </a:cubicBezTo>
                  <a:cubicBezTo>
                    <a:pt x="489656" y="1790700"/>
                    <a:pt x="579966" y="1931812"/>
                    <a:pt x="677333" y="2023534"/>
                  </a:cubicBezTo>
                  <a:cubicBezTo>
                    <a:pt x="774700" y="2115256"/>
                    <a:pt x="889000" y="2194279"/>
                    <a:pt x="990600" y="2226734"/>
                  </a:cubicBezTo>
                  <a:cubicBezTo>
                    <a:pt x="1092200" y="2259189"/>
                    <a:pt x="1192953" y="2243385"/>
                    <a:pt x="1286933" y="2218267"/>
                  </a:cubicBezTo>
                  <a:cubicBezTo>
                    <a:pt x="1380913" y="2193149"/>
                    <a:pt x="1476304" y="2137269"/>
                    <a:pt x="1554480" y="2076027"/>
                  </a:cubicBezTo>
                  <a:cubicBezTo>
                    <a:pt x="1632656" y="2014785"/>
                    <a:pt x="1691923" y="1927296"/>
                    <a:pt x="1755987" y="1850814"/>
                  </a:cubicBezTo>
                  <a:cubicBezTo>
                    <a:pt x="1820051" y="1774332"/>
                    <a:pt x="1870287" y="1716758"/>
                    <a:pt x="1938867" y="1617134"/>
                  </a:cubicBezTo>
                  <a:cubicBezTo>
                    <a:pt x="2007447" y="1517510"/>
                    <a:pt x="2096912" y="1370189"/>
                    <a:pt x="2167467" y="1253067"/>
                  </a:cubicBezTo>
                  <a:cubicBezTo>
                    <a:pt x="2238022" y="1135945"/>
                    <a:pt x="2297289" y="1037167"/>
                    <a:pt x="2362200" y="914400"/>
                  </a:cubicBezTo>
                  <a:cubicBezTo>
                    <a:pt x="2427111" y="791633"/>
                    <a:pt x="2483555" y="673100"/>
                    <a:pt x="2556933" y="516467"/>
                  </a:cubicBezTo>
                  <a:cubicBezTo>
                    <a:pt x="2630311" y="359834"/>
                    <a:pt x="2749974" y="83255"/>
                    <a:pt x="2792307" y="0"/>
                  </a:cubicBezTo>
                </a:path>
              </a:pathLst>
            </a:custGeom>
            <a:noFill/>
            <a:ln w="635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0" name="Elipse 19">
              <a:extLst>
                <a:ext uri="{FF2B5EF4-FFF2-40B4-BE49-F238E27FC236}">
                  <a16:creationId xmlns:a16="http://schemas.microsoft.com/office/drawing/2014/main" id="{4323B8AA-6C63-056F-B1F6-2551CADE66A1}"/>
                </a:ext>
              </a:extLst>
            </p:cNvPr>
            <p:cNvSpPr/>
            <p:nvPr/>
          </p:nvSpPr>
          <p:spPr>
            <a:xfrm>
              <a:off x="5077015" y="3140560"/>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Elipse 16">
              <a:extLst>
                <a:ext uri="{FF2B5EF4-FFF2-40B4-BE49-F238E27FC236}">
                  <a16:creationId xmlns:a16="http://schemas.microsoft.com/office/drawing/2014/main" id="{89DB5322-842F-49DD-2565-45C22EFC3868}"/>
                </a:ext>
              </a:extLst>
            </p:cNvPr>
            <p:cNvSpPr/>
            <p:nvPr/>
          </p:nvSpPr>
          <p:spPr>
            <a:xfrm>
              <a:off x="2146839" y="4155560"/>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1" name="Conector recto 20">
              <a:extLst>
                <a:ext uri="{FF2B5EF4-FFF2-40B4-BE49-F238E27FC236}">
                  <a16:creationId xmlns:a16="http://schemas.microsoft.com/office/drawing/2014/main" id="{9C9753AE-BD01-7438-1955-1664D8F65C8E}"/>
                </a:ext>
              </a:extLst>
            </p:cNvPr>
            <p:cNvCxnSpPr>
              <a:cxnSpLocks/>
              <a:stCxn id="17" idx="6"/>
              <a:endCxn id="20" idx="2"/>
            </p:cNvCxnSpPr>
            <p:nvPr/>
          </p:nvCxnSpPr>
          <p:spPr>
            <a:xfrm flipV="1">
              <a:off x="2398839" y="3266560"/>
              <a:ext cx="2678176" cy="1015000"/>
            </a:xfrm>
            <a:prstGeom prst="line">
              <a:avLst/>
            </a:prstGeom>
            <a:ln w="31750">
              <a:solidFill>
                <a:schemeClr val="tx1"/>
              </a:solidFill>
              <a:prstDash val="dash"/>
            </a:ln>
          </p:spPr>
          <p:style>
            <a:lnRef idx="2">
              <a:schemeClr val="accent1"/>
            </a:lnRef>
            <a:fillRef idx="0">
              <a:schemeClr val="accent1"/>
            </a:fillRef>
            <a:effectRef idx="1">
              <a:schemeClr val="accent1"/>
            </a:effectRef>
            <a:fontRef idx="minor">
              <a:schemeClr val="tx1"/>
            </a:fontRef>
          </p:style>
        </p:cxnSp>
      </p:grpSp>
      <p:grpSp>
        <p:nvGrpSpPr>
          <p:cNvPr id="34" name="Grupo 33">
            <a:extLst>
              <a:ext uri="{FF2B5EF4-FFF2-40B4-BE49-F238E27FC236}">
                <a16:creationId xmlns:a16="http://schemas.microsoft.com/office/drawing/2014/main" id="{5E9E9AE1-6B74-BF10-F9AF-0C8036584E9D}"/>
              </a:ext>
            </a:extLst>
          </p:cNvPr>
          <p:cNvGrpSpPr/>
          <p:nvPr/>
        </p:nvGrpSpPr>
        <p:grpSpPr>
          <a:xfrm>
            <a:off x="7387770" y="2010714"/>
            <a:ext cx="4025900" cy="3568700"/>
            <a:chOff x="6530340" y="1785821"/>
            <a:chExt cx="4025900" cy="3568700"/>
          </a:xfrm>
        </p:grpSpPr>
        <p:sp>
          <p:nvSpPr>
            <p:cNvPr id="30" name="Forma libre: forma 29">
              <a:extLst>
                <a:ext uri="{FF2B5EF4-FFF2-40B4-BE49-F238E27FC236}">
                  <a16:creationId xmlns:a16="http://schemas.microsoft.com/office/drawing/2014/main" id="{76E50251-62B2-76AB-BD49-3F86D4156DEC}"/>
                </a:ext>
              </a:extLst>
            </p:cNvPr>
            <p:cNvSpPr/>
            <p:nvPr/>
          </p:nvSpPr>
          <p:spPr>
            <a:xfrm>
              <a:off x="6530340" y="1785821"/>
              <a:ext cx="4025900" cy="3568700"/>
            </a:xfrm>
            <a:custGeom>
              <a:avLst/>
              <a:gdLst>
                <a:gd name="csX0" fmla="*/ 990600 w 4025900"/>
                <a:gd name="csY0" fmla="*/ 609600 h 3568700"/>
                <a:gd name="csX1" fmla="*/ 2870200 w 4025900"/>
                <a:gd name="csY1" fmla="*/ 0 h 3568700"/>
                <a:gd name="csX2" fmla="*/ 4025900 w 4025900"/>
                <a:gd name="csY2" fmla="*/ 1524000 h 3568700"/>
                <a:gd name="csX3" fmla="*/ 3708400 w 4025900"/>
                <a:gd name="csY3" fmla="*/ 3149600 h 3568700"/>
                <a:gd name="csX4" fmla="*/ 1371600 w 4025900"/>
                <a:gd name="csY4" fmla="*/ 3568700 h 3568700"/>
                <a:gd name="csX5" fmla="*/ 127000 w 4025900"/>
                <a:gd name="csY5" fmla="*/ 2324100 h 3568700"/>
                <a:gd name="csX6" fmla="*/ 0 w 4025900"/>
                <a:gd name="csY6" fmla="*/ 2273300 h 3568700"/>
                <a:gd name="csX7" fmla="*/ 990600 w 4025900"/>
                <a:gd name="csY7" fmla="*/ 609600 h 3568700"/>
                <a:gd name="csX0" fmla="*/ 990600 w 4025900"/>
                <a:gd name="csY0" fmla="*/ 609600 h 3568700"/>
                <a:gd name="csX1" fmla="*/ 2870200 w 4025900"/>
                <a:gd name="csY1" fmla="*/ 0 h 3568700"/>
                <a:gd name="csX2" fmla="*/ 4025900 w 4025900"/>
                <a:gd name="csY2" fmla="*/ 1524000 h 3568700"/>
                <a:gd name="csX3" fmla="*/ 3708400 w 4025900"/>
                <a:gd name="csY3" fmla="*/ 3149600 h 3568700"/>
                <a:gd name="csX4" fmla="*/ 1371600 w 4025900"/>
                <a:gd name="csY4" fmla="*/ 3568700 h 3568700"/>
                <a:gd name="csX5" fmla="*/ 187960 w 4025900"/>
                <a:gd name="csY5" fmla="*/ 3136900 h 3568700"/>
                <a:gd name="csX6" fmla="*/ 0 w 4025900"/>
                <a:gd name="csY6" fmla="*/ 2273300 h 3568700"/>
                <a:gd name="csX7" fmla="*/ 990600 w 4025900"/>
                <a:gd name="csY7" fmla="*/ 609600 h 3568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25900" h="3568700">
                  <a:moveTo>
                    <a:pt x="990600" y="609600"/>
                  </a:moveTo>
                  <a:lnTo>
                    <a:pt x="2870200" y="0"/>
                  </a:lnTo>
                  <a:lnTo>
                    <a:pt x="4025900" y="1524000"/>
                  </a:lnTo>
                  <a:lnTo>
                    <a:pt x="3708400" y="3149600"/>
                  </a:lnTo>
                  <a:lnTo>
                    <a:pt x="1371600" y="3568700"/>
                  </a:lnTo>
                  <a:lnTo>
                    <a:pt x="187960" y="3136900"/>
                  </a:lnTo>
                  <a:lnTo>
                    <a:pt x="0" y="2273300"/>
                  </a:lnTo>
                  <a:lnTo>
                    <a:pt x="990600" y="609600"/>
                  </a:lnTo>
                  <a:close/>
                </a:path>
              </a:pathLst>
            </a:custGeom>
            <a:solidFill>
              <a:srgbClr val="0070C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1" name="Conector recto 30">
              <a:extLst>
                <a:ext uri="{FF2B5EF4-FFF2-40B4-BE49-F238E27FC236}">
                  <a16:creationId xmlns:a16="http://schemas.microsoft.com/office/drawing/2014/main" id="{6DADF8EA-E4B7-3F9D-ED85-3B7776CB3DE8}"/>
                </a:ext>
              </a:extLst>
            </p:cNvPr>
            <p:cNvCxnSpPr>
              <a:cxnSpLocks/>
              <a:stCxn id="33" idx="6"/>
              <a:endCxn id="32" idx="2"/>
            </p:cNvCxnSpPr>
            <p:nvPr/>
          </p:nvCxnSpPr>
          <p:spPr>
            <a:xfrm>
              <a:off x="8065156" y="3388468"/>
              <a:ext cx="1588711" cy="3839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2" name="Elipse 31">
              <a:extLst>
                <a:ext uri="{FF2B5EF4-FFF2-40B4-BE49-F238E27FC236}">
                  <a16:creationId xmlns:a16="http://schemas.microsoft.com/office/drawing/2014/main" id="{3899483D-B84E-64F2-C282-5D1C869F1643}"/>
                </a:ext>
              </a:extLst>
            </p:cNvPr>
            <p:cNvSpPr/>
            <p:nvPr/>
          </p:nvSpPr>
          <p:spPr>
            <a:xfrm>
              <a:off x="9653867" y="3646371"/>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3" name="Elipse 32">
              <a:extLst>
                <a:ext uri="{FF2B5EF4-FFF2-40B4-BE49-F238E27FC236}">
                  <a16:creationId xmlns:a16="http://schemas.microsoft.com/office/drawing/2014/main" id="{FDA0A9C5-B57D-4A73-E1C2-8EF62C882BB2}"/>
                </a:ext>
              </a:extLst>
            </p:cNvPr>
            <p:cNvSpPr/>
            <p:nvPr/>
          </p:nvSpPr>
          <p:spPr>
            <a:xfrm>
              <a:off x="7813156" y="3262468"/>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cxnSp>
        <p:nvCxnSpPr>
          <p:cNvPr id="2" name="Conector recto de flecha 1">
            <a:extLst>
              <a:ext uri="{FF2B5EF4-FFF2-40B4-BE49-F238E27FC236}">
                <a16:creationId xmlns:a16="http://schemas.microsoft.com/office/drawing/2014/main" id="{CB2DA7DF-E178-571C-8F7F-05A879CA12E6}"/>
              </a:ext>
            </a:extLst>
          </p:cNvPr>
          <p:cNvCxnSpPr>
            <a:cxnSpLocks/>
          </p:cNvCxnSpPr>
          <p:nvPr/>
        </p:nvCxnSpPr>
        <p:spPr>
          <a:xfrm flipV="1">
            <a:off x="1690418" y="1709781"/>
            <a:ext cx="0" cy="4009992"/>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6EEC9374-6544-D5B2-41F9-C21670F7FB96}"/>
              </a:ext>
            </a:extLst>
          </p:cNvPr>
          <p:cNvCxnSpPr>
            <a:cxnSpLocks/>
          </p:cNvCxnSpPr>
          <p:nvPr/>
        </p:nvCxnSpPr>
        <p:spPr>
          <a:xfrm>
            <a:off x="1690418" y="5719773"/>
            <a:ext cx="5244193"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CE59F25-E67A-3BB9-0B12-6B90BC4CC0AD}"/>
                  </a:ext>
                </a:extLst>
              </p:cNvPr>
              <p:cNvSpPr txBox="1"/>
              <p:nvPr/>
            </p:nvSpPr>
            <p:spPr>
              <a:xfrm>
                <a:off x="411504" y="1709780"/>
                <a:ext cx="1314241" cy="646331"/>
              </a:xfrm>
              <a:prstGeom prst="rect">
                <a:avLst/>
              </a:prstGeom>
              <a:noFill/>
            </p:spPr>
            <p:txBody>
              <a:bodyPr wrap="square">
                <a:spAutoFit/>
              </a:bodyPr>
              <a:lstStyle/>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p:txBody>
          </p:sp>
        </mc:Choice>
        <mc:Fallback xmlns="">
          <p:sp>
            <p:nvSpPr>
              <p:cNvPr id="8" name="CuadroTexto 7">
                <a:extLst>
                  <a:ext uri="{FF2B5EF4-FFF2-40B4-BE49-F238E27FC236}">
                    <a16:creationId xmlns:a16="http://schemas.microsoft.com/office/drawing/2014/main" id="{BCE59F25-E67A-3BB9-0B12-6B90BC4CC0AD}"/>
                  </a:ext>
                </a:extLst>
              </p:cNvPr>
              <p:cNvSpPr txBox="1">
                <a:spLocks noRot="1" noChangeAspect="1" noMove="1" noResize="1" noEditPoints="1" noAdjustHandles="1" noChangeArrowheads="1" noChangeShapeType="1" noTextEdit="1"/>
              </p:cNvSpPr>
              <p:nvPr/>
            </p:nvSpPr>
            <p:spPr>
              <a:xfrm>
                <a:off x="411504" y="1709780"/>
                <a:ext cx="1314241" cy="646331"/>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F1917FA-7E56-0B5A-FC35-44BB70961825}"/>
                  </a:ext>
                </a:extLst>
              </p:cNvPr>
              <p:cNvSpPr txBox="1"/>
              <p:nvPr/>
            </p:nvSpPr>
            <p:spPr>
              <a:xfrm>
                <a:off x="6514207" y="5853797"/>
                <a:ext cx="568765" cy="646331"/>
              </a:xfrm>
              <a:prstGeom prst="rect">
                <a:avLst/>
              </a:prstGeom>
              <a:noFill/>
            </p:spPr>
            <p:txBody>
              <a:bodyPr wrap="square">
                <a:spAutoFit/>
              </a:bodyPr>
              <a:lstStyle/>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𝑥</m:t>
                      </m:r>
                    </m:oMath>
                  </m:oMathPara>
                </a14:m>
                <a:endParaRPr lang="en-US" sz="3600" i="1" noProof="0" dirty="0">
                  <a:latin typeface="Gill Sans Nova" panose="020B0602020104020203" pitchFamily="34" charset="0"/>
                </a:endParaRPr>
              </a:p>
            </p:txBody>
          </p:sp>
        </mc:Choice>
        <mc:Fallback xmlns="">
          <p:sp>
            <p:nvSpPr>
              <p:cNvPr id="10" name="CuadroTexto 9">
                <a:extLst>
                  <a:ext uri="{FF2B5EF4-FFF2-40B4-BE49-F238E27FC236}">
                    <a16:creationId xmlns:a16="http://schemas.microsoft.com/office/drawing/2014/main" id="{2F1917FA-7E56-0B5A-FC35-44BB70961825}"/>
                  </a:ext>
                </a:extLst>
              </p:cNvPr>
              <p:cNvSpPr txBox="1">
                <a:spLocks noRot="1" noChangeAspect="1" noMove="1" noResize="1" noEditPoints="1" noAdjustHandles="1" noChangeArrowheads="1" noChangeShapeType="1" noTextEdit="1"/>
              </p:cNvSpPr>
              <p:nvPr/>
            </p:nvSpPr>
            <p:spPr>
              <a:xfrm>
                <a:off x="6514207" y="5853797"/>
                <a:ext cx="568765" cy="646331"/>
              </a:xfrm>
              <a:prstGeom prst="rect">
                <a:avLst/>
              </a:prstGeom>
              <a:blipFill>
                <a:blip r:embed="rId4"/>
                <a:stretch>
                  <a:fillRect/>
                </a:stretch>
              </a:blipFill>
            </p:spPr>
            <p:txBody>
              <a:bodyPr/>
              <a:lstStyle/>
              <a:p>
                <a:r>
                  <a:rPr lang="es-ES">
                    <a:noFill/>
                  </a:rPr>
                  <a:t> </a:t>
                </a:r>
              </a:p>
            </p:txBody>
          </p:sp>
        </mc:Fallback>
      </mc:AlternateContent>
      <p:sp>
        <p:nvSpPr>
          <p:cNvPr id="4" name="Marcador de número de diapositiva 5">
            <a:extLst>
              <a:ext uri="{FF2B5EF4-FFF2-40B4-BE49-F238E27FC236}">
                <a16:creationId xmlns:a16="http://schemas.microsoft.com/office/drawing/2014/main" id="{7C3B1C61-9244-DD3F-6FFD-B46E97C4AAD7}"/>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34</a:t>
            </a:fld>
            <a:endParaRPr lang="en-US" noProof="0" dirty="0"/>
          </a:p>
        </p:txBody>
      </p:sp>
    </p:spTree>
    <p:extLst>
      <p:ext uri="{BB962C8B-B14F-4D97-AF65-F5344CB8AC3E}">
        <p14:creationId xmlns:p14="http://schemas.microsoft.com/office/powerpoint/2010/main" val="4117134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D064-67C3-48A8-A0E3-488031E1FD5A}"/>
            </a:ext>
          </a:extLst>
        </p:cNvPr>
        <p:cNvGrpSpPr/>
        <p:nvPr/>
      </p:nvGrpSpPr>
      <p:grpSpPr>
        <a:xfrm>
          <a:off x="0" y="0"/>
          <a:ext cx="0" cy="0"/>
          <a:chOff x="0" y="0"/>
          <a:chExt cx="0" cy="0"/>
        </a:xfrm>
      </p:grpSpPr>
      <p:cxnSp>
        <p:nvCxnSpPr>
          <p:cNvPr id="2" name="Conector recto de flecha 1">
            <a:extLst>
              <a:ext uri="{FF2B5EF4-FFF2-40B4-BE49-F238E27FC236}">
                <a16:creationId xmlns:a16="http://schemas.microsoft.com/office/drawing/2014/main" id="{5846E008-4C1F-AE67-CD24-277C6D81ED9E}"/>
              </a:ext>
            </a:extLst>
          </p:cNvPr>
          <p:cNvCxnSpPr>
            <a:cxnSpLocks/>
          </p:cNvCxnSpPr>
          <p:nvPr/>
        </p:nvCxnSpPr>
        <p:spPr>
          <a:xfrm flipV="1">
            <a:off x="1690418" y="1709781"/>
            <a:ext cx="0" cy="4009992"/>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 name="Conector recto de flecha 2">
            <a:extLst>
              <a:ext uri="{FF2B5EF4-FFF2-40B4-BE49-F238E27FC236}">
                <a16:creationId xmlns:a16="http://schemas.microsoft.com/office/drawing/2014/main" id="{FA165ED3-170B-ED4C-7AC8-A4BEAFC23B04}"/>
              </a:ext>
            </a:extLst>
          </p:cNvPr>
          <p:cNvCxnSpPr>
            <a:cxnSpLocks/>
          </p:cNvCxnSpPr>
          <p:nvPr/>
        </p:nvCxnSpPr>
        <p:spPr>
          <a:xfrm>
            <a:off x="1690418" y="5719773"/>
            <a:ext cx="5244193" cy="0"/>
          </a:xfrm>
          <a:prstGeom prst="straightConnector1">
            <a:avLst/>
          </a:prstGeom>
          <a:ln w="508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C5666CD-0888-91B7-F260-17032CE36AEE}"/>
                  </a:ext>
                </a:extLst>
              </p:cNvPr>
              <p:cNvSpPr txBox="1"/>
              <p:nvPr/>
            </p:nvSpPr>
            <p:spPr>
              <a:xfrm>
                <a:off x="411504" y="1709780"/>
                <a:ext cx="1314241" cy="646331"/>
              </a:xfrm>
              <a:prstGeom prst="rect">
                <a:avLst/>
              </a:prstGeom>
              <a:noFill/>
            </p:spPr>
            <p:txBody>
              <a:bodyPr wrap="square">
                <a:spAutoFit/>
              </a:bodyPr>
              <a:lstStyle/>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p:txBody>
          </p:sp>
        </mc:Choice>
        <mc:Fallback xmlns="">
          <p:sp>
            <p:nvSpPr>
              <p:cNvPr id="8" name="CuadroTexto 7">
                <a:extLst>
                  <a:ext uri="{FF2B5EF4-FFF2-40B4-BE49-F238E27FC236}">
                    <a16:creationId xmlns:a16="http://schemas.microsoft.com/office/drawing/2014/main" id="{7C5666CD-0888-91B7-F260-17032CE36AEE}"/>
                  </a:ext>
                </a:extLst>
              </p:cNvPr>
              <p:cNvSpPr txBox="1">
                <a:spLocks noRot="1" noChangeAspect="1" noMove="1" noResize="1" noEditPoints="1" noAdjustHandles="1" noChangeArrowheads="1" noChangeShapeType="1" noTextEdit="1"/>
              </p:cNvSpPr>
              <p:nvPr/>
            </p:nvSpPr>
            <p:spPr>
              <a:xfrm>
                <a:off x="411504" y="1709780"/>
                <a:ext cx="1314241" cy="646331"/>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2B6366C-6179-3831-A607-BD8E9B291A04}"/>
                  </a:ext>
                </a:extLst>
              </p:cNvPr>
              <p:cNvSpPr txBox="1"/>
              <p:nvPr/>
            </p:nvSpPr>
            <p:spPr>
              <a:xfrm>
                <a:off x="6514207" y="5853797"/>
                <a:ext cx="568765" cy="646331"/>
              </a:xfrm>
              <a:prstGeom prst="rect">
                <a:avLst/>
              </a:prstGeom>
              <a:noFill/>
            </p:spPr>
            <p:txBody>
              <a:bodyPr wrap="square">
                <a:spAutoFit/>
              </a:bodyPr>
              <a:lstStyle/>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𝑥</m:t>
                      </m:r>
                    </m:oMath>
                  </m:oMathPara>
                </a14:m>
                <a:endParaRPr lang="en-US" sz="3600" i="1" noProof="0" dirty="0">
                  <a:latin typeface="Gill Sans Nova" panose="020B0602020104020203" pitchFamily="34" charset="0"/>
                </a:endParaRPr>
              </a:p>
            </p:txBody>
          </p:sp>
        </mc:Choice>
        <mc:Fallback xmlns="">
          <p:sp>
            <p:nvSpPr>
              <p:cNvPr id="10" name="CuadroTexto 9">
                <a:extLst>
                  <a:ext uri="{FF2B5EF4-FFF2-40B4-BE49-F238E27FC236}">
                    <a16:creationId xmlns:a16="http://schemas.microsoft.com/office/drawing/2014/main" id="{12B6366C-6179-3831-A607-BD8E9B291A04}"/>
                  </a:ext>
                </a:extLst>
              </p:cNvPr>
              <p:cNvSpPr txBox="1">
                <a:spLocks noRot="1" noChangeAspect="1" noMove="1" noResize="1" noEditPoints="1" noAdjustHandles="1" noChangeArrowheads="1" noChangeShapeType="1" noTextEdit="1"/>
              </p:cNvSpPr>
              <p:nvPr/>
            </p:nvSpPr>
            <p:spPr>
              <a:xfrm>
                <a:off x="6514207" y="5853797"/>
                <a:ext cx="568765" cy="646331"/>
              </a:xfrm>
              <a:prstGeom prst="rect">
                <a:avLst/>
              </a:prstGeom>
              <a:blipFill>
                <a:blip r:embed="rId4"/>
                <a:stretch>
                  <a:fillRect/>
                </a:stretch>
              </a:blipFill>
            </p:spPr>
            <p:txBody>
              <a:bodyPr/>
              <a:lstStyle/>
              <a:p>
                <a:r>
                  <a:rPr lang="es-ES">
                    <a:noFill/>
                  </a:rPr>
                  <a:t> </a:t>
                </a:r>
              </a:p>
            </p:txBody>
          </p:sp>
        </mc:Fallback>
      </mc:AlternateContent>
      <p:sp>
        <p:nvSpPr>
          <p:cNvPr id="7" name="Título 1">
            <a:extLst>
              <a:ext uri="{FF2B5EF4-FFF2-40B4-BE49-F238E27FC236}">
                <a16:creationId xmlns:a16="http://schemas.microsoft.com/office/drawing/2014/main" id="{6E89AEC9-DBB9-3E5D-97BC-8B16B3C610B4}"/>
              </a:ext>
            </a:extLst>
          </p:cNvPr>
          <p:cNvSpPr>
            <a:spLocks noGrp="1"/>
          </p:cNvSpPr>
          <p:nvPr>
            <p:ph type="title"/>
          </p:nvPr>
        </p:nvSpPr>
        <p:spPr>
          <a:xfrm>
            <a:off x="420624" y="254955"/>
            <a:ext cx="7199376" cy="686433"/>
          </a:xfrm>
        </p:spPr>
        <p:txBody>
          <a:bodyPr>
            <a:noAutofit/>
          </a:bodyPr>
          <a:lstStyle/>
          <a:p>
            <a:r>
              <a:rPr lang="en-US" sz="4800" dirty="0">
                <a:latin typeface="Gill Sans Nova" panose="020B0602020104020203" pitchFamily="34" charset="0"/>
              </a:rPr>
              <a:t>Nonconvex function and set</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DCE22946-274E-066A-CEF2-F7AC01F9D6D5}"/>
              </a:ext>
            </a:extLst>
          </p:cNvPr>
          <p:cNvSpPr/>
          <p:nvPr/>
        </p:nvSpPr>
        <p:spPr>
          <a:xfrm>
            <a:off x="420624" y="941378"/>
            <a:ext cx="71993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orma libre: forma 12">
            <a:extLst>
              <a:ext uri="{FF2B5EF4-FFF2-40B4-BE49-F238E27FC236}">
                <a16:creationId xmlns:a16="http://schemas.microsoft.com/office/drawing/2014/main" id="{E9891340-8D80-5B8B-9719-7DD3E07B756A}"/>
              </a:ext>
            </a:extLst>
          </p:cNvPr>
          <p:cNvSpPr/>
          <p:nvPr/>
        </p:nvSpPr>
        <p:spPr>
          <a:xfrm>
            <a:off x="2464799" y="2186171"/>
            <a:ext cx="3517900" cy="3183505"/>
          </a:xfrm>
          <a:custGeom>
            <a:avLst/>
            <a:gdLst>
              <a:gd name="csX0" fmla="*/ 0 w 3517900"/>
              <a:gd name="csY0" fmla="*/ 12700 h 3183505"/>
              <a:gd name="csX1" fmla="*/ 292100 w 3517900"/>
              <a:gd name="csY1" fmla="*/ 1981200 h 3183505"/>
              <a:gd name="csX2" fmla="*/ 1041400 w 3517900"/>
              <a:gd name="csY2" fmla="*/ 863600 h 3183505"/>
              <a:gd name="csX3" fmla="*/ 1485900 w 3517900"/>
              <a:gd name="csY3" fmla="*/ 3035300 h 3183505"/>
              <a:gd name="csX4" fmla="*/ 2184400 w 3517900"/>
              <a:gd name="csY4" fmla="*/ 1955800 h 3183505"/>
              <a:gd name="csX5" fmla="*/ 3060700 w 3517900"/>
              <a:gd name="csY5" fmla="*/ 3136900 h 3183505"/>
              <a:gd name="csX6" fmla="*/ 3517900 w 3517900"/>
              <a:gd name="csY6" fmla="*/ 0 h 318350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517900" h="3183505">
                <a:moveTo>
                  <a:pt x="0" y="12700"/>
                </a:moveTo>
                <a:cubicBezTo>
                  <a:pt x="59266" y="926041"/>
                  <a:pt x="118533" y="1839383"/>
                  <a:pt x="292100" y="1981200"/>
                </a:cubicBezTo>
                <a:cubicBezTo>
                  <a:pt x="465667" y="2123017"/>
                  <a:pt x="842433" y="687917"/>
                  <a:pt x="1041400" y="863600"/>
                </a:cubicBezTo>
                <a:cubicBezTo>
                  <a:pt x="1240367" y="1039283"/>
                  <a:pt x="1295400" y="2853267"/>
                  <a:pt x="1485900" y="3035300"/>
                </a:cubicBezTo>
                <a:cubicBezTo>
                  <a:pt x="1676400" y="3217333"/>
                  <a:pt x="1921933" y="1938867"/>
                  <a:pt x="2184400" y="1955800"/>
                </a:cubicBezTo>
                <a:cubicBezTo>
                  <a:pt x="2446867" y="1972733"/>
                  <a:pt x="2838450" y="3462867"/>
                  <a:pt x="3060700" y="3136900"/>
                </a:cubicBezTo>
                <a:cubicBezTo>
                  <a:pt x="3282950" y="2810933"/>
                  <a:pt x="3400425" y="1405466"/>
                  <a:pt x="3517900" y="0"/>
                </a:cubicBezTo>
              </a:path>
            </a:pathLst>
          </a:cu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orma libre: forma 14">
            <a:extLst>
              <a:ext uri="{FF2B5EF4-FFF2-40B4-BE49-F238E27FC236}">
                <a16:creationId xmlns:a16="http://schemas.microsoft.com/office/drawing/2014/main" id="{4C588296-D365-9DA8-D947-C4B2C9FF4659}"/>
              </a:ext>
            </a:extLst>
          </p:cNvPr>
          <p:cNvSpPr/>
          <p:nvPr/>
        </p:nvSpPr>
        <p:spPr>
          <a:xfrm>
            <a:off x="3862279" y="4800267"/>
            <a:ext cx="381000" cy="459168"/>
          </a:xfrm>
          <a:custGeom>
            <a:avLst/>
            <a:gdLst>
              <a:gd name="csX0" fmla="*/ 0 w 381000"/>
              <a:gd name="csY0" fmla="*/ 194733 h 429534"/>
              <a:gd name="csX1" fmla="*/ 55034 w 381000"/>
              <a:gd name="csY1" fmla="*/ 355600 h 429534"/>
              <a:gd name="csX2" fmla="*/ 131234 w 381000"/>
              <a:gd name="csY2" fmla="*/ 427566 h 429534"/>
              <a:gd name="csX3" fmla="*/ 245534 w 381000"/>
              <a:gd name="csY3" fmla="*/ 283633 h 429534"/>
              <a:gd name="csX4" fmla="*/ 381000 w 381000"/>
              <a:gd name="csY4" fmla="*/ 0 h 429534"/>
            </a:gdLst>
            <a:ahLst/>
            <a:cxnLst>
              <a:cxn ang="0">
                <a:pos x="csX0" y="csY0"/>
              </a:cxn>
              <a:cxn ang="0">
                <a:pos x="csX1" y="csY1"/>
              </a:cxn>
              <a:cxn ang="0">
                <a:pos x="csX2" y="csY2"/>
              </a:cxn>
              <a:cxn ang="0">
                <a:pos x="csX3" y="csY3"/>
              </a:cxn>
              <a:cxn ang="0">
                <a:pos x="csX4" y="csY4"/>
              </a:cxn>
            </a:cxnLst>
            <a:rect l="l" t="t" r="r" b="b"/>
            <a:pathLst>
              <a:path w="381000" h="429534">
                <a:moveTo>
                  <a:pt x="0" y="194733"/>
                </a:moveTo>
                <a:cubicBezTo>
                  <a:pt x="16581" y="255764"/>
                  <a:pt x="33162" y="316795"/>
                  <a:pt x="55034" y="355600"/>
                </a:cubicBezTo>
                <a:cubicBezTo>
                  <a:pt x="76906" y="394405"/>
                  <a:pt x="99484" y="439560"/>
                  <a:pt x="131234" y="427566"/>
                </a:cubicBezTo>
                <a:cubicBezTo>
                  <a:pt x="162984" y="415572"/>
                  <a:pt x="203906" y="354894"/>
                  <a:pt x="245534" y="283633"/>
                </a:cubicBezTo>
                <a:cubicBezTo>
                  <a:pt x="287162" y="212372"/>
                  <a:pt x="334081" y="106186"/>
                  <a:pt x="381000" y="0"/>
                </a:cubicBezTo>
              </a:path>
            </a:pathLst>
          </a:custGeom>
          <a:noFill/>
          <a:ln w="635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9" name="Conector recto 18">
            <a:extLst>
              <a:ext uri="{FF2B5EF4-FFF2-40B4-BE49-F238E27FC236}">
                <a16:creationId xmlns:a16="http://schemas.microsoft.com/office/drawing/2014/main" id="{0187775E-6B94-E04E-7438-F37C33B2E78B}"/>
              </a:ext>
            </a:extLst>
          </p:cNvPr>
          <p:cNvCxnSpPr>
            <a:cxnSpLocks/>
            <a:stCxn id="25" idx="6"/>
            <a:endCxn id="24" idx="2"/>
          </p:cNvCxnSpPr>
          <p:nvPr/>
        </p:nvCxnSpPr>
        <p:spPr>
          <a:xfrm flipV="1">
            <a:off x="3965285" y="4477220"/>
            <a:ext cx="1620962" cy="401949"/>
          </a:xfrm>
          <a:prstGeom prst="line">
            <a:avLst/>
          </a:prstGeom>
          <a:ln w="3175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22" name="Forma libre: forma 21">
            <a:extLst>
              <a:ext uri="{FF2B5EF4-FFF2-40B4-BE49-F238E27FC236}">
                <a16:creationId xmlns:a16="http://schemas.microsoft.com/office/drawing/2014/main" id="{1616A718-D5CE-71C0-71A3-53A53DD742B2}"/>
              </a:ext>
            </a:extLst>
          </p:cNvPr>
          <p:cNvSpPr/>
          <p:nvPr/>
        </p:nvSpPr>
        <p:spPr>
          <a:xfrm>
            <a:off x="4243279" y="4137015"/>
            <a:ext cx="740834" cy="680186"/>
          </a:xfrm>
          <a:custGeom>
            <a:avLst/>
            <a:gdLst>
              <a:gd name="csX0" fmla="*/ 0 w 740834"/>
              <a:gd name="csY0" fmla="*/ 680186 h 680186"/>
              <a:gd name="csX1" fmla="*/ 101600 w 740834"/>
              <a:gd name="csY1" fmla="*/ 409252 h 680186"/>
              <a:gd name="csX2" fmla="*/ 258234 w 740834"/>
              <a:gd name="csY2" fmla="*/ 100219 h 680186"/>
              <a:gd name="csX3" fmla="*/ 402167 w 740834"/>
              <a:gd name="csY3" fmla="*/ 2852 h 680186"/>
              <a:gd name="csX4" fmla="*/ 596900 w 740834"/>
              <a:gd name="csY4" fmla="*/ 189119 h 680186"/>
              <a:gd name="csX5" fmla="*/ 740834 w 740834"/>
              <a:gd name="csY5" fmla="*/ 476986 h 680186"/>
            </a:gdLst>
            <a:ahLst/>
            <a:cxnLst>
              <a:cxn ang="0">
                <a:pos x="csX0" y="csY0"/>
              </a:cxn>
              <a:cxn ang="0">
                <a:pos x="csX1" y="csY1"/>
              </a:cxn>
              <a:cxn ang="0">
                <a:pos x="csX2" y="csY2"/>
              </a:cxn>
              <a:cxn ang="0">
                <a:pos x="csX3" y="csY3"/>
              </a:cxn>
              <a:cxn ang="0">
                <a:pos x="csX4" y="csY4"/>
              </a:cxn>
              <a:cxn ang="0">
                <a:pos x="csX5" y="csY5"/>
              </a:cxn>
            </a:cxnLst>
            <a:rect l="l" t="t" r="r" b="b"/>
            <a:pathLst>
              <a:path w="740834" h="680186">
                <a:moveTo>
                  <a:pt x="0" y="680186"/>
                </a:moveTo>
                <a:cubicBezTo>
                  <a:pt x="29280" y="593049"/>
                  <a:pt x="58561" y="505913"/>
                  <a:pt x="101600" y="409252"/>
                </a:cubicBezTo>
                <a:cubicBezTo>
                  <a:pt x="144639" y="312591"/>
                  <a:pt x="208140" y="167952"/>
                  <a:pt x="258234" y="100219"/>
                </a:cubicBezTo>
                <a:cubicBezTo>
                  <a:pt x="308328" y="32486"/>
                  <a:pt x="345723" y="-11965"/>
                  <a:pt x="402167" y="2852"/>
                </a:cubicBezTo>
                <a:cubicBezTo>
                  <a:pt x="458611" y="17669"/>
                  <a:pt x="540456" y="110097"/>
                  <a:pt x="596900" y="189119"/>
                </a:cubicBezTo>
                <a:cubicBezTo>
                  <a:pt x="653345" y="268141"/>
                  <a:pt x="697089" y="372563"/>
                  <a:pt x="740834" y="476986"/>
                </a:cubicBezTo>
              </a:path>
            </a:pathLst>
          </a:custGeom>
          <a:noFill/>
          <a:ln w="635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3" name="Forma libre: forma 22">
            <a:extLst>
              <a:ext uri="{FF2B5EF4-FFF2-40B4-BE49-F238E27FC236}">
                <a16:creationId xmlns:a16="http://schemas.microsoft.com/office/drawing/2014/main" id="{BFF9921E-4766-6257-942E-5B538C18D8A6}"/>
              </a:ext>
            </a:extLst>
          </p:cNvPr>
          <p:cNvSpPr/>
          <p:nvPr/>
        </p:nvSpPr>
        <p:spPr>
          <a:xfrm>
            <a:off x="4992579" y="4614001"/>
            <a:ext cx="728133" cy="768686"/>
          </a:xfrm>
          <a:custGeom>
            <a:avLst/>
            <a:gdLst>
              <a:gd name="csX0" fmla="*/ 0 w 745067"/>
              <a:gd name="csY0" fmla="*/ 21166 h 768686"/>
              <a:gd name="csX1" fmla="*/ 249767 w 745067"/>
              <a:gd name="csY1" fmla="*/ 541866 h 768686"/>
              <a:gd name="csX2" fmla="*/ 410634 w 745067"/>
              <a:gd name="csY2" fmla="*/ 740833 h 768686"/>
              <a:gd name="csX3" fmla="*/ 558800 w 745067"/>
              <a:gd name="csY3" fmla="*/ 685800 h 768686"/>
              <a:gd name="csX4" fmla="*/ 745067 w 745067"/>
              <a:gd name="csY4" fmla="*/ 0 h 768686"/>
              <a:gd name="csX0" fmla="*/ 0 w 728133"/>
              <a:gd name="csY0" fmla="*/ 8466 h 755986"/>
              <a:gd name="csX1" fmla="*/ 249767 w 728133"/>
              <a:gd name="csY1" fmla="*/ 529166 h 755986"/>
              <a:gd name="csX2" fmla="*/ 410634 w 728133"/>
              <a:gd name="csY2" fmla="*/ 728133 h 755986"/>
              <a:gd name="csX3" fmla="*/ 558800 w 728133"/>
              <a:gd name="csY3" fmla="*/ 673100 h 755986"/>
              <a:gd name="csX4" fmla="*/ 728133 w 728133"/>
              <a:gd name="csY4" fmla="*/ 0 h 755986"/>
              <a:gd name="csX0" fmla="*/ 0 w 728133"/>
              <a:gd name="csY0" fmla="*/ 8466 h 755986"/>
              <a:gd name="csX1" fmla="*/ 249767 w 728133"/>
              <a:gd name="csY1" fmla="*/ 529166 h 755986"/>
              <a:gd name="csX2" fmla="*/ 410634 w 728133"/>
              <a:gd name="csY2" fmla="*/ 728133 h 755986"/>
              <a:gd name="csX3" fmla="*/ 558800 w 728133"/>
              <a:gd name="csY3" fmla="*/ 673100 h 755986"/>
              <a:gd name="csX4" fmla="*/ 728133 w 728133"/>
              <a:gd name="csY4" fmla="*/ 0 h 755986"/>
              <a:gd name="csX0" fmla="*/ 0 w 728133"/>
              <a:gd name="csY0" fmla="*/ 8466 h 755986"/>
              <a:gd name="csX1" fmla="*/ 249767 w 728133"/>
              <a:gd name="csY1" fmla="*/ 529166 h 755986"/>
              <a:gd name="csX2" fmla="*/ 410634 w 728133"/>
              <a:gd name="csY2" fmla="*/ 728133 h 755986"/>
              <a:gd name="csX3" fmla="*/ 558800 w 728133"/>
              <a:gd name="csY3" fmla="*/ 673100 h 755986"/>
              <a:gd name="csX4" fmla="*/ 728133 w 728133"/>
              <a:gd name="csY4" fmla="*/ 0 h 755986"/>
              <a:gd name="csX0" fmla="*/ 0 w 728133"/>
              <a:gd name="csY0" fmla="*/ 21166 h 768686"/>
              <a:gd name="csX1" fmla="*/ 249767 w 728133"/>
              <a:gd name="csY1" fmla="*/ 541866 h 768686"/>
              <a:gd name="csX2" fmla="*/ 410634 w 728133"/>
              <a:gd name="csY2" fmla="*/ 740833 h 768686"/>
              <a:gd name="csX3" fmla="*/ 558800 w 728133"/>
              <a:gd name="csY3" fmla="*/ 685800 h 768686"/>
              <a:gd name="csX4" fmla="*/ 728133 w 728133"/>
              <a:gd name="csY4" fmla="*/ 0 h 768686"/>
            </a:gdLst>
            <a:ahLst/>
            <a:cxnLst>
              <a:cxn ang="0">
                <a:pos x="csX0" y="csY0"/>
              </a:cxn>
              <a:cxn ang="0">
                <a:pos x="csX1" y="csY1"/>
              </a:cxn>
              <a:cxn ang="0">
                <a:pos x="csX2" y="csY2"/>
              </a:cxn>
              <a:cxn ang="0">
                <a:pos x="csX3" y="csY3"/>
              </a:cxn>
              <a:cxn ang="0">
                <a:pos x="csX4" y="csY4"/>
              </a:cxn>
            </a:cxnLst>
            <a:rect l="l" t="t" r="r" b="b"/>
            <a:pathLst>
              <a:path w="728133" h="768686">
                <a:moveTo>
                  <a:pt x="0" y="21166"/>
                </a:moveTo>
                <a:cubicBezTo>
                  <a:pt x="90664" y="221544"/>
                  <a:pt x="181328" y="421922"/>
                  <a:pt x="249767" y="541866"/>
                </a:cubicBezTo>
                <a:cubicBezTo>
                  <a:pt x="318206" y="661810"/>
                  <a:pt x="359129" y="716844"/>
                  <a:pt x="410634" y="740833"/>
                </a:cubicBezTo>
                <a:cubicBezTo>
                  <a:pt x="462139" y="764822"/>
                  <a:pt x="503061" y="809272"/>
                  <a:pt x="558800" y="685800"/>
                </a:cubicBezTo>
                <a:cubicBezTo>
                  <a:pt x="614539" y="562328"/>
                  <a:pt x="696736" y="272697"/>
                  <a:pt x="728133" y="0"/>
                </a:cubicBezTo>
              </a:path>
            </a:pathLst>
          </a:custGeom>
          <a:noFill/>
          <a:ln w="635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4" name="Elipse 23">
            <a:extLst>
              <a:ext uri="{FF2B5EF4-FFF2-40B4-BE49-F238E27FC236}">
                <a16:creationId xmlns:a16="http://schemas.microsoft.com/office/drawing/2014/main" id="{176D8331-49DD-2F18-BB1A-83C95A2591B1}"/>
              </a:ext>
            </a:extLst>
          </p:cNvPr>
          <p:cNvSpPr/>
          <p:nvPr/>
        </p:nvSpPr>
        <p:spPr>
          <a:xfrm>
            <a:off x="5586247" y="4351220"/>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Elipse 24">
            <a:extLst>
              <a:ext uri="{FF2B5EF4-FFF2-40B4-BE49-F238E27FC236}">
                <a16:creationId xmlns:a16="http://schemas.microsoft.com/office/drawing/2014/main" id="{F55E0533-E73B-64A4-FB81-AA1BB2574581}"/>
              </a:ext>
            </a:extLst>
          </p:cNvPr>
          <p:cNvSpPr/>
          <p:nvPr/>
        </p:nvSpPr>
        <p:spPr>
          <a:xfrm>
            <a:off x="3713285" y="4753169"/>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Forma libre: forma 34">
            <a:extLst>
              <a:ext uri="{FF2B5EF4-FFF2-40B4-BE49-F238E27FC236}">
                <a16:creationId xmlns:a16="http://schemas.microsoft.com/office/drawing/2014/main" id="{D2F0B87D-F969-62EA-C586-A8DB439273CA}"/>
              </a:ext>
            </a:extLst>
          </p:cNvPr>
          <p:cNvSpPr/>
          <p:nvPr/>
        </p:nvSpPr>
        <p:spPr>
          <a:xfrm>
            <a:off x="7412227" y="2010714"/>
            <a:ext cx="4025900" cy="3568700"/>
          </a:xfrm>
          <a:custGeom>
            <a:avLst/>
            <a:gdLst>
              <a:gd name="csX0" fmla="*/ 990600 w 4025900"/>
              <a:gd name="csY0" fmla="*/ 609600 h 3568700"/>
              <a:gd name="csX1" fmla="*/ 2870200 w 4025900"/>
              <a:gd name="csY1" fmla="*/ 0 h 3568700"/>
              <a:gd name="csX2" fmla="*/ 4025900 w 4025900"/>
              <a:gd name="csY2" fmla="*/ 1524000 h 3568700"/>
              <a:gd name="csX3" fmla="*/ 3708400 w 4025900"/>
              <a:gd name="csY3" fmla="*/ 3149600 h 3568700"/>
              <a:gd name="csX4" fmla="*/ 1371600 w 4025900"/>
              <a:gd name="csY4" fmla="*/ 3568700 h 3568700"/>
              <a:gd name="csX5" fmla="*/ 127000 w 4025900"/>
              <a:gd name="csY5" fmla="*/ 2324100 h 3568700"/>
              <a:gd name="csX6" fmla="*/ 0 w 4025900"/>
              <a:gd name="csY6" fmla="*/ 2273300 h 3568700"/>
              <a:gd name="csX7" fmla="*/ 990600 w 4025900"/>
              <a:gd name="csY7" fmla="*/ 609600 h 3568700"/>
              <a:gd name="csX0" fmla="*/ 990600 w 4025900"/>
              <a:gd name="csY0" fmla="*/ 609600 h 3568700"/>
              <a:gd name="csX1" fmla="*/ 2870200 w 4025900"/>
              <a:gd name="csY1" fmla="*/ 0 h 3568700"/>
              <a:gd name="csX2" fmla="*/ 4025900 w 4025900"/>
              <a:gd name="csY2" fmla="*/ 1524000 h 3568700"/>
              <a:gd name="csX3" fmla="*/ 3708400 w 4025900"/>
              <a:gd name="csY3" fmla="*/ 3149600 h 3568700"/>
              <a:gd name="csX4" fmla="*/ 1371600 w 4025900"/>
              <a:gd name="csY4" fmla="*/ 3568700 h 3568700"/>
              <a:gd name="csX5" fmla="*/ 187960 w 4025900"/>
              <a:gd name="csY5" fmla="*/ 3136900 h 3568700"/>
              <a:gd name="csX6" fmla="*/ 0 w 4025900"/>
              <a:gd name="csY6" fmla="*/ 2273300 h 3568700"/>
              <a:gd name="csX7" fmla="*/ 990600 w 4025900"/>
              <a:gd name="csY7" fmla="*/ 609600 h 3568700"/>
              <a:gd name="csX0" fmla="*/ 990600 w 4025900"/>
              <a:gd name="csY0" fmla="*/ 609600 h 3568700"/>
              <a:gd name="csX1" fmla="*/ 2870200 w 4025900"/>
              <a:gd name="csY1" fmla="*/ 0 h 3568700"/>
              <a:gd name="csX2" fmla="*/ 4025900 w 4025900"/>
              <a:gd name="csY2" fmla="*/ 1524000 h 3568700"/>
              <a:gd name="csX3" fmla="*/ 3708400 w 4025900"/>
              <a:gd name="csY3" fmla="*/ 3149600 h 3568700"/>
              <a:gd name="csX4" fmla="*/ 1371600 w 4025900"/>
              <a:gd name="csY4" fmla="*/ 3568700 h 3568700"/>
              <a:gd name="csX5" fmla="*/ 1089660 w 4025900"/>
              <a:gd name="csY5" fmla="*/ 2260600 h 3568700"/>
              <a:gd name="csX6" fmla="*/ 0 w 4025900"/>
              <a:gd name="csY6" fmla="*/ 2273300 h 3568700"/>
              <a:gd name="csX7" fmla="*/ 990600 w 4025900"/>
              <a:gd name="csY7" fmla="*/ 609600 h 3568700"/>
              <a:gd name="csX0" fmla="*/ 990600 w 4025900"/>
              <a:gd name="csY0" fmla="*/ 609600 h 3568700"/>
              <a:gd name="csX1" fmla="*/ 2870200 w 4025900"/>
              <a:gd name="csY1" fmla="*/ 0 h 3568700"/>
              <a:gd name="csX2" fmla="*/ 4025900 w 4025900"/>
              <a:gd name="csY2" fmla="*/ 1524000 h 3568700"/>
              <a:gd name="csX3" fmla="*/ 2730500 w 4025900"/>
              <a:gd name="csY3" fmla="*/ 2451100 h 3568700"/>
              <a:gd name="csX4" fmla="*/ 1371600 w 4025900"/>
              <a:gd name="csY4" fmla="*/ 3568700 h 3568700"/>
              <a:gd name="csX5" fmla="*/ 1089660 w 4025900"/>
              <a:gd name="csY5" fmla="*/ 2260600 h 3568700"/>
              <a:gd name="csX6" fmla="*/ 0 w 4025900"/>
              <a:gd name="csY6" fmla="*/ 2273300 h 3568700"/>
              <a:gd name="csX7" fmla="*/ 990600 w 4025900"/>
              <a:gd name="csY7" fmla="*/ 609600 h 3568700"/>
              <a:gd name="csX0" fmla="*/ 990600 w 4025900"/>
              <a:gd name="csY0" fmla="*/ 609600 h 3568700"/>
              <a:gd name="csX1" fmla="*/ 2870200 w 4025900"/>
              <a:gd name="csY1" fmla="*/ 0 h 3568700"/>
              <a:gd name="csX2" fmla="*/ 4025900 w 4025900"/>
              <a:gd name="csY2" fmla="*/ 1524000 h 3568700"/>
              <a:gd name="csX3" fmla="*/ 2425700 w 4025900"/>
              <a:gd name="csY3" fmla="*/ 1270000 h 3568700"/>
              <a:gd name="csX4" fmla="*/ 1371600 w 4025900"/>
              <a:gd name="csY4" fmla="*/ 3568700 h 3568700"/>
              <a:gd name="csX5" fmla="*/ 1089660 w 4025900"/>
              <a:gd name="csY5" fmla="*/ 2260600 h 3568700"/>
              <a:gd name="csX6" fmla="*/ 0 w 4025900"/>
              <a:gd name="csY6" fmla="*/ 2273300 h 3568700"/>
              <a:gd name="csX7" fmla="*/ 990600 w 4025900"/>
              <a:gd name="csY7" fmla="*/ 609600 h 35687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025900" h="3568700">
                <a:moveTo>
                  <a:pt x="990600" y="609600"/>
                </a:moveTo>
                <a:lnTo>
                  <a:pt x="2870200" y="0"/>
                </a:lnTo>
                <a:lnTo>
                  <a:pt x="4025900" y="1524000"/>
                </a:lnTo>
                <a:lnTo>
                  <a:pt x="2425700" y="1270000"/>
                </a:lnTo>
                <a:lnTo>
                  <a:pt x="1371600" y="3568700"/>
                </a:lnTo>
                <a:lnTo>
                  <a:pt x="1089660" y="2260600"/>
                </a:lnTo>
                <a:lnTo>
                  <a:pt x="0" y="2273300"/>
                </a:lnTo>
                <a:lnTo>
                  <a:pt x="990600" y="609600"/>
                </a:lnTo>
                <a:close/>
              </a:path>
            </a:pathLst>
          </a:custGeom>
          <a:solidFill>
            <a:srgbClr val="0070C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6" name="Conector recto 35">
            <a:extLst>
              <a:ext uri="{FF2B5EF4-FFF2-40B4-BE49-F238E27FC236}">
                <a16:creationId xmlns:a16="http://schemas.microsoft.com/office/drawing/2014/main" id="{05DF6C03-F9E0-9CFC-8FBE-5ED8B2CEC322}"/>
              </a:ext>
            </a:extLst>
          </p:cNvPr>
          <p:cNvCxnSpPr>
            <a:cxnSpLocks/>
            <a:stCxn id="38" idx="7"/>
            <a:endCxn id="37" idx="3"/>
          </p:cNvCxnSpPr>
          <p:nvPr/>
        </p:nvCxnSpPr>
        <p:spPr>
          <a:xfrm flipV="1">
            <a:off x="9011738" y="3247049"/>
            <a:ext cx="1696851" cy="1242417"/>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1AFEB950-E3F0-E151-3893-0C67FCC7C3A2}"/>
              </a:ext>
            </a:extLst>
          </p:cNvPr>
          <p:cNvSpPr/>
          <p:nvPr/>
        </p:nvSpPr>
        <p:spPr>
          <a:xfrm>
            <a:off x="10671684" y="3031954"/>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Elipse 37">
            <a:extLst>
              <a:ext uri="{FF2B5EF4-FFF2-40B4-BE49-F238E27FC236}">
                <a16:creationId xmlns:a16="http://schemas.microsoft.com/office/drawing/2014/main" id="{79937F63-3B72-7889-95D6-6756735A6E92}"/>
              </a:ext>
            </a:extLst>
          </p:cNvPr>
          <p:cNvSpPr/>
          <p:nvPr/>
        </p:nvSpPr>
        <p:spPr>
          <a:xfrm>
            <a:off x="8796643" y="4452561"/>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Marcador de número de diapositiva 5">
            <a:extLst>
              <a:ext uri="{FF2B5EF4-FFF2-40B4-BE49-F238E27FC236}">
                <a16:creationId xmlns:a16="http://schemas.microsoft.com/office/drawing/2014/main" id="{48FC5BE1-F62A-00B2-FE7C-A979EEA305B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35</a:t>
            </a:fld>
            <a:endParaRPr lang="en-US" noProof="0" dirty="0"/>
          </a:p>
        </p:txBody>
      </p:sp>
    </p:spTree>
    <p:extLst>
      <p:ext uri="{BB962C8B-B14F-4D97-AF65-F5344CB8AC3E}">
        <p14:creationId xmlns:p14="http://schemas.microsoft.com/office/powerpoint/2010/main" val="16954326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84389-8F39-E5E2-629B-B4D57A465200}"/>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47A664B-F284-2D85-45D0-2FB1B3B49C62}"/>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Convexity</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73EEF2B-686F-D709-6DE7-853D73E099C3}"/>
              </a:ext>
            </a:extLst>
          </p:cNvPr>
          <p:cNvSpPr/>
          <p:nvPr/>
        </p:nvSpPr>
        <p:spPr>
          <a:xfrm>
            <a:off x="420625" y="941380"/>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Marcador de contenido 2">
            <a:extLst>
              <a:ext uri="{FF2B5EF4-FFF2-40B4-BE49-F238E27FC236}">
                <a16:creationId xmlns:a16="http://schemas.microsoft.com/office/drawing/2014/main" id="{B69C0DB7-5B5F-9B35-C314-FD02575E8B3E}"/>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Convex set and convex function</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https://www.youtube.com/watch?v=a_gRfwHUlhQ</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Convexity and the principle of duality</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https://www.youtube.com/watch?v=d0CF3d5aEGc</a:t>
            </a:r>
            <a:endParaRPr lang="en-US" sz="3600" noProof="0" dirty="0">
              <a:solidFill>
                <a:srgbClr val="0070C0"/>
              </a:solidFill>
              <a:latin typeface="Gill Sans Nova" panose="020B0602020104020203" pitchFamily="34" charset="0"/>
            </a:endParaRPr>
          </a:p>
        </p:txBody>
      </p:sp>
      <p:sp>
        <p:nvSpPr>
          <p:cNvPr id="2" name="Marcador de número de diapositiva 5">
            <a:extLst>
              <a:ext uri="{FF2B5EF4-FFF2-40B4-BE49-F238E27FC236}">
                <a16:creationId xmlns:a16="http://schemas.microsoft.com/office/drawing/2014/main" id="{DED8725D-44A8-C193-759D-4E309223182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36</a:t>
            </a:fld>
            <a:endParaRPr lang="en-US" noProof="0" dirty="0"/>
          </a:p>
        </p:txBody>
      </p:sp>
    </p:spTree>
    <p:extLst>
      <p:ext uri="{BB962C8B-B14F-4D97-AF65-F5344CB8AC3E}">
        <p14:creationId xmlns:p14="http://schemas.microsoft.com/office/powerpoint/2010/main" val="2844847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5D1A6-EC21-0A3E-FA84-98AA6A16E43F}"/>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B98F5E5B-EA61-EF41-9355-3EF1392B2D1A}"/>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Convexity</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5F85916-F7D2-F708-97C1-36BCD9CEEC99}"/>
              </a:ext>
            </a:extLst>
          </p:cNvPr>
          <p:cNvSpPr/>
          <p:nvPr/>
        </p:nvSpPr>
        <p:spPr>
          <a:xfrm>
            <a:off x="420625" y="941380"/>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53B1E358-F8D7-1EAD-20AF-EB1D7AE151BD}"/>
                  </a:ext>
                </a:extLst>
              </p:cNvPr>
              <p:cNvSpPr>
                <a:spLocks noGrp="1"/>
              </p:cNvSpPr>
              <p:nvPr>
                <p:ph idx="1"/>
              </p:nvPr>
            </p:nvSpPr>
            <p:spPr>
              <a:xfrm>
                <a:off x="629412" y="1491916"/>
                <a:ext cx="10933176" cy="4819983"/>
              </a:xfrm>
            </p:spPr>
            <p:txBody>
              <a:bodyPr>
                <a:noAutofit/>
              </a:bodyPr>
              <a:lstStyle/>
              <a:p>
                <a:pPr marL="0" indent="0" algn="ctr">
                  <a:buClr>
                    <a:srgbClr val="0070C0"/>
                  </a:buClr>
                  <a:buSzPct val="100000"/>
                  <a:buNone/>
                </a:pPr>
                <a:r>
                  <a:rPr lang="en-US" sz="4000" noProof="0" dirty="0">
                    <a:latin typeface="Gill Sans Nova" panose="020B0602020104020203" pitchFamily="34" charset="0"/>
                  </a:rPr>
                  <a:t>LP </a:t>
                </a:r>
                <a14:m>
                  <m:oMath xmlns:m="http://schemas.openxmlformats.org/officeDocument/2006/math">
                    <m:r>
                      <a:rPr lang="es-ES" sz="4000" i="1">
                        <a:solidFill>
                          <a:srgbClr val="0070C0"/>
                        </a:solidFill>
                        <a:latin typeface="Cambria Math" panose="02040503050406030204" pitchFamily="18" charset="0"/>
                      </a:rPr>
                      <m:t>→</m:t>
                    </m:r>
                  </m:oMath>
                </a14:m>
                <a:r>
                  <a:rPr lang="en-US" sz="4000" noProof="0" dirty="0">
                    <a:latin typeface="Gill Sans Nova" panose="020B0602020104020203" pitchFamily="34" charset="0"/>
                  </a:rPr>
                  <a:t> </a:t>
                </a:r>
                <a:r>
                  <a:rPr lang="en-US" sz="4000" dirty="0">
                    <a:latin typeface="Gill Sans Nova" panose="020B0602020104020203" pitchFamily="34" charset="0"/>
                  </a:rPr>
                  <a:t>Convex</a:t>
                </a:r>
              </a:p>
              <a:p>
                <a:pPr marL="0" indent="0" algn="ctr">
                  <a:buClr>
                    <a:srgbClr val="0070C0"/>
                  </a:buClr>
                  <a:buSzPct val="100000"/>
                  <a:buNone/>
                </a:pPr>
                <a:endParaRPr lang="en-US" sz="4000" noProof="0" dirty="0">
                  <a:latin typeface="Gill Sans Nova" panose="020B0602020104020203" pitchFamily="34" charset="0"/>
                </a:endParaRPr>
              </a:p>
              <a:p>
                <a:pPr marL="0" indent="0" algn="ctr">
                  <a:buClr>
                    <a:srgbClr val="0070C0"/>
                  </a:buClr>
                  <a:buSzPct val="100000"/>
                  <a:buNone/>
                </a:pPr>
                <a:r>
                  <a:rPr lang="en-US" sz="4000" dirty="0">
                    <a:latin typeface="Gill Sans Nova" panose="020B0602020104020203" pitchFamily="34" charset="0"/>
                  </a:rPr>
                  <a:t>MILP </a:t>
                </a:r>
                <a14:m>
                  <m:oMath xmlns:m="http://schemas.openxmlformats.org/officeDocument/2006/math">
                    <m:r>
                      <a:rPr lang="es-ES" sz="4000" i="1">
                        <a:solidFill>
                          <a:srgbClr val="0070C0"/>
                        </a:solidFill>
                        <a:latin typeface="Cambria Math" panose="02040503050406030204" pitchFamily="18" charset="0"/>
                      </a:rPr>
                      <m:t>→</m:t>
                    </m:r>
                  </m:oMath>
                </a14:m>
                <a:r>
                  <a:rPr lang="en-US" sz="4000" dirty="0">
                    <a:latin typeface="Gill Sans Nova" panose="020B0602020104020203" pitchFamily="34" charset="0"/>
                  </a:rPr>
                  <a:t> Nonconvex</a:t>
                </a:r>
              </a:p>
              <a:p>
                <a:pPr marL="0" indent="0" algn="ctr">
                  <a:buClr>
                    <a:srgbClr val="0070C0"/>
                  </a:buClr>
                  <a:buSzPct val="100000"/>
                  <a:buNone/>
                </a:pPr>
                <a:endParaRPr lang="en-US" sz="4000" noProof="0" dirty="0">
                  <a:latin typeface="Gill Sans Nova" panose="020B0602020104020203" pitchFamily="34" charset="0"/>
                </a:endParaRPr>
              </a:p>
              <a:p>
                <a:pPr marL="0" indent="0" algn="ctr">
                  <a:buClr>
                    <a:srgbClr val="0070C0"/>
                  </a:buClr>
                  <a:buSzPct val="100000"/>
                  <a:buNone/>
                </a:pPr>
                <a:r>
                  <a:rPr lang="en-US" sz="4000" dirty="0">
                    <a:latin typeface="Gill Sans Nova" panose="020B0602020104020203" pitchFamily="34" charset="0"/>
                  </a:rPr>
                  <a:t>NLP </a:t>
                </a:r>
                <a14:m>
                  <m:oMath xmlns:m="http://schemas.openxmlformats.org/officeDocument/2006/math">
                    <m:r>
                      <a:rPr lang="es-ES" sz="4000" i="1">
                        <a:solidFill>
                          <a:srgbClr val="0070C0"/>
                        </a:solidFill>
                        <a:latin typeface="Cambria Math" panose="02040503050406030204" pitchFamily="18" charset="0"/>
                      </a:rPr>
                      <m:t>→</m:t>
                    </m:r>
                  </m:oMath>
                </a14:m>
                <a:r>
                  <a:rPr lang="en-US" sz="4000" dirty="0">
                    <a:latin typeface="Gill Sans Nova" panose="020B0602020104020203" pitchFamily="34" charset="0"/>
                  </a:rPr>
                  <a:t> Convex or Nonconvex</a:t>
                </a:r>
              </a:p>
              <a:p>
                <a:pPr marL="0" indent="0" algn="ctr">
                  <a:buClr>
                    <a:srgbClr val="0070C0"/>
                  </a:buClr>
                  <a:buSzPct val="100000"/>
                  <a:buNone/>
                </a:pPr>
                <a:endParaRPr lang="en-US" sz="4000" dirty="0">
                  <a:latin typeface="Gill Sans Nova" panose="020B0602020104020203" pitchFamily="34" charset="0"/>
                </a:endParaRPr>
              </a:p>
              <a:p>
                <a:pPr marL="0" indent="0" algn="ctr">
                  <a:buClr>
                    <a:srgbClr val="0070C0"/>
                  </a:buClr>
                  <a:buSzPct val="100000"/>
                  <a:buNone/>
                </a:pPr>
                <a:r>
                  <a:rPr lang="en-US" sz="4000" dirty="0">
                    <a:latin typeface="Gill Sans Nova" panose="020B0602020104020203" pitchFamily="34" charset="0"/>
                  </a:rPr>
                  <a:t>MINLP </a:t>
                </a:r>
                <a14:m>
                  <m:oMath xmlns:m="http://schemas.openxmlformats.org/officeDocument/2006/math">
                    <m:r>
                      <a:rPr lang="es-ES" sz="4000" i="1">
                        <a:solidFill>
                          <a:srgbClr val="0070C0"/>
                        </a:solidFill>
                        <a:latin typeface="Cambria Math" panose="02040503050406030204" pitchFamily="18" charset="0"/>
                      </a:rPr>
                      <m:t>→</m:t>
                    </m:r>
                  </m:oMath>
                </a14:m>
                <a:r>
                  <a:rPr lang="en-US" sz="4000" dirty="0">
                    <a:latin typeface="Gill Sans Nova" panose="020B0602020104020203" pitchFamily="34" charset="0"/>
                  </a:rPr>
                  <a:t> Nonconvex</a:t>
                </a:r>
              </a:p>
            </p:txBody>
          </p:sp>
        </mc:Choice>
        <mc:Fallback xmlns="">
          <p:sp>
            <p:nvSpPr>
              <p:cNvPr id="5" name="Marcador de contenido 2">
                <a:extLst>
                  <a:ext uri="{FF2B5EF4-FFF2-40B4-BE49-F238E27FC236}">
                    <a16:creationId xmlns:a16="http://schemas.microsoft.com/office/drawing/2014/main" id="{53B1E358-F8D7-1EAD-20AF-EB1D7AE151BD}"/>
                  </a:ext>
                </a:extLst>
              </p:cNvPr>
              <p:cNvSpPr>
                <a:spLocks noGrp="1" noRot="1" noChangeAspect="1" noMove="1" noResize="1" noEditPoints="1" noAdjustHandles="1" noChangeArrowheads="1" noChangeShapeType="1" noTextEdit="1"/>
              </p:cNvSpPr>
              <p:nvPr>
                <p:ph idx="1"/>
              </p:nvPr>
            </p:nvSpPr>
            <p:spPr>
              <a:xfrm>
                <a:off x="629412" y="1491916"/>
                <a:ext cx="10933176" cy="4819983"/>
              </a:xfrm>
              <a:blipFill>
                <a:blip r:embed="rId3"/>
                <a:stretch>
                  <a:fillRect t="-3418" b="-30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A417534A-E986-B90B-AB84-CA48753C91E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37</a:t>
            </a:fld>
            <a:endParaRPr lang="en-US" noProof="0" dirty="0"/>
          </a:p>
        </p:txBody>
      </p:sp>
    </p:spTree>
    <p:extLst>
      <p:ext uri="{BB962C8B-B14F-4D97-AF65-F5344CB8AC3E}">
        <p14:creationId xmlns:p14="http://schemas.microsoft.com/office/powerpoint/2010/main" val="38587208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FFDC3-5D64-02B6-6968-307D57D44FA7}"/>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1F0321A6-2DFC-AB9D-B4AA-ED3F42922418}"/>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Convexity</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9F69D376-5B7D-1C59-9D28-9BCFD893CA36}"/>
              </a:ext>
            </a:extLst>
          </p:cNvPr>
          <p:cNvSpPr/>
          <p:nvPr/>
        </p:nvSpPr>
        <p:spPr>
          <a:xfrm>
            <a:off x="420625" y="941380"/>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F546D6B2-11DC-AD50-6AFA-57DF32B4D440}"/>
                  </a:ext>
                </a:extLst>
              </p:cNvPr>
              <p:cNvSpPr>
                <a:spLocks noGrp="1"/>
              </p:cNvSpPr>
              <p:nvPr>
                <p:ph idx="1"/>
              </p:nvPr>
            </p:nvSpPr>
            <p:spPr>
              <a:xfrm>
                <a:off x="629412" y="1735809"/>
                <a:ext cx="10933176" cy="4576090"/>
              </a:xfrm>
            </p:spPr>
            <p:txBody>
              <a:bodyPr>
                <a:noAutofit/>
              </a:bodyPr>
              <a:lstStyle/>
              <a:p>
                <a:pPr marL="0" indent="0" algn="ctr">
                  <a:buClr>
                    <a:srgbClr val="0070C0"/>
                  </a:buClr>
                  <a:buSzPct val="100000"/>
                  <a:buNone/>
                </a:pPr>
                <a:r>
                  <a:rPr lang="en-US" sz="4000" noProof="0" dirty="0">
                    <a:latin typeface="Gill Sans Nova" panose="020B0602020104020203" pitchFamily="34" charset="0"/>
                  </a:rPr>
                  <a:t>Integer variables </a:t>
                </a:r>
                <a14:m>
                  <m:oMath xmlns:m="http://schemas.openxmlformats.org/officeDocument/2006/math">
                    <m:r>
                      <a:rPr lang="es-ES" sz="4000" i="1">
                        <a:solidFill>
                          <a:srgbClr val="0070C0"/>
                        </a:solidFill>
                        <a:latin typeface="Cambria Math" panose="02040503050406030204" pitchFamily="18" charset="0"/>
                      </a:rPr>
                      <m:t>→</m:t>
                    </m:r>
                  </m:oMath>
                </a14:m>
                <a:r>
                  <a:rPr lang="en-US" sz="4000" noProof="0" dirty="0">
                    <a:latin typeface="Gill Sans Nova" panose="020B0602020104020203" pitchFamily="34" charset="0"/>
                  </a:rPr>
                  <a:t> </a:t>
                </a:r>
                <a:r>
                  <a:rPr lang="en-US" sz="4000" dirty="0">
                    <a:latin typeface="Gill Sans Nova" panose="020B0602020104020203" pitchFamily="34" charset="0"/>
                  </a:rPr>
                  <a:t>Nonconvex</a:t>
                </a:r>
                <a:endParaRPr lang="en-US" sz="3600" dirty="0">
                  <a:latin typeface="Gill Sans Nova" panose="020B0602020104020203" pitchFamily="34" charset="0"/>
                </a:endParaRPr>
              </a:p>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6000" b="1" dirty="0">
                    <a:solidFill>
                      <a:srgbClr val="FF0000"/>
                    </a:solidFill>
                    <a:latin typeface="Gill Sans Nova" panose="020B0602020104020203" pitchFamily="34" charset="0"/>
                  </a:rPr>
                  <a:t>BE CAREFULL </a:t>
                </a:r>
              </a:p>
              <a:p>
                <a:pPr marL="0" indent="0" algn="ctr">
                  <a:buClr>
                    <a:srgbClr val="0070C0"/>
                  </a:buClr>
                  <a:buSzPct val="100000"/>
                  <a:buNone/>
                </a:pPr>
                <a:r>
                  <a:rPr lang="en-US" sz="6000" b="1" dirty="0">
                    <a:solidFill>
                      <a:srgbClr val="FF0000"/>
                    </a:solidFill>
                    <a:latin typeface="Gill Sans Nova" panose="020B0602020104020203" pitchFamily="34" charset="0"/>
                  </a:rPr>
                  <a:t>INCLUDING</a:t>
                </a:r>
              </a:p>
              <a:p>
                <a:pPr marL="0" indent="0" algn="ctr">
                  <a:buClr>
                    <a:srgbClr val="0070C0"/>
                  </a:buClr>
                  <a:buSzPct val="100000"/>
                  <a:buNone/>
                </a:pPr>
                <a:r>
                  <a:rPr lang="en-US" sz="6000" b="1" dirty="0">
                    <a:solidFill>
                      <a:srgbClr val="FF0000"/>
                    </a:solidFill>
                    <a:latin typeface="Gill Sans Nova" panose="020B0602020104020203" pitchFamily="34" charset="0"/>
                  </a:rPr>
                  <a:t>INTEGER VARIABLES </a:t>
                </a:r>
              </a:p>
            </p:txBody>
          </p:sp>
        </mc:Choice>
        <mc:Fallback xmlns="">
          <p:sp>
            <p:nvSpPr>
              <p:cNvPr id="5" name="Marcador de contenido 2">
                <a:extLst>
                  <a:ext uri="{FF2B5EF4-FFF2-40B4-BE49-F238E27FC236}">
                    <a16:creationId xmlns:a16="http://schemas.microsoft.com/office/drawing/2014/main" id="{F546D6B2-11DC-AD50-6AFA-57DF32B4D440}"/>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t="-3600"/>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18EC4AFF-99B4-E881-A948-9D10E61233D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38</a:t>
            </a:fld>
            <a:endParaRPr lang="en-US" noProof="0" dirty="0"/>
          </a:p>
        </p:txBody>
      </p:sp>
    </p:spTree>
    <p:extLst>
      <p:ext uri="{BB962C8B-B14F-4D97-AF65-F5344CB8AC3E}">
        <p14:creationId xmlns:p14="http://schemas.microsoft.com/office/powerpoint/2010/main" val="3355303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AF90-0341-21E6-3CDF-C557100058E4}"/>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829A6A49-4D6A-F03B-0FAD-337FC5F2FDB7}"/>
              </a:ext>
            </a:extLst>
          </p:cNvPr>
          <p:cNvSpPr>
            <a:spLocks noGrp="1"/>
          </p:cNvSpPr>
          <p:nvPr>
            <p:ph type="title"/>
          </p:nvPr>
        </p:nvSpPr>
        <p:spPr>
          <a:xfrm>
            <a:off x="420625" y="254955"/>
            <a:ext cx="6576076" cy="686433"/>
          </a:xfrm>
        </p:spPr>
        <p:txBody>
          <a:bodyPr>
            <a:noAutofit/>
          </a:bodyPr>
          <a:lstStyle/>
          <a:p>
            <a:r>
              <a:rPr lang="en-US" sz="4800" noProof="0" dirty="0">
                <a:latin typeface="Gill Sans Nova" panose="020B0602020104020203" pitchFamily="34" charset="0"/>
              </a:rPr>
              <a:t>High computational times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0D4D344-4E7C-113A-62EA-456B39CA4D97}"/>
              </a:ext>
            </a:extLst>
          </p:cNvPr>
          <p:cNvSpPr/>
          <p:nvPr/>
        </p:nvSpPr>
        <p:spPr>
          <a:xfrm>
            <a:off x="420625" y="941378"/>
            <a:ext cx="6576076"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Marcador de contenido 2">
            <a:extLst>
              <a:ext uri="{FF2B5EF4-FFF2-40B4-BE49-F238E27FC236}">
                <a16:creationId xmlns:a16="http://schemas.microsoft.com/office/drawing/2014/main" id="{E108C99F-A729-46A8-D217-2CBBC2A1A79D}"/>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Sometimes the optimization problems cannot be directly solved due to the high computational burden.</a:t>
            </a:r>
          </a:p>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We can:</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Use approximation techniques (</a:t>
            </a:r>
            <a:r>
              <a:rPr lang="en-US" sz="3600" dirty="0">
                <a:solidFill>
                  <a:srgbClr val="0070C0"/>
                </a:solidFill>
                <a:latin typeface="Gill Sans Nova" panose="020B0602020104020203" pitchFamily="34" charset="0"/>
              </a:rPr>
              <a:t>lecture 3</a:t>
            </a:r>
            <a:r>
              <a:rPr lang="en-US" sz="3600" dirty="0">
                <a:latin typeface="Gill Sans Nova" panose="020B0602020104020203" pitchFamily="34" charset="0"/>
              </a:rPr>
              <a:t>).</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Use decomposition techniques (</a:t>
            </a:r>
            <a:r>
              <a:rPr lang="en-US" sz="3600" dirty="0">
                <a:solidFill>
                  <a:srgbClr val="0070C0"/>
                </a:solidFill>
                <a:latin typeface="Gill Sans Nova" panose="020B0602020104020203" pitchFamily="34" charset="0"/>
              </a:rPr>
              <a:t>lecture 4</a:t>
            </a:r>
            <a:r>
              <a:rPr lang="en-US" sz="3600" dirty="0">
                <a:latin typeface="Gill Sans Nova" panose="020B0602020104020203" pitchFamily="34" charset="0"/>
              </a:rPr>
              <a:t>).</a:t>
            </a:r>
          </a:p>
        </p:txBody>
      </p:sp>
      <p:sp>
        <p:nvSpPr>
          <p:cNvPr id="2" name="Marcador de número de diapositiva 5">
            <a:extLst>
              <a:ext uri="{FF2B5EF4-FFF2-40B4-BE49-F238E27FC236}">
                <a16:creationId xmlns:a16="http://schemas.microsoft.com/office/drawing/2014/main" id="{E116D5DC-018F-07F5-A6B8-07BB70066C55}"/>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39</a:t>
            </a:fld>
            <a:endParaRPr lang="en-US" noProof="0" dirty="0"/>
          </a:p>
        </p:txBody>
      </p:sp>
    </p:spTree>
    <p:extLst>
      <p:ext uri="{BB962C8B-B14F-4D97-AF65-F5344CB8AC3E}">
        <p14:creationId xmlns:p14="http://schemas.microsoft.com/office/powerpoint/2010/main" val="29937794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E8ECA-B70B-1500-A473-6D82FA481D2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9FB822-73E9-335F-544B-E5420819CB0D}"/>
              </a:ext>
            </a:extLst>
          </p:cNvPr>
          <p:cNvSpPr>
            <a:spLocks noGrp="1"/>
          </p:cNvSpPr>
          <p:nvPr>
            <p:ph type="title"/>
          </p:nvPr>
        </p:nvSpPr>
        <p:spPr>
          <a:xfrm>
            <a:off x="2531157" y="1446457"/>
            <a:ext cx="7129686" cy="3965086"/>
          </a:xfrm>
        </p:spPr>
        <p:txBody>
          <a:bodyPr>
            <a:noAutofit/>
          </a:bodyPr>
          <a:lstStyle/>
          <a:p>
            <a:pPr algn="ctr"/>
            <a:r>
              <a:rPr lang="en-US" sz="8800" dirty="0">
                <a:latin typeface="Gill Sans Nova" panose="020B0602020104020203" pitchFamily="34" charset="0"/>
              </a:rPr>
              <a:t>3. Linear Programming (LP)</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8862FF3D-95BD-D6F7-0D33-EA562FB2198D}"/>
              </a:ext>
            </a:extLst>
          </p:cNvPr>
          <p:cNvSpPr>
            <a:spLocks noGrp="1"/>
          </p:cNvSpPr>
          <p:nvPr>
            <p:ph type="sldNum" sz="quarter" idx="12"/>
          </p:nvPr>
        </p:nvSpPr>
        <p:spPr/>
        <p:txBody>
          <a:bodyPr/>
          <a:lstStyle/>
          <a:p>
            <a:fld id="{5A84F577-29EB-44E5-8782-4BD1CF8B9235}" type="slidenum">
              <a:rPr lang="en-US" noProof="0" smtClean="0"/>
              <a:t>40</a:t>
            </a:fld>
            <a:endParaRPr lang="en-US" noProof="0" dirty="0"/>
          </a:p>
        </p:txBody>
      </p:sp>
    </p:spTree>
    <p:extLst>
      <p:ext uri="{BB962C8B-B14F-4D97-AF65-F5344CB8AC3E}">
        <p14:creationId xmlns:p14="http://schemas.microsoft.com/office/powerpoint/2010/main" val="40332419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CA8B3-3990-4F00-70A1-7B0622384B9D}"/>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F8074BAE-D3A5-5D6F-F9A2-F2972828B76B}"/>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4F631FD-5294-0C5B-A220-B00F58FC7A9C}"/>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A83E5E9-8520-BB05-357F-E0DB9F9A8E5A}"/>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A83E5E9-8520-BB05-357F-E0DB9F9A8E5A}"/>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5D2154A-E6DC-0B9E-A80E-69F163283F3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41</a:t>
            </a:fld>
            <a:endParaRPr lang="en-US" noProof="0" dirty="0"/>
          </a:p>
        </p:txBody>
      </p:sp>
    </p:spTree>
    <p:extLst>
      <p:ext uri="{BB962C8B-B14F-4D97-AF65-F5344CB8AC3E}">
        <p14:creationId xmlns:p14="http://schemas.microsoft.com/office/powerpoint/2010/main" val="276285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B9F32-809D-1DF4-2222-9C23D064C9C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224ACEE7-65D0-74E0-9E3C-431B492F44D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CE80D2F-1486-9AFA-41AB-8ACAFA3EBF34}"/>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6957CCE-D8F9-EF70-F4DD-A28896CBAE4D}"/>
                  </a:ext>
                </a:extLst>
              </p:cNvPr>
              <p:cNvSpPr>
                <a:spLocks noGrp="1"/>
              </p:cNvSpPr>
              <p:nvPr>
                <p:ph idx="1"/>
              </p:nvPr>
            </p:nvSpPr>
            <p:spPr>
              <a:xfrm>
                <a:off x="629412" y="1522914"/>
                <a:ext cx="4148071"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1" i="1" noProof="0" smtClean="0">
                              <a:solidFill>
                                <a:srgbClr val="0070C0"/>
                              </a:solidFill>
                              <a:latin typeface="Cambria Math" panose="02040503050406030204" pitchFamily="18" charset="0"/>
                            </a:rPr>
                          </m:ctrlPr>
                        </m:funcPr>
                        <m:fName>
                          <m:limLow>
                            <m:limLowPr>
                              <m:ctrlPr>
                                <a:rPr lang="es-ES" sz="3600" b="1" i="1" noProof="0" smtClean="0">
                                  <a:solidFill>
                                    <a:srgbClr val="0070C0"/>
                                  </a:solidFill>
                                  <a:latin typeface="Cambria Math" panose="02040503050406030204" pitchFamily="18" charset="0"/>
                                </a:rPr>
                              </m:ctrlPr>
                            </m:limLowPr>
                            <m:e>
                              <m:r>
                                <a:rPr lang="es-ES" sz="3600" b="1" i="1" noProof="0" smtClean="0">
                                  <a:solidFill>
                                    <a:srgbClr val="0070C0"/>
                                  </a:solidFill>
                                  <a:latin typeface="Cambria Math" panose="02040503050406030204" pitchFamily="18" charset="0"/>
                                </a:rPr>
                                <m:t>𝒎𝒂𝒙</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1" i="1" noProof="0" smtClean="0">
                          <a:solidFill>
                            <a:srgbClr val="0070C0"/>
                          </a:solidFill>
                          <a:latin typeface="Cambria Math" panose="02040503050406030204" pitchFamily="18" charset="0"/>
                        </a:rPr>
                        <m:t>𝒛</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𝟐</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 + </m:t>
                      </m:r>
                      <m:r>
                        <a:rPr lang="es-ES" sz="3600" b="1" i="1" noProof="0" smtClean="0">
                          <a:solidFill>
                            <a:srgbClr val="0070C0"/>
                          </a:solidFill>
                          <a:latin typeface="Cambria Math" panose="02040503050406030204" pitchFamily="18" charset="0"/>
                        </a:rPr>
                        <m:t>𝒚</m:t>
                      </m:r>
                    </m:oMath>
                  </m:oMathPara>
                </a14:m>
                <a:endParaRPr lang="en-US" sz="3600" b="1" noProof="0" dirty="0">
                  <a:solidFill>
                    <a:srgbClr val="0070C0"/>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B6957CCE-D8F9-EF70-F4DD-A28896CBAE4D}"/>
                  </a:ext>
                </a:extLst>
              </p:cNvPr>
              <p:cNvSpPr>
                <a:spLocks noGrp="1" noRot="1" noChangeAspect="1" noMove="1" noResize="1" noEditPoints="1" noAdjustHandles="1" noChangeArrowheads="1" noChangeShapeType="1" noTextEdit="1"/>
              </p:cNvSpPr>
              <p:nvPr>
                <p:ph idx="1"/>
              </p:nvPr>
            </p:nvSpPr>
            <p:spPr>
              <a:xfrm>
                <a:off x="629412" y="1522914"/>
                <a:ext cx="4148071" cy="4788985"/>
              </a:xfrm>
              <a:blipFill>
                <a:blip r:embed="rId3"/>
                <a:stretch>
                  <a:fillRect l="-4405"/>
                </a:stretch>
              </a:blipFill>
            </p:spPr>
            <p:txBody>
              <a:bodyPr/>
              <a:lstStyle/>
              <a:p>
                <a:r>
                  <a:rPr lang="es-ES">
                    <a:noFill/>
                  </a:rPr>
                  <a:t> </a:t>
                </a:r>
              </a:p>
            </p:txBody>
          </p:sp>
        </mc:Fallback>
      </mc:AlternateContent>
      <p:sp>
        <p:nvSpPr>
          <p:cNvPr id="34" name="CuadroTexto 33">
            <a:extLst>
              <a:ext uri="{FF2B5EF4-FFF2-40B4-BE49-F238E27FC236}">
                <a16:creationId xmlns:a16="http://schemas.microsoft.com/office/drawing/2014/main" id="{3545779F-24AC-B28E-B3A7-1D0692FFC46E}"/>
              </a:ext>
            </a:extLst>
          </p:cNvPr>
          <p:cNvSpPr txBox="1"/>
          <p:nvPr/>
        </p:nvSpPr>
        <p:spPr>
          <a:xfrm>
            <a:off x="5868027" y="1522914"/>
            <a:ext cx="3792629" cy="646331"/>
          </a:xfrm>
          <a:prstGeom prst="rect">
            <a:avLst/>
          </a:prstGeom>
          <a:noFill/>
        </p:spPr>
        <p:txBody>
          <a:bodyPr wrap="square">
            <a:spAutoFit/>
          </a:bodyPr>
          <a:lstStyle/>
          <a:p>
            <a:r>
              <a:rPr lang="en-US" sz="3600" dirty="0">
                <a:latin typeface="Gill Sans Nova" panose="020B0602020104020203" pitchFamily="34" charset="0"/>
              </a:rPr>
              <a:t>Objective function</a:t>
            </a:r>
            <a:endParaRPr lang="es-ES" dirty="0"/>
          </a:p>
        </p:txBody>
      </p:sp>
      <p:cxnSp>
        <p:nvCxnSpPr>
          <p:cNvPr id="2" name="Conector recto de flecha 1">
            <a:extLst>
              <a:ext uri="{FF2B5EF4-FFF2-40B4-BE49-F238E27FC236}">
                <a16:creationId xmlns:a16="http://schemas.microsoft.com/office/drawing/2014/main" id="{B376E53D-052C-622C-F5B6-F8D1A886F46F}"/>
              </a:ext>
            </a:extLst>
          </p:cNvPr>
          <p:cNvCxnSpPr>
            <a:cxnSpLocks/>
          </p:cNvCxnSpPr>
          <p:nvPr/>
        </p:nvCxnSpPr>
        <p:spPr>
          <a:xfrm flipH="1">
            <a:off x="4866206" y="1827852"/>
            <a:ext cx="887320" cy="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4" name="Marcador de número de diapositiva 5">
            <a:extLst>
              <a:ext uri="{FF2B5EF4-FFF2-40B4-BE49-F238E27FC236}">
                <a16:creationId xmlns:a16="http://schemas.microsoft.com/office/drawing/2014/main" id="{EEA7E06D-A336-8371-1D93-875459C5B327}"/>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42</a:t>
            </a:fld>
            <a:endParaRPr lang="en-US" noProof="0" dirty="0"/>
          </a:p>
        </p:txBody>
      </p:sp>
    </p:spTree>
    <p:extLst>
      <p:ext uri="{BB962C8B-B14F-4D97-AF65-F5344CB8AC3E}">
        <p14:creationId xmlns:p14="http://schemas.microsoft.com/office/powerpoint/2010/main" val="22389767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A01DA-9904-8F36-941D-5BE9E11A7FAA}"/>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21AB5BE5-F69F-CA9D-3763-171DF263035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144C49D3-F7EB-4F7B-11ED-5ACFFFACD9EC}"/>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529085F-1481-22C2-6094-33B7DCFFB8C2}"/>
                  </a:ext>
                </a:extLst>
              </p:cNvPr>
              <p:cNvSpPr>
                <a:spLocks noGrp="1"/>
              </p:cNvSpPr>
              <p:nvPr>
                <p:ph idx="1"/>
              </p:nvPr>
            </p:nvSpPr>
            <p:spPr>
              <a:xfrm>
                <a:off x="629412" y="1522914"/>
                <a:ext cx="4230264"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solidFill>
                                <a:schemeClr val="tx1"/>
                              </a:solidFill>
                              <a:latin typeface="Cambria Math" panose="02040503050406030204" pitchFamily="18" charset="0"/>
                            </a:rPr>
                          </m:ctrlPr>
                        </m:funcPr>
                        <m:fName>
                          <m:limLow>
                            <m:limLowPr>
                              <m:ctrlPr>
                                <a:rPr lang="es-ES" sz="3600" b="0" i="1" noProof="0" smtClean="0">
                                  <a:solidFill>
                                    <a:schemeClr val="tx1"/>
                                  </a:solidFill>
                                  <a:latin typeface="Cambria Math" panose="02040503050406030204" pitchFamily="18" charset="0"/>
                                </a:rPr>
                              </m:ctrlPr>
                            </m:limLowPr>
                            <m:e>
                              <m:r>
                                <a:rPr lang="es-ES" sz="3600" b="0" i="1" noProof="0" smtClean="0">
                                  <a:solidFill>
                                    <a:schemeClr val="tx1"/>
                                  </a:solidFill>
                                  <a:latin typeface="Cambria Math" panose="02040503050406030204" pitchFamily="18" charset="0"/>
                                </a:rPr>
                                <m:t>𝑚𝑎𝑥</m:t>
                              </m:r>
                            </m:e>
                            <m:lim>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𝒚</m:t>
                              </m:r>
                            </m:lim>
                          </m:limLow>
                        </m:fName>
                        <m:e/>
                      </m:func>
                      <m:r>
                        <a:rPr lang="es-ES" sz="3600" b="0" i="1" noProof="0" smtClean="0">
                          <a:solidFill>
                            <a:schemeClr val="tx1"/>
                          </a:solidFill>
                          <a:latin typeface="Cambria Math" panose="02040503050406030204" pitchFamily="18" charset="0"/>
                        </a:rPr>
                        <m:t>𝑧</m:t>
                      </m:r>
                      <m:r>
                        <a:rPr lang="es-ES" sz="3600" b="0" i="1" noProof="0" smtClean="0">
                          <a:solidFill>
                            <a:schemeClr val="tx1"/>
                          </a:solidFill>
                          <a:latin typeface="Cambria Math" panose="02040503050406030204" pitchFamily="18" charset="0"/>
                        </a:rPr>
                        <m:t>=2</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 + </m:t>
                      </m:r>
                      <m:r>
                        <a:rPr lang="es-ES" sz="3600" b="0" i="1" noProof="0" smtClean="0">
                          <a:solidFill>
                            <a:schemeClr val="tx1"/>
                          </a:solidFill>
                          <a:latin typeface="Cambria Math" panose="02040503050406030204" pitchFamily="18" charset="0"/>
                        </a:rPr>
                        <m:t>𝑦</m:t>
                      </m:r>
                    </m:oMath>
                  </m:oMathPara>
                </a14:m>
                <a:endParaRPr lang="en-US" sz="3600" noProof="0" dirty="0">
                  <a:solidFill>
                    <a:schemeClr val="tx1"/>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529085F-1481-22C2-6094-33B7DCFFB8C2}"/>
                  </a:ext>
                </a:extLst>
              </p:cNvPr>
              <p:cNvSpPr>
                <a:spLocks noGrp="1" noRot="1" noChangeAspect="1" noMove="1" noResize="1" noEditPoints="1" noAdjustHandles="1" noChangeArrowheads="1" noChangeShapeType="1" noTextEdit="1"/>
              </p:cNvSpPr>
              <p:nvPr>
                <p:ph idx="1"/>
              </p:nvPr>
            </p:nvSpPr>
            <p:spPr>
              <a:xfrm>
                <a:off x="629412" y="1522914"/>
                <a:ext cx="4230264" cy="4788985"/>
              </a:xfrm>
              <a:blipFill>
                <a:blip r:embed="rId3"/>
                <a:stretch>
                  <a:fillRect l="-4323"/>
                </a:stretch>
              </a:blipFill>
            </p:spPr>
            <p:txBody>
              <a:bodyPr/>
              <a:lstStyle/>
              <a:p>
                <a:r>
                  <a:rPr lang="es-ES">
                    <a:noFill/>
                  </a:rPr>
                  <a:t> </a:t>
                </a:r>
              </a:p>
            </p:txBody>
          </p:sp>
        </mc:Fallback>
      </mc:AlternateContent>
      <p:sp>
        <p:nvSpPr>
          <p:cNvPr id="34" name="CuadroTexto 33">
            <a:extLst>
              <a:ext uri="{FF2B5EF4-FFF2-40B4-BE49-F238E27FC236}">
                <a16:creationId xmlns:a16="http://schemas.microsoft.com/office/drawing/2014/main" id="{DE495006-5018-1D6F-ED84-93DD81C28590}"/>
              </a:ext>
            </a:extLst>
          </p:cNvPr>
          <p:cNvSpPr txBox="1"/>
          <p:nvPr/>
        </p:nvSpPr>
        <p:spPr>
          <a:xfrm>
            <a:off x="4501566" y="2519507"/>
            <a:ext cx="4526931" cy="646331"/>
          </a:xfrm>
          <a:prstGeom prst="rect">
            <a:avLst/>
          </a:prstGeom>
          <a:noFill/>
        </p:spPr>
        <p:txBody>
          <a:bodyPr wrap="square">
            <a:spAutoFit/>
          </a:bodyPr>
          <a:lstStyle/>
          <a:p>
            <a:r>
              <a:rPr lang="en-US" sz="3600" dirty="0">
                <a:latin typeface="Gill Sans Nova" panose="020B0602020104020203" pitchFamily="34" charset="0"/>
              </a:rPr>
              <a:t>Variables (output data)</a:t>
            </a:r>
            <a:endParaRPr lang="es-ES" dirty="0"/>
          </a:p>
        </p:txBody>
      </p:sp>
      <p:cxnSp>
        <p:nvCxnSpPr>
          <p:cNvPr id="2" name="Conector recto de flecha 1">
            <a:extLst>
              <a:ext uri="{FF2B5EF4-FFF2-40B4-BE49-F238E27FC236}">
                <a16:creationId xmlns:a16="http://schemas.microsoft.com/office/drawing/2014/main" id="{C6BE8F4B-EC54-812B-5DF3-70DB32C639C0}"/>
              </a:ext>
            </a:extLst>
          </p:cNvPr>
          <p:cNvCxnSpPr>
            <a:cxnSpLocks/>
            <a:stCxn id="34" idx="1"/>
          </p:cNvCxnSpPr>
          <p:nvPr/>
        </p:nvCxnSpPr>
        <p:spPr>
          <a:xfrm flipH="1" flipV="1">
            <a:off x="1467413" y="2269641"/>
            <a:ext cx="3034153" cy="573032"/>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4" name="Marcador de número de diapositiva 5">
            <a:extLst>
              <a:ext uri="{FF2B5EF4-FFF2-40B4-BE49-F238E27FC236}">
                <a16:creationId xmlns:a16="http://schemas.microsoft.com/office/drawing/2014/main" id="{E5037FDD-6844-9555-33D6-E7983945806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43</a:t>
            </a:fld>
            <a:endParaRPr lang="en-US" noProof="0" dirty="0"/>
          </a:p>
        </p:txBody>
      </p:sp>
    </p:spTree>
    <p:extLst>
      <p:ext uri="{BB962C8B-B14F-4D97-AF65-F5344CB8AC3E}">
        <p14:creationId xmlns:p14="http://schemas.microsoft.com/office/powerpoint/2010/main" val="2910812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74428-2C2E-0E86-581B-6A90A6933ED6}"/>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E2626D4C-77C3-12AB-DCB7-502D57304920}"/>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9E5FF748-A4EF-5E91-E8B5-9845F29B590E}"/>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FF8ADDB-FA61-0B87-7BBA-60FA4347362D}"/>
                  </a:ext>
                </a:extLst>
              </p:cNvPr>
              <p:cNvSpPr>
                <a:spLocks noGrp="1"/>
              </p:cNvSpPr>
              <p:nvPr>
                <p:ph idx="1"/>
              </p:nvPr>
            </p:nvSpPr>
            <p:spPr>
              <a:xfrm>
                <a:off x="629412" y="1522914"/>
                <a:ext cx="4148071"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solidFill>
                                <a:schemeClr val="tx1"/>
                              </a:solidFill>
                              <a:latin typeface="Cambria Math" panose="02040503050406030204" pitchFamily="18" charset="0"/>
                            </a:rPr>
                          </m:ctrlPr>
                        </m:funcPr>
                        <m:fName>
                          <m:limLow>
                            <m:limLowPr>
                              <m:ctrlPr>
                                <a:rPr lang="es-ES" sz="3600" b="0" i="1" noProof="0" smtClean="0">
                                  <a:solidFill>
                                    <a:schemeClr val="tx1"/>
                                  </a:solidFill>
                                  <a:latin typeface="Cambria Math" panose="02040503050406030204" pitchFamily="18" charset="0"/>
                                </a:rPr>
                              </m:ctrlPr>
                            </m:limLowPr>
                            <m:e>
                              <m:r>
                                <a:rPr lang="es-ES" sz="3600" b="0" i="1" noProof="0" smtClean="0">
                                  <a:solidFill>
                                    <a:schemeClr val="tx1"/>
                                  </a:solidFill>
                                  <a:latin typeface="Cambria Math" panose="02040503050406030204" pitchFamily="18" charset="0"/>
                                </a:rPr>
                                <m:t>𝑚𝑎𝑥</m:t>
                              </m:r>
                            </m:e>
                            <m:lim>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m:t>
                              </m:r>
                              <m:r>
                                <a:rPr lang="es-ES" sz="3600" b="0" i="1" noProof="0" smtClean="0">
                                  <a:solidFill>
                                    <a:schemeClr val="tx1"/>
                                  </a:solidFill>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noProof="0" smtClean="0">
                          <a:solidFill>
                            <a:srgbClr val="0070C0"/>
                          </a:solidFill>
                          <a:latin typeface="Cambria Math" panose="02040503050406030204" pitchFamily="18" charset="0"/>
                        </a:rPr>
                        <m:t>𝟎</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𝟓</m:t>
                      </m:r>
                    </m:oMath>
                  </m:oMathPara>
                </a14:m>
                <a:endParaRPr lang="en-US" sz="3600" b="1" noProof="0" dirty="0">
                  <a:solidFill>
                    <a:srgbClr val="0070C0"/>
                  </a:solidFill>
                  <a:latin typeface="Gill Sans Nova" panose="020B0602020104020203" pitchFamily="34" charset="0"/>
                </a:endParaRPr>
              </a:p>
              <a:p>
                <a:pPr marL="0" indent="0">
                  <a:buClr>
                    <a:srgbClr val="0070C0"/>
                  </a:buClr>
                  <a:buSzPct val="100000"/>
                  <a:buNone/>
                </a:pPr>
                <a:endParaRPr lang="en-US" sz="3600" b="1" noProof="0"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𝟎</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𝒚</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𝟑</m:t>
                      </m:r>
                    </m:oMath>
                  </m:oMathPara>
                </a14:m>
                <a:endParaRPr lang="en-US" sz="3600" b="1" dirty="0">
                  <a:solidFill>
                    <a:srgbClr val="0070C0"/>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0FF8ADDB-FA61-0B87-7BBA-60FA4347362D}"/>
                  </a:ext>
                </a:extLst>
              </p:cNvPr>
              <p:cNvSpPr>
                <a:spLocks noGrp="1" noRot="1" noChangeAspect="1" noMove="1" noResize="1" noEditPoints="1" noAdjustHandles="1" noChangeArrowheads="1" noChangeShapeType="1" noTextEdit="1"/>
              </p:cNvSpPr>
              <p:nvPr>
                <p:ph idx="1"/>
              </p:nvPr>
            </p:nvSpPr>
            <p:spPr>
              <a:xfrm>
                <a:off x="629412" y="1522914"/>
                <a:ext cx="4148071" cy="4788985"/>
              </a:xfrm>
              <a:blipFill>
                <a:blip r:embed="rId3"/>
                <a:stretch>
                  <a:fillRect l="-4405"/>
                </a:stretch>
              </a:blipFill>
            </p:spPr>
            <p:txBody>
              <a:bodyPr/>
              <a:lstStyle/>
              <a:p>
                <a:r>
                  <a:rPr lang="es-ES">
                    <a:noFill/>
                  </a:rPr>
                  <a:t> </a:t>
                </a:r>
              </a:p>
            </p:txBody>
          </p:sp>
        </mc:Fallback>
      </mc:AlternateContent>
      <p:sp>
        <p:nvSpPr>
          <p:cNvPr id="35" name="CuadroTexto 34">
            <a:extLst>
              <a:ext uri="{FF2B5EF4-FFF2-40B4-BE49-F238E27FC236}">
                <a16:creationId xmlns:a16="http://schemas.microsoft.com/office/drawing/2014/main" id="{B1B87DDE-A25B-BBE6-2D73-FD23614E0B74}"/>
              </a:ext>
            </a:extLst>
          </p:cNvPr>
          <p:cNvSpPr txBox="1"/>
          <p:nvPr/>
        </p:nvSpPr>
        <p:spPr>
          <a:xfrm>
            <a:off x="3590199" y="4622906"/>
            <a:ext cx="3792629" cy="646331"/>
          </a:xfrm>
          <a:prstGeom prst="rect">
            <a:avLst/>
          </a:prstGeom>
          <a:noFill/>
        </p:spPr>
        <p:txBody>
          <a:bodyPr wrap="square">
            <a:spAutoFit/>
          </a:bodyPr>
          <a:lstStyle/>
          <a:p>
            <a:r>
              <a:rPr lang="en-US" sz="3600" dirty="0">
                <a:latin typeface="Gill Sans Nova" panose="020B0602020104020203" pitchFamily="34" charset="0"/>
              </a:rPr>
              <a:t>Constraints</a:t>
            </a:r>
            <a:endParaRPr lang="es-ES" dirty="0"/>
          </a:p>
        </p:txBody>
      </p:sp>
      <p:sp>
        <p:nvSpPr>
          <p:cNvPr id="4" name="Cerrar llave 3">
            <a:extLst>
              <a:ext uri="{FF2B5EF4-FFF2-40B4-BE49-F238E27FC236}">
                <a16:creationId xmlns:a16="http://schemas.microsoft.com/office/drawing/2014/main" id="{E24508A8-58B6-AC0A-1DA6-E2639BADA7A0}"/>
              </a:ext>
            </a:extLst>
          </p:cNvPr>
          <p:cNvSpPr/>
          <p:nvPr/>
        </p:nvSpPr>
        <p:spPr>
          <a:xfrm>
            <a:off x="2901830" y="4076971"/>
            <a:ext cx="554805" cy="1738202"/>
          </a:xfrm>
          <a:prstGeom prst="rightBrace">
            <a:avLst>
              <a:gd name="adj1" fmla="val 39683"/>
              <a:gd name="adj2" fmla="val 50000"/>
            </a:avLst>
          </a:prstGeom>
          <a:ln w="3175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p>
        </p:txBody>
      </p:sp>
      <p:sp>
        <p:nvSpPr>
          <p:cNvPr id="2" name="Marcador de número de diapositiva 5">
            <a:extLst>
              <a:ext uri="{FF2B5EF4-FFF2-40B4-BE49-F238E27FC236}">
                <a16:creationId xmlns:a16="http://schemas.microsoft.com/office/drawing/2014/main" id="{DA438E9F-A5F6-1278-D3AB-F4DF91087315}"/>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44</a:t>
            </a:fld>
            <a:endParaRPr lang="en-US" noProof="0" dirty="0"/>
          </a:p>
        </p:txBody>
      </p:sp>
    </p:spTree>
    <p:extLst>
      <p:ext uri="{BB962C8B-B14F-4D97-AF65-F5344CB8AC3E}">
        <p14:creationId xmlns:p14="http://schemas.microsoft.com/office/powerpoint/2010/main" val="36626219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57ED-09B3-82AC-2CC0-C84975A3D9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242158A-4D26-8ADA-CC54-9B14354EE59D}"/>
                  </a:ext>
                </a:extLst>
              </p:cNvPr>
              <p:cNvSpPr>
                <a:spLocks noGrp="1"/>
              </p:cNvSpPr>
              <p:nvPr>
                <p:ph idx="1"/>
              </p:nvPr>
            </p:nvSpPr>
            <p:spPr>
              <a:xfrm>
                <a:off x="629412" y="1522914"/>
                <a:ext cx="4476844"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solidFill>
                                <a:schemeClr val="tx1"/>
                              </a:solidFill>
                              <a:latin typeface="Cambria Math" panose="02040503050406030204" pitchFamily="18" charset="0"/>
                            </a:rPr>
                          </m:ctrlPr>
                        </m:funcPr>
                        <m:fName>
                          <m:limLow>
                            <m:limLowPr>
                              <m:ctrlPr>
                                <a:rPr lang="es-ES" sz="3600" b="0" i="1" noProof="0" smtClean="0">
                                  <a:solidFill>
                                    <a:schemeClr val="tx1"/>
                                  </a:solidFill>
                                  <a:latin typeface="Cambria Math" panose="02040503050406030204" pitchFamily="18" charset="0"/>
                                </a:rPr>
                              </m:ctrlPr>
                            </m:limLowPr>
                            <m:e>
                              <m:r>
                                <a:rPr lang="es-ES" sz="3600" b="0" i="1" noProof="0" smtClean="0">
                                  <a:solidFill>
                                    <a:schemeClr val="tx1"/>
                                  </a:solidFill>
                                  <a:latin typeface="Cambria Math" panose="02040503050406030204" pitchFamily="18" charset="0"/>
                                </a:rPr>
                                <m:t>𝑚𝑎𝑥</m:t>
                              </m:r>
                            </m:e>
                            <m:lim>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m:t>
                              </m:r>
                              <m:r>
                                <a:rPr lang="es-ES" sz="3600" b="0" i="1" noProof="0" smtClean="0">
                                  <a:solidFill>
                                    <a:schemeClr val="tx1"/>
                                  </a:solidFill>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b="1" i="1" noProof="0" smtClean="0">
                          <a:solidFill>
                            <a:srgbClr val="0070C0"/>
                          </a:solidFill>
                          <a:latin typeface="Cambria Math" panose="02040503050406030204" pitchFamily="18" charset="0"/>
                        </a:rPr>
                        <m:t>𝟐</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1" i="1" noProof="0" smtClean="0">
                          <a:solidFill>
                            <a:srgbClr val="0070C0"/>
                          </a:solidFill>
                          <a:latin typeface="Cambria Math" panose="02040503050406030204" pitchFamily="18" charset="0"/>
                        </a:rPr>
                        <m:t>𝟏</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noProof="0" smtClean="0">
                          <a:solidFill>
                            <a:srgbClr val="0070C0"/>
                          </a:solidFill>
                          <a:latin typeface="Cambria Math" panose="02040503050406030204" pitchFamily="18" charset="0"/>
                        </a:rPr>
                        <m:t>𝟎</m:t>
                      </m:r>
                      <m:r>
                        <a:rPr lang="es-ES" sz="3600" b="0" i="1" noProof="0" smtClean="0">
                          <a:latin typeface="Cambria Math" panose="02040503050406030204" pitchFamily="18" charset="0"/>
                        </a:rPr>
                        <m:t>≤</m:t>
                      </m:r>
                      <m:r>
                        <a:rPr lang="es-ES" sz="3600" b="1" i="1" noProof="0" smtClean="0">
                          <a:solidFill>
                            <a:srgbClr val="0070C0"/>
                          </a:solidFill>
                          <a:latin typeface="Cambria Math" panose="02040503050406030204" pitchFamily="18" charset="0"/>
                        </a:rPr>
                        <m:t>𝟏</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1" i="1" noProof="0" smtClean="0">
                          <a:solidFill>
                            <a:srgbClr val="0070C0"/>
                          </a:solidFill>
                          <a:latin typeface="Cambria Math" panose="02040503050406030204" pitchFamily="18" charset="0"/>
                        </a:rPr>
                        <m:t>𝟓</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𝟎</m:t>
                      </m:r>
                      <m:r>
                        <a:rPr lang="es-ES" sz="3600" i="1">
                          <a:latin typeface="Cambria Math" panose="02040503050406030204" pitchFamily="18" charset="0"/>
                        </a:rPr>
                        <m:t>≤</m:t>
                      </m:r>
                      <m:r>
                        <a:rPr lang="es-ES" sz="3600" b="1" i="1" smtClean="0">
                          <a:solidFill>
                            <a:srgbClr val="0070C0"/>
                          </a:solidFill>
                          <a:latin typeface="Cambria Math" panose="02040503050406030204" pitchFamily="18" charset="0"/>
                        </a:rPr>
                        <m:t>𝟏</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1" i="1" smtClean="0">
                          <a:solidFill>
                            <a:srgbClr val="0070C0"/>
                          </a:solidFill>
                          <a:latin typeface="Cambria Math" panose="02040503050406030204" pitchFamily="18" charset="0"/>
                        </a:rPr>
                        <m:t>𝟑</m:t>
                      </m:r>
                    </m:oMath>
                  </m:oMathPara>
                </a14:m>
                <a:endParaRPr lang="en-US" sz="3600" b="1"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242158A-4D26-8ADA-CC54-9B14354EE59D}"/>
                  </a:ext>
                </a:extLst>
              </p:cNvPr>
              <p:cNvSpPr>
                <a:spLocks noGrp="1" noRot="1" noChangeAspect="1" noMove="1" noResize="1" noEditPoints="1" noAdjustHandles="1" noChangeArrowheads="1" noChangeShapeType="1" noTextEdit="1"/>
              </p:cNvSpPr>
              <p:nvPr>
                <p:ph idx="1"/>
              </p:nvPr>
            </p:nvSpPr>
            <p:spPr>
              <a:xfrm>
                <a:off x="629412" y="1522914"/>
                <a:ext cx="4476844" cy="4788985"/>
              </a:xfrm>
              <a:blipFill>
                <a:blip r:embed="rId3"/>
                <a:stretch>
                  <a:fillRect l="-4082"/>
                </a:stretch>
              </a:blipFill>
            </p:spPr>
            <p:txBody>
              <a:bodyPr/>
              <a:lstStyle/>
              <a:p>
                <a:r>
                  <a:rPr lang="es-ES">
                    <a:noFill/>
                  </a:rPr>
                  <a:t> </a:t>
                </a:r>
              </a:p>
            </p:txBody>
          </p:sp>
        </mc:Fallback>
      </mc:AlternateContent>
      <p:cxnSp>
        <p:nvCxnSpPr>
          <p:cNvPr id="29" name="Conector recto de flecha 28">
            <a:extLst>
              <a:ext uri="{FF2B5EF4-FFF2-40B4-BE49-F238E27FC236}">
                <a16:creationId xmlns:a16="http://schemas.microsoft.com/office/drawing/2014/main" id="{786CBC83-BC5E-4C99-590C-114DBEDA9BE0}"/>
              </a:ext>
            </a:extLst>
          </p:cNvPr>
          <p:cNvCxnSpPr>
            <a:cxnSpLocks/>
            <a:stCxn id="34" idx="1"/>
          </p:cNvCxnSpPr>
          <p:nvPr/>
        </p:nvCxnSpPr>
        <p:spPr>
          <a:xfrm flipH="1">
            <a:off x="986319" y="3274890"/>
            <a:ext cx="5599415" cy="1985479"/>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16" name="Título 1">
            <a:extLst>
              <a:ext uri="{FF2B5EF4-FFF2-40B4-BE49-F238E27FC236}">
                <a16:creationId xmlns:a16="http://schemas.microsoft.com/office/drawing/2014/main" id="{8FB0AC95-8A49-95EE-48D7-61D56010182E}"/>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84B50063-CAFA-C992-5071-2B8DE82D19F2}"/>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CuadroTexto 33">
            <a:extLst>
              <a:ext uri="{FF2B5EF4-FFF2-40B4-BE49-F238E27FC236}">
                <a16:creationId xmlns:a16="http://schemas.microsoft.com/office/drawing/2014/main" id="{EEE0649D-E3E3-05FB-04D1-10850DF3ACD0}"/>
              </a:ext>
            </a:extLst>
          </p:cNvPr>
          <p:cNvSpPr txBox="1"/>
          <p:nvPr/>
        </p:nvSpPr>
        <p:spPr>
          <a:xfrm>
            <a:off x="6585734" y="2951724"/>
            <a:ext cx="5198723" cy="646331"/>
          </a:xfrm>
          <a:prstGeom prst="rect">
            <a:avLst/>
          </a:prstGeom>
          <a:noFill/>
        </p:spPr>
        <p:txBody>
          <a:bodyPr wrap="square">
            <a:spAutoFit/>
          </a:bodyPr>
          <a:lstStyle/>
          <a:p>
            <a:r>
              <a:rPr lang="en-US" sz="3600" dirty="0">
                <a:latin typeface="Gill Sans Nova" panose="020B0602020104020203" pitchFamily="34" charset="0"/>
              </a:rPr>
              <a:t>Parameters (input data)</a:t>
            </a:r>
            <a:endParaRPr lang="es-ES" dirty="0"/>
          </a:p>
        </p:txBody>
      </p:sp>
      <p:cxnSp>
        <p:nvCxnSpPr>
          <p:cNvPr id="2" name="Conector recto de flecha 1">
            <a:extLst>
              <a:ext uri="{FF2B5EF4-FFF2-40B4-BE49-F238E27FC236}">
                <a16:creationId xmlns:a16="http://schemas.microsoft.com/office/drawing/2014/main" id="{7845D084-E90B-B67D-6B22-CB677A449B34}"/>
              </a:ext>
            </a:extLst>
          </p:cNvPr>
          <p:cNvCxnSpPr>
            <a:cxnSpLocks/>
            <a:stCxn id="34" idx="1"/>
          </p:cNvCxnSpPr>
          <p:nvPr/>
        </p:nvCxnSpPr>
        <p:spPr>
          <a:xfrm flipH="1" flipV="1">
            <a:off x="3179233" y="2089150"/>
            <a:ext cx="3406501" cy="118574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Conector recto de flecha 8">
            <a:extLst>
              <a:ext uri="{FF2B5EF4-FFF2-40B4-BE49-F238E27FC236}">
                <a16:creationId xmlns:a16="http://schemas.microsoft.com/office/drawing/2014/main" id="{DAA60AFC-A4E4-4503-1C5E-95320B391056}"/>
              </a:ext>
            </a:extLst>
          </p:cNvPr>
          <p:cNvCxnSpPr>
            <a:cxnSpLocks/>
            <a:stCxn id="34" idx="1"/>
          </p:cNvCxnSpPr>
          <p:nvPr/>
        </p:nvCxnSpPr>
        <p:spPr>
          <a:xfrm flipH="1" flipV="1">
            <a:off x="4445000" y="2089150"/>
            <a:ext cx="2140734" cy="118574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ector recto de flecha 11">
            <a:extLst>
              <a:ext uri="{FF2B5EF4-FFF2-40B4-BE49-F238E27FC236}">
                <a16:creationId xmlns:a16="http://schemas.microsoft.com/office/drawing/2014/main" id="{51F238B0-2B7A-409E-DA2C-3DD6BAFA3B09}"/>
              </a:ext>
            </a:extLst>
          </p:cNvPr>
          <p:cNvCxnSpPr>
            <a:cxnSpLocks/>
            <a:stCxn id="34" idx="1"/>
          </p:cNvCxnSpPr>
          <p:nvPr/>
        </p:nvCxnSpPr>
        <p:spPr>
          <a:xfrm flipH="1">
            <a:off x="904126" y="3274890"/>
            <a:ext cx="5681608" cy="783402"/>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9A1CC16F-FC62-BF98-05E9-816990C802E4}"/>
              </a:ext>
            </a:extLst>
          </p:cNvPr>
          <p:cNvCxnSpPr>
            <a:cxnSpLocks/>
            <a:stCxn id="34" idx="1"/>
          </p:cNvCxnSpPr>
          <p:nvPr/>
        </p:nvCxnSpPr>
        <p:spPr>
          <a:xfrm flipH="1">
            <a:off x="1839074" y="3274890"/>
            <a:ext cx="4746660" cy="877163"/>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ector recto de flecha 19">
            <a:extLst>
              <a:ext uri="{FF2B5EF4-FFF2-40B4-BE49-F238E27FC236}">
                <a16:creationId xmlns:a16="http://schemas.microsoft.com/office/drawing/2014/main" id="{0DC8F50B-6999-2BCC-758D-3FF05302E429}"/>
              </a:ext>
            </a:extLst>
          </p:cNvPr>
          <p:cNvCxnSpPr>
            <a:cxnSpLocks/>
            <a:stCxn id="34" idx="1"/>
          </p:cNvCxnSpPr>
          <p:nvPr/>
        </p:nvCxnSpPr>
        <p:spPr>
          <a:xfrm flipH="1">
            <a:off x="3022333" y="3274890"/>
            <a:ext cx="3563401" cy="960226"/>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B617D54A-9400-D0F7-DB62-4BE4B92CF0B8}"/>
              </a:ext>
            </a:extLst>
          </p:cNvPr>
          <p:cNvCxnSpPr>
            <a:cxnSpLocks/>
            <a:stCxn id="34" idx="1"/>
          </p:cNvCxnSpPr>
          <p:nvPr/>
        </p:nvCxnSpPr>
        <p:spPr>
          <a:xfrm flipH="1">
            <a:off x="2954956" y="3274890"/>
            <a:ext cx="3630778" cy="1985479"/>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E3273DE4-9D0D-937E-80EC-EC3126177A46}"/>
              </a:ext>
            </a:extLst>
          </p:cNvPr>
          <p:cNvCxnSpPr>
            <a:cxnSpLocks/>
            <a:stCxn id="34" idx="1"/>
          </p:cNvCxnSpPr>
          <p:nvPr/>
        </p:nvCxnSpPr>
        <p:spPr>
          <a:xfrm flipH="1">
            <a:off x="1839074" y="3274890"/>
            <a:ext cx="4746660" cy="1985479"/>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4" name="Marcador de número de diapositiva 5">
            <a:extLst>
              <a:ext uri="{FF2B5EF4-FFF2-40B4-BE49-F238E27FC236}">
                <a16:creationId xmlns:a16="http://schemas.microsoft.com/office/drawing/2014/main" id="{6C529E14-D829-059F-A405-B62B22576A1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45</a:t>
            </a:fld>
            <a:endParaRPr lang="en-US" noProof="0" dirty="0"/>
          </a:p>
        </p:txBody>
      </p:sp>
    </p:spTree>
    <p:extLst>
      <p:ext uri="{BB962C8B-B14F-4D97-AF65-F5344CB8AC3E}">
        <p14:creationId xmlns:p14="http://schemas.microsoft.com/office/powerpoint/2010/main" val="2141137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637E5-B25A-ADAA-3BED-86F7C1AC405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AF169BB7-D43B-9152-E1F1-9522F0433491}"/>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100DAFC-F7D4-D310-7AA2-CD389981A93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8B641F1-A058-6571-BF11-232FAC511C57}"/>
                  </a:ext>
                </a:extLst>
              </p:cNvPr>
              <p:cNvSpPr>
                <a:spLocks noGrp="1"/>
              </p:cNvSpPr>
              <p:nvPr>
                <p:ph idx="1"/>
              </p:nvPr>
            </p:nvSpPr>
            <p:spPr>
              <a:xfrm>
                <a:off x="629412" y="1522914"/>
                <a:ext cx="412733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68B641F1-A058-6571-BF11-232FAC511C57}"/>
                  </a:ext>
                </a:extLst>
              </p:cNvPr>
              <p:cNvSpPr>
                <a:spLocks noGrp="1" noRot="1" noChangeAspect="1" noMove="1" noResize="1" noEditPoints="1" noAdjustHandles="1" noChangeArrowheads="1" noChangeShapeType="1" noTextEdit="1"/>
              </p:cNvSpPr>
              <p:nvPr>
                <p:ph idx="1"/>
              </p:nvPr>
            </p:nvSpPr>
            <p:spPr>
              <a:xfrm>
                <a:off x="629412" y="1522914"/>
                <a:ext cx="4127339" cy="4788985"/>
              </a:xfrm>
              <a:blipFill>
                <a:blip r:embed="rId3"/>
                <a:stretch>
                  <a:fillRect l="-4431"/>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F3E08EBD-0771-6A3D-5ED3-6CA173AD57E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46</a:t>
            </a:fld>
            <a:endParaRPr lang="en-US" noProof="0" dirty="0"/>
          </a:p>
        </p:txBody>
      </p:sp>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43EE524A-B8BE-0F88-F4C4-69B3381A6827}"/>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51" name="CuadroTexto 50">
                <a:extLst>
                  <a:ext uri="{FF2B5EF4-FFF2-40B4-BE49-F238E27FC236}">
                    <a16:creationId xmlns:a16="http://schemas.microsoft.com/office/drawing/2014/main" id="{43EE524A-B8BE-0F88-F4C4-69B3381A68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C91D74E3-F4E2-7039-45A8-148D464D7EC3}"/>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2" name="CuadroTexto 51">
                <a:extLst>
                  <a:ext uri="{FF2B5EF4-FFF2-40B4-BE49-F238E27FC236}">
                    <a16:creationId xmlns:a16="http://schemas.microsoft.com/office/drawing/2014/main" id="{C91D74E3-F4E2-7039-45A8-148D464D7EC3}"/>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CDA25B37-53CF-5D3F-1B48-2A20E0230B68}"/>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53" name="CuadroTexto 52">
                <a:extLst>
                  <a:ext uri="{FF2B5EF4-FFF2-40B4-BE49-F238E27FC236}">
                    <a16:creationId xmlns:a16="http://schemas.microsoft.com/office/drawing/2014/main" id="{CDA25B37-53CF-5D3F-1B48-2A20E0230B68}"/>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D581E946-6072-9F9D-81F1-80BE5DB282E1}"/>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54" name="CuadroTexto 53">
                <a:extLst>
                  <a:ext uri="{FF2B5EF4-FFF2-40B4-BE49-F238E27FC236}">
                    <a16:creationId xmlns:a16="http://schemas.microsoft.com/office/drawing/2014/main" id="{D581E946-6072-9F9D-81F1-80BE5DB282E1}"/>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751EDD84-1A43-B95C-00CC-412C080FCA0A}"/>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55" name="CuadroTexto 54">
                <a:extLst>
                  <a:ext uri="{FF2B5EF4-FFF2-40B4-BE49-F238E27FC236}">
                    <a16:creationId xmlns:a16="http://schemas.microsoft.com/office/drawing/2014/main" id="{751EDD84-1A43-B95C-00CC-412C080FCA0A}"/>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FA432956-4D43-62EB-94C2-626095889F91}"/>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56" name="CuadroTexto 55">
                <a:extLst>
                  <a:ext uri="{FF2B5EF4-FFF2-40B4-BE49-F238E27FC236}">
                    <a16:creationId xmlns:a16="http://schemas.microsoft.com/office/drawing/2014/main" id="{FA432956-4D43-62EB-94C2-626095889F91}"/>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CE4CF8A6-588E-2E33-B690-AA29FE879524}"/>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57" name="CuadroTexto 56">
                <a:extLst>
                  <a:ext uri="{FF2B5EF4-FFF2-40B4-BE49-F238E27FC236}">
                    <a16:creationId xmlns:a16="http://schemas.microsoft.com/office/drawing/2014/main" id="{CE4CF8A6-588E-2E33-B690-AA29FE879524}"/>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D15CDCDC-4B46-E377-C14F-5FF4BD1CBDB3}"/>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58" name="CuadroTexto 57">
                <a:extLst>
                  <a:ext uri="{FF2B5EF4-FFF2-40B4-BE49-F238E27FC236}">
                    <a16:creationId xmlns:a16="http://schemas.microsoft.com/office/drawing/2014/main" id="{D15CDCDC-4B46-E377-C14F-5FF4BD1CBDB3}"/>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B2249F09-E8BF-F805-FEE9-E518B2E84952}"/>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59" name="CuadroTexto 58">
                <a:extLst>
                  <a:ext uri="{FF2B5EF4-FFF2-40B4-BE49-F238E27FC236}">
                    <a16:creationId xmlns:a16="http://schemas.microsoft.com/office/drawing/2014/main" id="{B2249F09-E8BF-F805-FEE9-E518B2E84952}"/>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CDBC1FEF-F5C2-4C68-9525-0A65539F5B15}"/>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60" name="CuadroTexto 59">
                <a:extLst>
                  <a:ext uri="{FF2B5EF4-FFF2-40B4-BE49-F238E27FC236}">
                    <a16:creationId xmlns:a16="http://schemas.microsoft.com/office/drawing/2014/main" id="{CDBC1FEF-F5C2-4C68-9525-0A65539F5B15}"/>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53EBF7F0-DE4A-4FD2-3B22-CE7683AFC3D8}"/>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61" name="CuadroTexto 60">
                <a:extLst>
                  <a:ext uri="{FF2B5EF4-FFF2-40B4-BE49-F238E27FC236}">
                    <a16:creationId xmlns:a16="http://schemas.microsoft.com/office/drawing/2014/main" id="{53EBF7F0-DE4A-4FD2-3B22-CE7683AFC3D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C4C29F84-DE8A-6926-2FB4-19802D88935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62" name="CuadroTexto 61">
                <a:extLst>
                  <a:ext uri="{FF2B5EF4-FFF2-40B4-BE49-F238E27FC236}">
                    <a16:creationId xmlns:a16="http://schemas.microsoft.com/office/drawing/2014/main" id="{C4C29F84-DE8A-6926-2FB4-19802D88935B}"/>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F6AC59E6-22C4-5980-D6B1-58F8667FC611}"/>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63" name="CuadroTexto 62">
                <a:extLst>
                  <a:ext uri="{FF2B5EF4-FFF2-40B4-BE49-F238E27FC236}">
                    <a16:creationId xmlns:a16="http://schemas.microsoft.com/office/drawing/2014/main" id="{F6AC59E6-22C4-5980-D6B1-58F8667FC611}"/>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64" name="Conector recto de flecha 63">
            <a:extLst>
              <a:ext uri="{FF2B5EF4-FFF2-40B4-BE49-F238E27FC236}">
                <a16:creationId xmlns:a16="http://schemas.microsoft.com/office/drawing/2014/main" id="{512CECCC-1259-7372-8B1B-FF1FFF2FFCEC}"/>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5" name="Conector recto de flecha 64">
            <a:extLst>
              <a:ext uri="{FF2B5EF4-FFF2-40B4-BE49-F238E27FC236}">
                <a16:creationId xmlns:a16="http://schemas.microsoft.com/office/drawing/2014/main" id="{67431558-AD7B-9B46-52F1-9EF3CB55567D}"/>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6" name="CuadroTexto 65">
                <a:extLst>
                  <a:ext uri="{FF2B5EF4-FFF2-40B4-BE49-F238E27FC236}">
                    <a16:creationId xmlns:a16="http://schemas.microsoft.com/office/drawing/2014/main" id="{B8502C3E-E4C2-D593-92EE-26DFFA839A60}"/>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66" name="CuadroTexto 65">
                <a:extLst>
                  <a:ext uri="{FF2B5EF4-FFF2-40B4-BE49-F238E27FC236}">
                    <a16:creationId xmlns:a16="http://schemas.microsoft.com/office/drawing/2014/main" id="{B8502C3E-E4C2-D593-92EE-26DFFA839A60}"/>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974A8F10-8741-5F45-726F-6F097170B1C9}"/>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67" name="CuadroTexto 66">
                <a:extLst>
                  <a:ext uri="{FF2B5EF4-FFF2-40B4-BE49-F238E27FC236}">
                    <a16:creationId xmlns:a16="http://schemas.microsoft.com/office/drawing/2014/main" id="{974A8F10-8741-5F45-726F-6F097170B1C9}"/>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E95FE4F2-0681-2F6D-2C0F-E0FC3861D073}"/>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68" name="CuadroTexto 67">
                <a:extLst>
                  <a:ext uri="{FF2B5EF4-FFF2-40B4-BE49-F238E27FC236}">
                    <a16:creationId xmlns:a16="http://schemas.microsoft.com/office/drawing/2014/main" id="{E95FE4F2-0681-2F6D-2C0F-E0FC3861D073}"/>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graphicFrame>
        <p:nvGraphicFramePr>
          <p:cNvPr id="50" name="Tabla 49">
            <a:extLst>
              <a:ext uri="{FF2B5EF4-FFF2-40B4-BE49-F238E27FC236}">
                <a16:creationId xmlns:a16="http://schemas.microsoft.com/office/drawing/2014/main" id="{F58FA2BE-A0D0-1037-89C1-B64F88D18F9C}"/>
              </a:ext>
            </a:extLst>
          </p:cNvPr>
          <p:cNvGraphicFramePr>
            <a:graphicFrameLocks noGrp="1"/>
          </p:cNvGraphicFramePr>
          <p:nvPr>
            <p:extLst>
              <p:ext uri="{D42A27DB-BD31-4B8C-83A1-F6EECF244321}">
                <p14:modId xmlns:p14="http://schemas.microsoft.com/office/powerpoint/2010/main" val="1645362386"/>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Tree>
    <p:extLst>
      <p:ext uri="{BB962C8B-B14F-4D97-AF65-F5344CB8AC3E}">
        <p14:creationId xmlns:p14="http://schemas.microsoft.com/office/powerpoint/2010/main" val="825803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02596-A085-D16A-32D8-30788358964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B35765BC-CB1A-FE08-0CA2-3A8F7B278ABF}"/>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771482B-62FC-ACAA-5917-CDE9D13668CE}"/>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FEF940A-E728-7CA2-BCFC-90BA12AA9B78}"/>
                  </a:ext>
                </a:extLst>
              </p:cNvPr>
              <p:cNvSpPr>
                <a:spLocks noGrp="1"/>
              </p:cNvSpPr>
              <p:nvPr>
                <p:ph idx="1"/>
              </p:nvPr>
            </p:nvSpPr>
            <p:spPr>
              <a:xfrm>
                <a:off x="629412" y="1522914"/>
                <a:ext cx="411819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noProof="0" smtClean="0">
                          <a:solidFill>
                            <a:srgbClr val="0070C0"/>
                          </a:solidFill>
                          <a:latin typeface="Cambria Math" panose="02040503050406030204" pitchFamily="18" charset="0"/>
                        </a:rPr>
                        <m:t>𝟎</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𝒙</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FEF940A-E728-7CA2-BCFC-90BA12AA9B78}"/>
                  </a:ext>
                </a:extLst>
              </p:cNvPr>
              <p:cNvSpPr>
                <a:spLocks noGrp="1" noRot="1" noChangeAspect="1" noMove="1" noResize="1" noEditPoints="1" noAdjustHandles="1" noChangeArrowheads="1" noChangeShapeType="1" noTextEdit="1"/>
              </p:cNvSpPr>
              <p:nvPr>
                <p:ph idx="1"/>
              </p:nvPr>
            </p:nvSpPr>
            <p:spPr>
              <a:xfrm>
                <a:off x="629412" y="1522914"/>
                <a:ext cx="4118198" cy="4788985"/>
              </a:xfrm>
              <a:blipFill>
                <a:blip r:embed="rId3"/>
                <a:stretch>
                  <a:fillRect l="-4438"/>
                </a:stretch>
              </a:blipFill>
            </p:spPr>
            <p:txBody>
              <a:bodyPr/>
              <a:lstStyle/>
              <a:p>
                <a:r>
                  <a:rPr lang="es-ES">
                    <a:noFill/>
                  </a:rPr>
                  <a:t> </a:t>
                </a:r>
              </a:p>
            </p:txBody>
          </p:sp>
        </mc:Fallback>
      </mc:AlternateContent>
      <p:sp>
        <p:nvSpPr>
          <p:cNvPr id="7" name="Marcador de número de diapositiva 5">
            <a:extLst>
              <a:ext uri="{FF2B5EF4-FFF2-40B4-BE49-F238E27FC236}">
                <a16:creationId xmlns:a16="http://schemas.microsoft.com/office/drawing/2014/main" id="{65419361-AC38-6FE2-9EF9-AC6056B823B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47</a:t>
            </a:fld>
            <a:endParaRPr lang="en-US" noProof="0" dirty="0"/>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4085A05-5746-4B6B-EE47-C79F164296F9}"/>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11" name="CuadroTexto 10">
                <a:extLst>
                  <a:ext uri="{FF2B5EF4-FFF2-40B4-BE49-F238E27FC236}">
                    <a16:creationId xmlns:a16="http://schemas.microsoft.com/office/drawing/2014/main" id="{A4085A05-5746-4B6B-EE47-C79F164296F9}"/>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6B66F1B-74D8-E5E9-4686-2540BD7B8E02}"/>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2" name="CuadroTexto 11">
                <a:extLst>
                  <a:ext uri="{FF2B5EF4-FFF2-40B4-BE49-F238E27FC236}">
                    <a16:creationId xmlns:a16="http://schemas.microsoft.com/office/drawing/2014/main" id="{46B66F1B-74D8-E5E9-4686-2540BD7B8E0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7B09E27D-65D0-B372-704D-FE99DCE04C44}"/>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4" name="CuadroTexto 13">
                <a:extLst>
                  <a:ext uri="{FF2B5EF4-FFF2-40B4-BE49-F238E27FC236}">
                    <a16:creationId xmlns:a16="http://schemas.microsoft.com/office/drawing/2014/main" id="{7B09E27D-65D0-B372-704D-FE99DCE04C44}"/>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07BE6B4-DF8E-40BC-0A8A-C3CD2B0DF70A}"/>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0" name="CuadroTexto 19">
                <a:extLst>
                  <a:ext uri="{FF2B5EF4-FFF2-40B4-BE49-F238E27FC236}">
                    <a16:creationId xmlns:a16="http://schemas.microsoft.com/office/drawing/2014/main" id="{D07BE6B4-DF8E-40BC-0A8A-C3CD2B0DF70A}"/>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679A763C-AFEE-4474-7C8B-EAAD5444B0D7}"/>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31" name="CuadroTexto 30">
                <a:extLst>
                  <a:ext uri="{FF2B5EF4-FFF2-40B4-BE49-F238E27FC236}">
                    <a16:creationId xmlns:a16="http://schemas.microsoft.com/office/drawing/2014/main" id="{679A763C-AFEE-4474-7C8B-EAAD5444B0D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89F3AFE6-1E85-E2B4-B3EE-F9EBB4C51CF6}"/>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32" name="CuadroTexto 31">
                <a:extLst>
                  <a:ext uri="{FF2B5EF4-FFF2-40B4-BE49-F238E27FC236}">
                    <a16:creationId xmlns:a16="http://schemas.microsoft.com/office/drawing/2014/main" id="{89F3AFE6-1E85-E2B4-B3EE-F9EBB4C51CF6}"/>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C180D262-BD6A-D61C-BD1B-4E192FBE77BA}"/>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34" name="CuadroTexto 33">
                <a:extLst>
                  <a:ext uri="{FF2B5EF4-FFF2-40B4-BE49-F238E27FC236}">
                    <a16:creationId xmlns:a16="http://schemas.microsoft.com/office/drawing/2014/main" id="{C180D262-BD6A-D61C-BD1B-4E192FBE77BA}"/>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30771E6A-5363-8F54-1763-DB7B52E14949}"/>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36" name="CuadroTexto 35">
                <a:extLst>
                  <a:ext uri="{FF2B5EF4-FFF2-40B4-BE49-F238E27FC236}">
                    <a16:creationId xmlns:a16="http://schemas.microsoft.com/office/drawing/2014/main" id="{30771E6A-5363-8F54-1763-DB7B52E14949}"/>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8B9AEED8-177C-E56A-9F07-E407EE04E10B}"/>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7" name="CuadroTexto 36">
                <a:extLst>
                  <a:ext uri="{FF2B5EF4-FFF2-40B4-BE49-F238E27FC236}">
                    <a16:creationId xmlns:a16="http://schemas.microsoft.com/office/drawing/2014/main" id="{8B9AEED8-177C-E56A-9F07-E407EE04E10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A5213B1F-25A5-CE45-1261-F764DCDFEAC0}"/>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38" name="CuadroTexto 37">
                <a:extLst>
                  <a:ext uri="{FF2B5EF4-FFF2-40B4-BE49-F238E27FC236}">
                    <a16:creationId xmlns:a16="http://schemas.microsoft.com/office/drawing/2014/main" id="{A5213B1F-25A5-CE45-1261-F764DCDFEAC0}"/>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A577CBC7-8B96-DB64-0576-4080A48F22E7}"/>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39" name="CuadroTexto 38">
                <a:extLst>
                  <a:ext uri="{FF2B5EF4-FFF2-40B4-BE49-F238E27FC236}">
                    <a16:creationId xmlns:a16="http://schemas.microsoft.com/office/drawing/2014/main" id="{A577CBC7-8B96-DB64-0576-4080A48F22E7}"/>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B01A3DDD-8EAB-9F96-23BA-9306665E7063}"/>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40" name="CuadroTexto 39">
                <a:extLst>
                  <a:ext uri="{FF2B5EF4-FFF2-40B4-BE49-F238E27FC236}">
                    <a16:creationId xmlns:a16="http://schemas.microsoft.com/office/drawing/2014/main" id="{B01A3DDD-8EAB-9F96-23BA-9306665E7063}"/>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B784F567-06D7-D499-A3D2-F1F5D3B984D8}"/>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41" name="CuadroTexto 40">
                <a:extLst>
                  <a:ext uri="{FF2B5EF4-FFF2-40B4-BE49-F238E27FC236}">
                    <a16:creationId xmlns:a16="http://schemas.microsoft.com/office/drawing/2014/main" id="{B784F567-06D7-D499-A3D2-F1F5D3B984D8}"/>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42" name="Conector recto de flecha 41">
            <a:extLst>
              <a:ext uri="{FF2B5EF4-FFF2-40B4-BE49-F238E27FC236}">
                <a16:creationId xmlns:a16="http://schemas.microsoft.com/office/drawing/2014/main" id="{040ECB65-713C-E1D1-76A9-4CFC92928C66}"/>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3" name="Conector recto de flecha 42">
            <a:extLst>
              <a:ext uri="{FF2B5EF4-FFF2-40B4-BE49-F238E27FC236}">
                <a16:creationId xmlns:a16="http://schemas.microsoft.com/office/drawing/2014/main" id="{D3C1F5AD-B91F-7835-670B-456396578C2F}"/>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4" name="CuadroTexto 43">
                <a:extLst>
                  <a:ext uri="{FF2B5EF4-FFF2-40B4-BE49-F238E27FC236}">
                    <a16:creationId xmlns:a16="http://schemas.microsoft.com/office/drawing/2014/main" id="{D72DA2C9-EEE1-B4A2-F1B3-4DE03C0E123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4" name="CuadroTexto 43">
                <a:extLst>
                  <a:ext uri="{FF2B5EF4-FFF2-40B4-BE49-F238E27FC236}">
                    <a16:creationId xmlns:a16="http://schemas.microsoft.com/office/drawing/2014/main" id="{D72DA2C9-EEE1-B4A2-F1B3-4DE03C0E123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781F597F-A685-9C0C-A5C8-2CC0D4385356}"/>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5" name="CuadroTexto 44">
                <a:extLst>
                  <a:ext uri="{FF2B5EF4-FFF2-40B4-BE49-F238E27FC236}">
                    <a16:creationId xmlns:a16="http://schemas.microsoft.com/office/drawing/2014/main" id="{781F597F-A685-9C0C-A5C8-2CC0D4385356}"/>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43B6C06B-4842-5441-9232-D14C92217E51}"/>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46" name="CuadroTexto 45">
                <a:extLst>
                  <a:ext uri="{FF2B5EF4-FFF2-40B4-BE49-F238E27FC236}">
                    <a16:creationId xmlns:a16="http://schemas.microsoft.com/office/drawing/2014/main" id="{43B6C06B-4842-5441-9232-D14C92217E51}"/>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sp>
        <p:nvSpPr>
          <p:cNvPr id="47" name="Rectángulo 46">
            <a:extLst>
              <a:ext uri="{FF2B5EF4-FFF2-40B4-BE49-F238E27FC236}">
                <a16:creationId xmlns:a16="http://schemas.microsoft.com/office/drawing/2014/main" id="{EF1C2EC3-4112-0EFE-1206-C4FDBB7BB899}"/>
              </a:ext>
            </a:extLst>
          </p:cNvPr>
          <p:cNvSpPr/>
          <p:nvPr/>
        </p:nvSpPr>
        <p:spPr>
          <a:xfrm>
            <a:off x="6184441" y="1264237"/>
            <a:ext cx="4585026" cy="478898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0" name="Tabla 9">
            <a:extLst>
              <a:ext uri="{FF2B5EF4-FFF2-40B4-BE49-F238E27FC236}">
                <a16:creationId xmlns:a16="http://schemas.microsoft.com/office/drawing/2014/main" id="{36DA91C3-1E98-3323-1212-55AAA0A850D6}"/>
              </a:ext>
            </a:extLst>
          </p:cNvPr>
          <p:cNvGraphicFramePr>
            <a:graphicFrameLocks noGrp="1"/>
          </p:cNvGraphicFramePr>
          <p:nvPr>
            <p:extLst>
              <p:ext uri="{D42A27DB-BD31-4B8C-83A1-F6EECF244321}">
                <p14:modId xmlns:p14="http://schemas.microsoft.com/office/powerpoint/2010/main" val="1645362386"/>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Tree>
    <p:extLst>
      <p:ext uri="{BB962C8B-B14F-4D97-AF65-F5344CB8AC3E}">
        <p14:creationId xmlns:p14="http://schemas.microsoft.com/office/powerpoint/2010/main" val="5886159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45C83-E6BA-1E07-DDB8-2BF59261C1A7}"/>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7EF7B27-D515-BAC8-FDF1-0C9E332A57C1}"/>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0CDEF770-B622-2B82-96F3-08ADA72C08CD}"/>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7F541AB-8FDC-7B11-C84E-DEAB1F360FC3}"/>
                  </a:ext>
                </a:extLst>
              </p:cNvPr>
              <p:cNvSpPr>
                <a:spLocks noGrp="1"/>
              </p:cNvSpPr>
              <p:nvPr>
                <p:ph idx="1"/>
              </p:nvPr>
            </p:nvSpPr>
            <p:spPr>
              <a:xfrm>
                <a:off x="629412" y="1522914"/>
                <a:ext cx="4051997"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𝟎</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𝒚</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7F541AB-8FDC-7B11-C84E-DEAB1F360FC3}"/>
                  </a:ext>
                </a:extLst>
              </p:cNvPr>
              <p:cNvSpPr>
                <a:spLocks noGrp="1" noRot="1" noChangeAspect="1" noMove="1" noResize="1" noEditPoints="1" noAdjustHandles="1" noChangeArrowheads="1" noChangeShapeType="1" noTextEdit="1"/>
              </p:cNvSpPr>
              <p:nvPr>
                <p:ph idx="1"/>
              </p:nvPr>
            </p:nvSpPr>
            <p:spPr>
              <a:xfrm>
                <a:off x="629412" y="1522914"/>
                <a:ext cx="4051997" cy="4788985"/>
              </a:xfrm>
              <a:blipFill>
                <a:blip r:embed="rId3"/>
                <a:stretch>
                  <a:fillRect l="-4511"/>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4DD7FA52-C1A1-F2E7-FD3C-D9E2605A2C3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48</a:t>
            </a:fld>
            <a:endParaRPr lang="en-US" noProof="0" dirty="0"/>
          </a:p>
        </p:txBody>
      </p:sp>
      <p:sp>
        <p:nvSpPr>
          <p:cNvPr id="51" name="Rectángulo 50">
            <a:extLst>
              <a:ext uri="{FF2B5EF4-FFF2-40B4-BE49-F238E27FC236}">
                <a16:creationId xmlns:a16="http://schemas.microsoft.com/office/drawing/2014/main" id="{ED5DFE05-ACD6-AABB-AC19-086348F12916}"/>
              </a:ext>
            </a:extLst>
          </p:cNvPr>
          <p:cNvSpPr/>
          <p:nvPr/>
        </p:nvSpPr>
        <p:spPr>
          <a:xfrm>
            <a:off x="5215048" y="1261561"/>
            <a:ext cx="5554418" cy="383111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3" name="CuadroTexto 52">
                <a:extLst>
                  <a:ext uri="{FF2B5EF4-FFF2-40B4-BE49-F238E27FC236}">
                    <a16:creationId xmlns:a16="http://schemas.microsoft.com/office/drawing/2014/main" id="{36684C03-4ACC-9B5A-475B-EE1F5914847F}"/>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53" name="CuadroTexto 52">
                <a:extLst>
                  <a:ext uri="{FF2B5EF4-FFF2-40B4-BE49-F238E27FC236}">
                    <a16:creationId xmlns:a16="http://schemas.microsoft.com/office/drawing/2014/main" id="{36684C03-4ACC-9B5A-475B-EE1F5914847F}"/>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FFFF04F1-D791-5520-102E-D269629CE2C4}"/>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4" name="CuadroTexto 53">
                <a:extLst>
                  <a:ext uri="{FF2B5EF4-FFF2-40B4-BE49-F238E27FC236}">
                    <a16:creationId xmlns:a16="http://schemas.microsoft.com/office/drawing/2014/main" id="{FFFF04F1-D791-5520-102E-D269629CE2C4}"/>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BCEF9732-6520-5233-C311-52FBB04786B4}"/>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55" name="CuadroTexto 54">
                <a:extLst>
                  <a:ext uri="{FF2B5EF4-FFF2-40B4-BE49-F238E27FC236}">
                    <a16:creationId xmlns:a16="http://schemas.microsoft.com/office/drawing/2014/main" id="{BCEF9732-6520-5233-C311-52FBB04786B4}"/>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F13334B9-B727-15C9-40B8-2B7C1A23F732}"/>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56" name="CuadroTexto 55">
                <a:extLst>
                  <a:ext uri="{FF2B5EF4-FFF2-40B4-BE49-F238E27FC236}">
                    <a16:creationId xmlns:a16="http://schemas.microsoft.com/office/drawing/2014/main" id="{F13334B9-B727-15C9-40B8-2B7C1A23F732}"/>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206D75DD-8824-01B0-9207-E91DB11E104D}"/>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57" name="CuadroTexto 56">
                <a:extLst>
                  <a:ext uri="{FF2B5EF4-FFF2-40B4-BE49-F238E27FC236}">
                    <a16:creationId xmlns:a16="http://schemas.microsoft.com/office/drawing/2014/main" id="{206D75DD-8824-01B0-9207-E91DB11E104D}"/>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9C761C77-931E-0381-E017-A97297449F27}"/>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58" name="CuadroTexto 57">
                <a:extLst>
                  <a:ext uri="{FF2B5EF4-FFF2-40B4-BE49-F238E27FC236}">
                    <a16:creationId xmlns:a16="http://schemas.microsoft.com/office/drawing/2014/main" id="{9C761C77-931E-0381-E017-A97297449F27}"/>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9B256EAD-C3D8-3F5A-9853-0DE331BC8B8F}"/>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59" name="CuadroTexto 58">
                <a:extLst>
                  <a:ext uri="{FF2B5EF4-FFF2-40B4-BE49-F238E27FC236}">
                    <a16:creationId xmlns:a16="http://schemas.microsoft.com/office/drawing/2014/main" id="{9B256EAD-C3D8-3F5A-9853-0DE331BC8B8F}"/>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62611ABA-EF16-ADCA-3899-8500A2E137A6}"/>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60" name="CuadroTexto 59">
                <a:extLst>
                  <a:ext uri="{FF2B5EF4-FFF2-40B4-BE49-F238E27FC236}">
                    <a16:creationId xmlns:a16="http://schemas.microsoft.com/office/drawing/2014/main" id="{62611ABA-EF16-ADCA-3899-8500A2E137A6}"/>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D5F91904-ABAA-FE18-AC11-342D872BF784}"/>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61" name="CuadroTexto 60">
                <a:extLst>
                  <a:ext uri="{FF2B5EF4-FFF2-40B4-BE49-F238E27FC236}">
                    <a16:creationId xmlns:a16="http://schemas.microsoft.com/office/drawing/2014/main" id="{D5F91904-ABAA-FE18-AC11-342D872BF784}"/>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49B5EEB6-6EF3-579E-8A1C-67242FB3BF9E}"/>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62" name="CuadroTexto 61">
                <a:extLst>
                  <a:ext uri="{FF2B5EF4-FFF2-40B4-BE49-F238E27FC236}">
                    <a16:creationId xmlns:a16="http://schemas.microsoft.com/office/drawing/2014/main" id="{49B5EEB6-6EF3-579E-8A1C-67242FB3BF9E}"/>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D2AA00A6-D1CF-8CF2-21F9-7E9D7F5BA401}"/>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63" name="CuadroTexto 62">
                <a:extLst>
                  <a:ext uri="{FF2B5EF4-FFF2-40B4-BE49-F238E27FC236}">
                    <a16:creationId xmlns:a16="http://schemas.microsoft.com/office/drawing/2014/main" id="{D2AA00A6-D1CF-8CF2-21F9-7E9D7F5BA401}"/>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29AB7E53-13DF-775F-09AD-2EA6665C718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64" name="CuadroTexto 63">
                <a:extLst>
                  <a:ext uri="{FF2B5EF4-FFF2-40B4-BE49-F238E27FC236}">
                    <a16:creationId xmlns:a16="http://schemas.microsoft.com/office/drawing/2014/main" id="{29AB7E53-13DF-775F-09AD-2EA6665C718B}"/>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5" name="CuadroTexto 64">
                <a:extLst>
                  <a:ext uri="{FF2B5EF4-FFF2-40B4-BE49-F238E27FC236}">
                    <a16:creationId xmlns:a16="http://schemas.microsoft.com/office/drawing/2014/main" id="{4EEBB9A9-87A1-CDB3-3D02-5ABA3ED6DE01}"/>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65" name="CuadroTexto 64">
                <a:extLst>
                  <a:ext uri="{FF2B5EF4-FFF2-40B4-BE49-F238E27FC236}">
                    <a16:creationId xmlns:a16="http://schemas.microsoft.com/office/drawing/2014/main" id="{4EEBB9A9-87A1-CDB3-3D02-5ABA3ED6DE01}"/>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66" name="Conector recto de flecha 65">
            <a:extLst>
              <a:ext uri="{FF2B5EF4-FFF2-40B4-BE49-F238E27FC236}">
                <a16:creationId xmlns:a16="http://schemas.microsoft.com/office/drawing/2014/main" id="{00992792-4B82-0965-CD5A-81A2B47E83A7}"/>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7" name="Conector recto de flecha 66">
            <a:extLst>
              <a:ext uri="{FF2B5EF4-FFF2-40B4-BE49-F238E27FC236}">
                <a16:creationId xmlns:a16="http://schemas.microsoft.com/office/drawing/2014/main" id="{2ECDEFAF-6920-CC37-87AA-210373C946A3}"/>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8" name="CuadroTexto 67">
                <a:extLst>
                  <a:ext uri="{FF2B5EF4-FFF2-40B4-BE49-F238E27FC236}">
                    <a16:creationId xmlns:a16="http://schemas.microsoft.com/office/drawing/2014/main" id="{28976AA5-6157-5171-45F2-EC66B58DA09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68" name="CuadroTexto 67">
                <a:extLst>
                  <a:ext uri="{FF2B5EF4-FFF2-40B4-BE49-F238E27FC236}">
                    <a16:creationId xmlns:a16="http://schemas.microsoft.com/office/drawing/2014/main" id="{28976AA5-6157-5171-45F2-EC66B58DA09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20CAE0A7-784A-008B-D353-DE0C017C9EEE}"/>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69" name="CuadroTexto 68">
                <a:extLst>
                  <a:ext uri="{FF2B5EF4-FFF2-40B4-BE49-F238E27FC236}">
                    <a16:creationId xmlns:a16="http://schemas.microsoft.com/office/drawing/2014/main" id="{20CAE0A7-784A-008B-D353-DE0C017C9EEE}"/>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9892C8C6-2BE8-B43C-371D-8D96E1C7C356}"/>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70" name="CuadroTexto 69">
                <a:extLst>
                  <a:ext uri="{FF2B5EF4-FFF2-40B4-BE49-F238E27FC236}">
                    <a16:creationId xmlns:a16="http://schemas.microsoft.com/office/drawing/2014/main" id="{9892C8C6-2BE8-B43C-371D-8D96E1C7C356}"/>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sp>
        <p:nvSpPr>
          <p:cNvPr id="71" name="Rectángulo 70">
            <a:extLst>
              <a:ext uri="{FF2B5EF4-FFF2-40B4-BE49-F238E27FC236}">
                <a16:creationId xmlns:a16="http://schemas.microsoft.com/office/drawing/2014/main" id="{D314C82F-D9B9-0EC7-1078-D6A10778BC1D}"/>
              </a:ext>
            </a:extLst>
          </p:cNvPr>
          <p:cNvSpPr/>
          <p:nvPr/>
        </p:nvSpPr>
        <p:spPr>
          <a:xfrm>
            <a:off x="6184441" y="1264237"/>
            <a:ext cx="4585026" cy="478898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2" name="Tabla 51">
            <a:extLst>
              <a:ext uri="{FF2B5EF4-FFF2-40B4-BE49-F238E27FC236}">
                <a16:creationId xmlns:a16="http://schemas.microsoft.com/office/drawing/2014/main" id="{1ACF68AE-A00C-CA37-7BC4-4D1C2380455C}"/>
              </a:ext>
            </a:extLst>
          </p:cNvPr>
          <p:cNvGraphicFramePr>
            <a:graphicFrameLocks noGrp="1"/>
          </p:cNvGraphicFramePr>
          <p:nvPr>
            <p:extLst>
              <p:ext uri="{D42A27DB-BD31-4B8C-83A1-F6EECF244321}">
                <p14:modId xmlns:p14="http://schemas.microsoft.com/office/powerpoint/2010/main" val="1645362386"/>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Tree>
    <p:extLst>
      <p:ext uri="{BB962C8B-B14F-4D97-AF65-F5344CB8AC3E}">
        <p14:creationId xmlns:p14="http://schemas.microsoft.com/office/powerpoint/2010/main" val="16664077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C99FD-A2E2-1535-A75E-122D43255E07}"/>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AE6FC90B-45C5-C02F-553C-855305F4105B}"/>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90E6A045-CB20-1304-213C-D7AD1152BE0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EB9AB6A-030A-97CF-CC75-8C6A5D347DA9}"/>
                  </a:ext>
                </a:extLst>
              </p:cNvPr>
              <p:cNvSpPr>
                <a:spLocks noGrp="1"/>
              </p:cNvSpPr>
              <p:nvPr>
                <p:ph idx="1"/>
              </p:nvPr>
            </p:nvSpPr>
            <p:spPr>
              <a:xfrm>
                <a:off x="629412" y="1522914"/>
                <a:ext cx="4096302"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𝟓</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0≤</m:t>
                      </m:r>
                      <m:r>
                        <a:rPr lang="es-ES" sz="3600" b="0" i="1" smtClean="0">
                          <a:solidFill>
                            <a:schemeClr val="tx1"/>
                          </a:solidFill>
                          <a:latin typeface="Cambria Math" panose="02040503050406030204" pitchFamily="18" charset="0"/>
                        </a:rPr>
                        <m:t>𝑦</m:t>
                      </m:r>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1EB9AB6A-030A-97CF-CC75-8C6A5D347DA9}"/>
                  </a:ext>
                </a:extLst>
              </p:cNvPr>
              <p:cNvSpPr>
                <a:spLocks noGrp="1" noRot="1" noChangeAspect="1" noMove="1" noResize="1" noEditPoints="1" noAdjustHandles="1" noChangeArrowheads="1" noChangeShapeType="1" noTextEdit="1"/>
              </p:cNvSpPr>
              <p:nvPr>
                <p:ph idx="1"/>
              </p:nvPr>
            </p:nvSpPr>
            <p:spPr>
              <a:xfrm>
                <a:off x="629412" y="1522914"/>
                <a:ext cx="4096302" cy="4788985"/>
              </a:xfrm>
              <a:blipFill>
                <a:blip r:embed="rId3"/>
                <a:stretch>
                  <a:fillRect l="-4464"/>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4738390-3C22-24D4-0075-5380264B7A8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49</a:t>
            </a:fld>
            <a:endParaRPr lang="en-US" noProof="0" dirty="0"/>
          </a:p>
        </p:txBody>
      </p:sp>
      <p:sp>
        <p:nvSpPr>
          <p:cNvPr id="52" name="Rectángulo 51">
            <a:extLst>
              <a:ext uri="{FF2B5EF4-FFF2-40B4-BE49-F238E27FC236}">
                <a16:creationId xmlns:a16="http://schemas.microsoft.com/office/drawing/2014/main" id="{5C98D153-B439-FBC4-B06E-A3A854AD95EC}"/>
              </a:ext>
            </a:extLst>
          </p:cNvPr>
          <p:cNvSpPr/>
          <p:nvPr/>
        </p:nvSpPr>
        <p:spPr>
          <a:xfrm>
            <a:off x="5215048" y="1261561"/>
            <a:ext cx="5554418" cy="383111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4" name="CuadroTexto 53">
                <a:extLst>
                  <a:ext uri="{FF2B5EF4-FFF2-40B4-BE49-F238E27FC236}">
                    <a16:creationId xmlns:a16="http://schemas.microsoft.com/office/drawing/2014/main" id="{EC6E42DC-67EB-0105-FE4C-A32F47AA5844}"/>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54" name="CuadroTexto 53">
                <a:extLst>
                  <a:ext uri="{FF2B5EF4-FFF2-40B4-BE49-F238E27FC236}">
                    <a16:creationId xmlns:a16="http://schemas.microsoft.com/office/drawing/2014/main" id="{EC6E42DC-67EB-0105-FE4C-A32F47AA5844}"/>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0F45D41F-0534-C2F7-7D4E-06AEBBE0BD15}"/>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5" name="CuadroTexto 54">
                <a:extLst>
                  <a:ext uri="{FF2B5EF4-FFF2-40B4-BE49-F238E27FC236}">
                    <a16:creationId xmlns:a16="http://schemas.microsoft.com/office/drawing/2014/main" id="{0F45D41F-0534-C2F7-7D4E-06AEBBE0BD15}"/>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6" name="CuadroTexto 55">
                <a:extLst>
                  <a:ext uri="{FF2B5EF4-FFF2-40B4-BE49-F238E27FC236}">
                    <a16:creationId xmlns:a16="http://schemas.microsoft.com/office/drawing/2014/main" id="{F921C4A0-562D-791D-B958-53F6FBE3091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56" name="CuadroTexto 55">
                <a:extLst>
                  <a:ext uri="{FF2B5EF4-FFF2-40B4-BE49-F238E27FC236}">
                    <a16:creationId xmlns:a16="http://schemas.microsoft.com/office/drawing/2014/main" id="{F921C4A0-562D-791D-B958-53F6FBE3091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0884C342-D7CF-3E28-CCC8-92E79D6F129D}"/>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57" name="CuadroTexto 56">
                <a:extLst>
                  <a:ext uri="{FF2B5EF4-FFF2-40B4-BE49-F238E27FC236}">
                    <a16:creationId xmlns:a16="http://schemas.microsoft.com/office/drawing/2014/main" id="{0884C342-D7CF-3E28-CCC8-92E79D6F129D}"/>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8" name="CuadroTexto 57">
                <a:extLst>
                  <a:ext uri="{FF2B5EF4-FFF2-40B4-BE49-F238E27FC236}">
                    <a16:creationId xmlns:a16="http://schemas.microsoft.com/office/drawing/2014/main" id="{F136969F-6DDA-2DFE-D133-E53A70A74288}"/>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58" name="CuadroTexto 57">
                <a:extLst>
                  <a:ext uri="{FF2B5EF4-FFF2-40B4-BE49-F238E27FC236}">
                    <a16:creationId xmlns:a16="http://schemas.microsoft.com/office/drawing/2014/main" id="{F136969F-6DDA-2DFE-D133-E53A70A74288}"/>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CC8F67E0-478B-57BD-821B-438066473D7F}"/>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59" name="CuadroTexto 58">
                <a:extLst>
                  <a:ext uri="{FF2B5EF4-FFF2-40B4-BE49-F238E27FC236}">
                    <a16:creationId xmlns:a16="http://schemas.microsoft.com/office/drawing/2014/main" id="{CC8F67E0-478B-57BD-821B-438066473D7F}"/>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6520CED6-E2BC-8B95-7E6E-C507BB5D6724}"/>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60" name="CuadroTexto 59">
                <a:extLst>
                  <a:ext uri="{FF2B5EF4-FFF2-40B4-BE49-F238E27FC236}">
                    <a16:creationId xmlns:a16="http://schemas.microsoft.com/office/drawing/2014/main" id="{6520CED6-E2BC-8B95-7E6E-C507BB5D6724}"/>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A646D5DF-5566-1BEE-2581-BBC9E1AB9BBA}"/>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61" name="CuadroTexto 60">
                <a:extLst>
                  <a:ext uri="{FF2B5EF4-FFF2-40B4-BE49-F238E27FC236}">
                    <a16:creationId xmlns:a16="http://schemas.microsoft.com/office/drawing/2014/main" id="{A646D5DF-5566-1BEE-2581-BBC9E1AB9BBA}"/>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20FD8F9C-290C-7495-1554-76EFD081E1D1}"/>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62" name="CuadroTexto 61">
                <a:extLst>
                  <a:ext uri="{FF2B5EF4-FFF2-40B4-BE49-F238E27FC236}">
                    <a16:creationId xmlns:a16="http://schemas.microsoft.com/office/drawing/2014/main" id="{20FD8F9C-290C-7495-1554-76EFD081E1D1}"/>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D625BB2E-68F6-39BE-2338-B232B74191D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63" name="CuadroTexto 62">
                <a:extLst>
                  <a:ext uri="{FF2B5EF4-FFF2-40B4-BE49-F238E27FC236}">
                    <a16:creationId xmlns:a16="http://schemas.microsoft.com/office/drawing/2014/main" id="{D625BB2E-68F6-39BE-2338-B232B74191D6}"/>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81E53C20-0B5B-15F5-3F7D-93D663BE6E9A}"/>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64" name="CuadroTexto 63">
                <a:extLst>
                  <a:ext uri="{FF2B5EF4-FFF2-40B4-BE49-F238E27FC236}">
                    <a16:creationId xmlns:a16="http://schemas.microsoft.com/office/drawing/2014/main" id="{81E53C20-0B5B-15F5-3F7D-93D663BE6E9A}"/>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5" name="CuadroTexto 64">
                <a:extLst>
                  <a:ext uri="{FF2B5EF4-FFF2-40B4-BE49-F238E27FC236}">
                    <a16:creationId xmlns:a16="http://schemas.microsoft.com/office/drawing/2014/main" id="{16CC11C4-E69E-B325-A813-D27658F5F836}"/>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65" name="CuadroTexto 64">
                <a:extLst>
                  <a:ext uri="{FF2B5EF4-FFF2-40B4-BE49-F238E27FC236}">
                    <a16:creationId xmlns:a16="http://schemas.microsoft.com/office/drawing/2014/main" id="{16CC11C4-E69E-B325-A813-D27658F5F83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6" name="CuadroTexto 65">
                <a:extLst>
                  <a:ext uri="{FF2B5EF4-FFF2-40B4-BE49-F238E27FC236}">
                    <a16:creationId xmlns:a16="http://schemas.microsoft.com/office/drawing/2014/main" id="{64CBD615-EE93-1A59-82E6-55E315D250C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66" name="CuadroTexto 65">
                <a:extLst>
                  <a:ext uri="{FF2B5EF4-FFF2-40B4-BE49-F238E27FC236}">
                    <a16:creationId xmlns:a16="http://schemas.microsoft.com/office/drawing/2014/main" id="{64CBD615-EE93-1A59-82E6-55E315D250CC}"/>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67" name="Conector recto de flecha 66">
            <a:extLst>
              <a:ext uri="{FF2B5EF4-FFF2-40B4-BE49-F238E27FC236}">
                <a16:creationId xmlns:a16="http://schemas.microsoft.com/office/drawing/2014/main" id="{AD7989D8-15D9-C084-95BB-0A9A7C4B15C6}"/>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8" name="Conector recto de flecha 67">
            <a:extLst>
              <a:ext uri="{FF2B5EF4-FFF2-40B4-BE49-F238E27FC236}">
                <a16:creationId xmlns:a16="http://schemas.microsoft.com/office/drawing/2014/main" id="{C449C2EC-95DB-C109-CDC3-67EB6DBBBC30}"/>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CuadroTexto 68">
                <a:extLst>
                  <a:ext uri="{FF2B5EF4-FFF2-40B4-BE49-F238E27FC236}">
                    <a16:creationId xmlns:a16="http://schemas.microsoft.com/office/drawing/2014/main" id="{CD997911-455E-8F18-67A2-506517AC295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69" name="CuadroTexto 68">
                <a:extLst>
                  <a:ext uri="{FF2B5EF4-FFF2-40B4-BE49-F238E27FC236}">
                    <a16:creationId xmlns:a16="http://schemas.microsoft.com/office/drawing/2014/main" id="{CD997911-455E-8F18-67A2-506517AC295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387F8C07-9681-DB64-DCC9-1F80B04DC671}"/>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70" name="CuadroTexto 69">
                <a:extLst>
                  <a:ext uri="{FF2B5EF4-FFF2-40B4-BE49-F238E27FC236}">
                    <a16:creationId xmlns:a16="http://schemas.microsoft.com/office/drawing/2014/main" id="{387F8C07-9681-DB64-DCC9-1F80B04DC671}"/>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1" name="CuadroTexto 70">
                <a:extLst>
                  <a:ext uri="{FF2B5EF4-FFF2-40B4-BE49-F238E27FC236}">
                    <a16:creationId xmlns:a16="http://schemas.microsoft.com/office/drawing/2014/main" id="{6EDAEF5B-AB5A-A5A8-E400-3CFD68CDCD8B}"/>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71" name="CuadroTexto 70">
                <a:extLst>
                  <a:ext uri="{FF2B5EF4-FFF2-40B4-BE49-F238E27FC236}">
                    <a16:creationId xmlns:a16="http://schemas.microsoft.com/office/drawing/2014/main" id="{6EDAEF5B-AB5A-A5A8-E400-3CFD68CDCD8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sp>
        <p:nvSpPr>
          <p:cNvPr id="72" name="Rectángulo 71">
            <a:extLst>
              <a:ext uri="{FF2B5EF4-FFF2-40B4-BE49-F238E27FC236}">
                <a16:creationId xmlns:a16="http://schemas.microsoft.com/office/drawing/2014/main" id="{305A5777-65DE-E606-EF71-5FA4EC2AC783}"/>
              </a:ext>
            </a:extLst>
          </p:cNvPr>
          <p:cNvSpPr/>
          <p:nvPr/>
        </p:nvSpPr>
        <p:spPr>
          <a:xfrm>
            <a:off x="6184441" y="1264237"/>
            <a:ext cx="4585026" cy="478898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3" name="Rectángulo 72">
            <a:extLst>
              <a:ext uri="{FF2B5EF4-FFF2-40B4-BE49-F238E27FC236}">
                <a16:creationId xmlns:a16="http://schemas.microsoft.com/office/drawing/2014/main" id="{9A3886BD-77AE-7FF5-B82E-F1BAC584A0E9}"/>
              </a:ext>
            </a:extLst>
          </p:cNvPr>
          <p:cNvSpPr/>
          <p:nvPr/>
        </p:nvSpPr>
        <p:spPr>
          <a:xfrm>
            <a:off x="6171955" y="617907"/>
            <a:ext cx="3597954" cy="5425042"/>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3" name="Tabla 52">
            <a:extLst>
              <a:ext uri="{FF2B5EF4-FFF2-40B4-BE49-F238E27FC236}">
                <a16:creationId xmlns:a16="http://schemas.microsoft.com/office/drawing/2014/main" id="{706FF0B8-B391-6FD6-2903-CF87E44212F3}"/>
              </a:ext>
            </a:extLst>
          </p:cNvPr>
          <p:cNvGraphicFramePr>
            <a:graphicFrameLocks noGrp="1"/>
          </p:cNvGraphicFramePr>
          <p:nvPr>
            <p:extLst>
              <p:ext uri="{D42A27DB-BD31-4B8C-83A1-F6EECF244321}">
                <p14:modId xmlns:p14="http://schemas.microsoft.com/office/powerpoint/2010/main" val="1645362386"/>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Tree>
    <p:extLst>
      <p:ext uri="{BB962C8B-B14F-4D97-AF65-F5344CB8AC3E}">
        <p14:creationId xmlns:p14="http://schemas.microsoft.com/office/powerpoint/2010/main" val="39884922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E43F4-D698-34DB-155F-0161BF6BEC59}"/>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123958C7-FA75-EE0C-C03C-8DFCA2F3951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B5D5F69A-D5F0-B94B-25B9-8613C7359AEF}"/>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C507831-2229-1A07-8F5B-87FC2A4D5968}"/>
                  </a:ext>
                </a:extLst>
              </p:cNvPr>
              <p:cNvSpPr>
                <a:spLocks noGrp="1"/>
              </p:cNvSpPr>
              <p:nvPr>
                <p:ph idx="1"/>
              </p:nvPr>
            </p:nvSpPr>
            <p:spPr>
              <a:xfrm>
                <a:off x="629412" y="1522914"/>
                <a:ext cx="401923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0≤</m:t>
                      </m:r>
                      <m:r>
                        <a:rPr lang="es-ES" sz="3600" b="1" i="1" smtClean="0">
                          <a:solidFill>
                            <a:srgbClr val="0070C0"/>
                          </a:solidFill>
                          <a:latin typeface="Cambria Math" panose="02040503050406030204" pitchFamily="18" charset="0"/>
                        </a:rPr>
                        <m:t>𝒚</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𝟑</m:t>
                      </m:r>
                    </m:oMath>
                  </m:oMathPara>
                </a14:m>
                <a:endParaRPr lang="en-US" sz="3600" b="1"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C507831-2229-1A07-8F5B-87FC2A4D5968}"/>
                  </a:ext>
                </a:extLst>
              </p:cNvPr>
              <p:cNvSpPr>
                <a:spLocks noGrp="1" noRot="1" noChangeAspect="1" noMove="1" noResize="1" noEditPoints="1" noAdjustHandles="1" noChangeArrowheads="1" noChangeShapeType="1" noTextEdit="1"/>
              </p:cNvSpPr>
              <p:nvPr>
                <p:ph idx="1"/>
              </p:nvPr>
            </p:nvSpPr>
            <p:spPr>
              <a:xfrm>
                <a:off x="629412" y="1522914"/>
                <a:ext cx="4019239" cy="4788985"/>
              </a:xfrm>
              <a:blipFill>
                <a:blip r:embed="rId3"/>
                <a:stretch>
                  <a:fillRect l="-4545"/>
                </a:stretch>
              </a:blipFill>
            </p:spPr>
            <p:txBody>
              <a:bodyPr/>
              <a:lstStyle/>
              <a:p>
                <a:r>
                  <a:rPr lang="es-ES">
                    <a:noFill/>
                  </a:rPr>
                  <a:t> </a:t>
                </a:r>
              </a:p>
            </p:txBody>
          </p:sp>
        </mc:Fallback>
      </mc:AlternateContent>
      <p:sp>
        <p:nvSpPr>
          <p:cNvPr id="32" name="Rectángulo 31">
            <a:extLst>
              <a:ext uri="{FF2B5EF4-FFF2-40B4-BE49-F238E27FC236}">
                <a16:creationId xmlns:a16="http://schemas.microsoft.com/office/drawing/2014/main" id="{5DB439C9-4669-72A5-22A4-AEE06C0BC9CA}"/>
              </a:ext>
            </a:extLst>
          </p:cNvPr>
          <p:cNvSpPr/>
          <p:nvPr/>
        </p:nvSpPr>
        <p:spPr>
          <a:xfrm>
            <a:off x="5215048" y="1261561"/>
            <a:ext cx="5554418" cy="383111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4E876AA-1E0B-14F2-294D-9E1D1E40BE2C}"/>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13" name="CuadroTexto 12">
                <a:extLst>
                  <a:ext uri="{FF2B5EF4-FFF2-40B4-BE49-F238E27FC236}">
                    <a16:creationId xmlns:a16="http://schemas.microsoft.com/office/drawing/2014/main" id="{D4E876AA-1E0B-14F2-294D-9E1D1E40BE2C}"/>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6758CCC-C23D-8E12-A428-BFE133C913FA}"/>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4" name="CuadroTexto 13">
                <a:extLst>
                  <a:ext uri="{FF2B5EF4-FFF2-40B4-BE49-F238E27FC236}">
                    <a16:creationId xmlns:a16="http://schemas.microsoft.com/office/drawing/2014/main" id="{F6758CCC-C23D-8E12-A428-BFE133C913FA}"/>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5A840235-D0C9-7E9F-FB83-90A434C07D9C}"/>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33" name="CuadroTexto 32">
                <a:extLst>
                  <a:ext uri="{FF2B5EF4-FFF2-40B4-BE49-F238E27FC236}">
                    <a16:creationId xmlns:a16="http://schemas.microsoft.com/office/drawing/2014/main" id="{5A840235-D0C9-7E9F-FB83-90A434C07D9C}"/>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D8BE7DB6-9BBE-0FC4-7F42-1A48337B254D}"/>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34" name="CuadroTexto 33">
                <a:extLst>
                  <a:ext uri="{FF2B5EF4-FFF2-40B4-BE49-F238E27FC236}">
                    <a16:creationId xmlns:a16="http://schemas.microsoft.com/office/drawing/2014/main" id="{D8BE7DB6-9BBE-0FC4-7F42-1A48337B254D}"/>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FE24204A-5D97-4AE1-4CD6-0354BF8DA46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35" name="CuadroTexto 34">
                <a:extLst>
                  <a:ext uri="{FF2B5EF4-FFF2-40B4-BE49-F238E27FC236}">
                    <a16:creationId xmlns:a16="http://schemas.microsoft.com/office/drawing/2014/main" id="{FE24204A-5D97-4AE1-4CD6-0354BF8DA461}"/>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26E2CE19-9DD2-7074-E449-2071DCC1F4B4}"/>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36" name="CuadroTexto 35">
                <a:extLst>
                  <a:ext uri="{FF2B5EF4-FFF2-40B4-BE49-F238E27FC236}">
                    <a16:creationId xmlns:a16="http://schemas.microsoft.com/office/drawing/2014/main" id="{26E2CE19-9DD2-7074-E449-2071DCC1F4B4}"/>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07B22897-5A16-09F7-71E4-F8E64C3A7733}"/>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37" name="CuadroTexto 36">
                <a:extLst>
                  <a:ext uri="{FF2B5EF4-FFF2-40B4-BE49-F238E27FC236}">
                    <a16:creationId xmlns:a16="http://schemas.microsoft.com/office/drawing/2014/main" id="{07B22897-5A16-09F7-71E4-F8E64C3A7733}"/>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76FA43BE-C1B0-ED1E-F9B2-A9318D49DF3D}"/>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38" name="CuadroTexto 37">
                <a:extLst>
                  <a:ext uri="{FF2B5EF4-FFF2-40B4-BE49-F238E27FC236}">
                    <a16:creationId xmlns:a16="http://schemas.microsoft.com/office/drawing/2014/main" id="{76FA43BE-C1B0-ED1E-F9B2-A9318D49DF3D}"/>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8DE480D8-CBD0-463C-832A-50D9E3620246}"/>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9" name="CuadroTexto 38">
                <a:extLst>
                  <a:ext uri="{FF2B5EF4-FFF2-40B4-BE49-F238E27FC236}">
                    <a16:creationId xmlns:a16="http://schemas.microsoft.com/office/drawing/2014/main" id="{8DE480D8-CBD0-463C-832A-50D9E3620246}"/>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5B2602A1-DD0C-F625-4F16-258E2BEDA213}"/>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40" name="CuadroTexto 39">
                <a:extLst>
                  <a:ext uri="{FF2B5EF4-FFF2-40B4-BE49-F238E27FC236}">
                    <a16:creationId xmlns:a16="http://schemas.microsoft.com/office/drawing/2014/main" id="{5B2602A1-DD0C-F625-4F16-258E2BEDA21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F29FF544-212D-F287-87D9-B3FB84CB9FB1}"/>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41" name="CuadroTexto 40">
                <a:extLst>
                  <a:ext uri="{FF2B5EF4-FFF2-40B4-BE49-F238E27FC236}">
                    <a16:creationId xmlns:a16="http://schemas.microsoft.com/office/drawing/2014/main" id="{F29FF544-212D-F287-87D9-B3FB84CB9FB1}"/>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4C16AEE3-6C5D-BBD3-F60C-75DE567AE5D0}"/>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42" name="CuadroTexto 41">
                <a:extLst>
                  <a:ext uri="{FF2B5EF4-FFF2-40B4-BE49-F238E27FC236}">
                    <a16:creationId xmlns:a16="http://schemas.microsoft.com/office/drawing/2014/main" id="{4C16AEE3-6C5D-BBD3-F60C-75DE567AE5D0}"/>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E355426D-D99A-6B44-C762-E4D555200F6D}"/>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43" name="CuadroTexto 42">
                <a:extLst>
                  <a:ext uri="{FF2B5EF4-FFF2-40B4-BE49-F238E27FC236}">
                    <a16:creationId xmlns:a16="http://schemas.microsoft.com/office/drawing/2014/main" id="{E355426D-D99A-6B44-C762-E4D555200F6D}"/>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44" name="Conector recto de flecha 43">
            <a:extLst>
              <a:ext uri="{FF2B5EF4-FFF2-40B4-BE49-F238E27FC236}">
                <a16:creationId xmlns:a16="http://schemas.microsoft.com/office/drawing/2014/main" id="{24222BA5-A4EE-B331-7E0E-99471AE111E0}"/>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id="{08FCC47C-C426-D924-0554-CB9127E1B148}"/>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F4FF0BCB-EF81-C8DD-1768-FE31E63C446B}"/>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6" name="CuadroTexto 45">
                <a:extLst>
                  <a:ext uri="{FF2B5EF4-FFF2-40B4-BE49-F238E27FC236}">
                    <a16:creationId xmlns:a16="http://schemas.microsoft.com/office/drawing/2014/main" id="{F4FF0BCB-EF81-C8DD-1768-FE31E63C446B}"/>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D2A80D6-CBC8-EF18-0B98-D351254C65C4}"/>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7" name="CuadroTexto 46">
                <a:extLst>
                  <a:ext uri="{FF2B5EF4-FFF2-40B4-BE49-F238E27FC236}">
                    <a16:creationId xmlns:a16="http://schemas.microsoft.com/office/drawing/2014/main" id="{7D2A80D6-CBC8-EF18-0B98-D351254C65C4}"/>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349EE40F-88EF-B39D-12EF-BF06D9574B28}"/>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48" name="CuadroTexto 47">
                <a:extLst>
                  <a:ext uri="{FF2B5EF4-FFF2-40B4-BE49-F238E27FC236}">
                    <a16:creationId xmlns:a16="http://schemas.microsoft.com/office/drawing/2014/main" id="{349EE40F-88EF-B39D-12EF-BF06D9574B28}"/>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sp>
        <p:nvSpPr>
          <p:cNvPr id="49" name="Rectángulo 48">
            <a:extLst>
              <a:ext uri="{FF2B5EF4-FFF2-40B4-BE49-F238E27FC236}">
                <a16:creationId xmlns:a16="http://schemas.microsoft.com/office/drawing/2014/main" id="{DE9ACE81-2577-C292-A91D-63DD0E9AABBE}"/>
              </a:ext>
            </a:extLst>
          </p:cNvPr>
          <p:cNvSpPr/>
          <p:nvPr/>
        </p:nvSpPr>
        <p:spPr>
          <a:xfrm>
            <a:off x="6184441" y="1264237"/>
            <a:ext cx="4585026" cy="4788985"/>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Marcador de número de diapositiva 5">
            <a:extLst>
              <a:ext uri="{FF2B5EF4-FFF2-40B4-BE49-F238E27FC236}">
                <a16:creationId xmlns:a16="http://schemas.microsoft.com/office/drawing/2014/main" id="{C90BA6DB-5991-F627-FED0-9AF64B88B4F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50</a:t>
            </a:fld>
            <a:endParaRPr lang="en-US" noProof="0" dirty="0"/>
          </a:p>
        </p:txBody>
      </p:sp>
      <p:sp>
        <p:nvSpPr>
          <p:cNvPr id="8" name="Rectángulo 7">
            <a:extLst>
              <a:ext uri="{FF2B5EF4-FFF2-40B4-BE49-F238E27FC236}">
                <a16:creationId xmlns:a16="http://schemas.microsoft.com/office/drawing/2014/main" id="{87A08AED-5E1B-F11D-739B-13D3F30C8DBC}"/>
              </a:ext>
            </a:extLst>
          </p:cNvPr>
          <p:cNvSpPr/>
          <p:nvPr/>
        </p:nvSpPr>
        <p:spPr>
          <a:xfrm>
            <a:off x="6171955" y="617907"/>
            <a:ext cx="3597954" cy="5425042"/>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Rectángulo 9">
            <a:extLst>
              <a:ext uri="{FF2B5EF4-FFF2-40B4-BE49-F238E27FC236}">
                <a16:creationId xmlns:a16="http://schemas.microsoft.com/office/drawing/2014/main" id="{A104031A-C9BF-EF4F-A311-915E3813AE69}"/>
              </a:ext>
            </a:extLst>
          </p:cNvPr>
          <p:cNvSpPr/>
          <p:nvPr/>
        </p:nvSpPr>
        <p:spPr>
          <a:xfrm>
            <a:off x="5215047" y="2929893"/>
            <a:ext cx="6352410" cy="2175441"/>
          </a:xfrm>
          <a:prstGeom prst="rect">
            <a:avLst/>
          </a:prstGeom>
          <a:solidFill>
            <a:srgbClr val="0070C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2" name="Tabla 11">
            <a:extLst>
              <a:ext uri="{FF2B5EF4-FFF2-40B4-BE49-F238E27FC236}">
                <a16:creationId xmlns:a16="http://schemas.microsoft.com/office/drawing/2014/main" id="{52E0FBD0-4576-CAF7-10C7-664AF0242BE2}"/>
              </a:ext>
            </a:extLst>
          </p:cNvPr>
          <p:cNvGraphicFramePr>
            <a:graphicFrameLocks noGrp="1"/>
          </p:cNvGraphicFramePr>
          <p:nvPr>
            <p:extLst>
              <p:ext uri="{D42A27DB-BD31-4B8C-83A1-F6EECF244321}">
                <p14:modId xmlns:p14="http://schemas.microsoft.com/office/powerpoint/2010/main" val="3486086300"/>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Tree>
    <p:extLst>
      <p:ext uri="{BB962C8B-B14F-4D97-AF65-F5344CB8AC3E}">
        <p14:creationId xmlns:p14="http://schemas.microsoft.com/office/powerpoint/2010/main" val="2439194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91603-FF59-C7B3-2131-785D81E260E8}"/>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523A75B4-6ED2-EA83-8D4F-9C7DE7785858}"/>
              </a:ext>
            </a:extLst>
          </p:cNvPr>
          <p:cNvSpPr/>
          <p:nvPr/>
        </p:nvSpPr>
        <p:spPr>
          <a:xfrm>
            <a:off x="6174407" y="2933438"/>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ítulo 1">
            <a:extLst>
              <a:ext uri="{FF2B5EF4-FFF2-40B4-BE49-F238E27FC236}">
                <a16:creationId xmlns:a16="http://schemas.microsoft.com/office/drawing/2014/main" id="{DD4F7C5E-48E0-E5A7-3CB1-BA6FC1990BB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12CBDDC5-7315-938E-CC09-3C1DDD348EA1}"/>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762A979-E1AC-B01E-55C9-83314E959FF7}"/>
                  </a:ext>
                </a:extLst>
              </p:cNvPr>
              <p:cNvSpPr>
                <a:spLocks noGrp="1"/>
              </p:cNvSpPr>
              <p:nvPr>
                <p:ph idx="1"/>
              </p:nvPr>
            </p:nvSpPr>
            <p:spPr>
              <a:xfrm>
                <a:off x="629412" y="1522914"/>
                <a:ext cx="401923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≤5</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0≤</m:t>
                      </m:r>
                      <m:r>
                        <a:rPr lang="es-ES" sz="3600" b="0" i="1" smtClean="0">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762A979-E1AC-B01E-55C9-83314E959FF7}"/>
                  </a:ext>
                </a:extLst>
              </p:cNvPr>
              <p:cNvSpPr>
                <a:spLocks noGrp="1" noRot="1" noChangeAspect="1" noMove="1" noResize="1" noEditPoints="1" noAdjustHandles="1" noChangeArrowheads="1" noChangeShapeType="1" noTextEdit="1"/>
              </p:cNvSpPr>
              <p:nvPr>
                <p:ph idx="1"/>
              </p:nvPr>
            </p:nvSpPr>
            <p:spPr>
              <a:xfrm>
                <a:off x="629412" y="1522914"/>
                <a:ext cx="4019239" cy="4788985"/>
              </a:xfrm>
              <a:blipFill>
                <a:blip r:embed="rId3"/>
                <a:stretch>
                  <a:fillRect l="-4545"/>
                </a:stretch>
              </a:blipFill>
            </p:spPr>
            <p:txBody>
              <a:bodyPr/>
              <a:lstStyle/>
              <a:p>
                <a:r>
                  <a:rPr lang="es-ES">
                    <a:noFill/>
                  </a:rPr>
                  <a:t> </a:t>
                </a:r>
              </a:p>
            </p:txBody>
          </p:sp>
        </mc:Fallback>
      </mc:AlternateContent>
      <p:graphicFrame>
        <p:nvGraphicFramePr>
          <p:cNvPr id="12" name="Tabla 11">
            <a:extLst>
              <a:ext uri="{FF2B5EF4-FFF2-40B4-BE49-F238E27FC236}">
                <a16:creationId xmlns:a16="http://schemas.microsoft.com/office/drawing/2014/main" id="{380A6B6F-018E-03E5-5EA9-008E7F6C0652}"/>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1920C335-F8DA-908A-C5AE-9C66B061BC10}"/>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13" name="CuadroTexto 12">
                <a:extLst>
                  <a:ext uri="{FF2B5EF4-FFF2-40B4-BE49-F238E27FC236}">
                    <a16:creationId xmlns:a16="http://schemas.microsoft.com/office/drawing/2014/main" id="{1920C335-F8DA-908A-C5AE-9C66B061BC10}"/>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51E6915-3C7C-43F7-3400-7971BF490B71}"/>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4" name="CuadroTexto 13">
                <a:extLst>
                  <a:ext uri="{FF2B5EF4-FFF2-40B4-BE49-F238E27FC236}">
                    <a16:creationId xmlns:a16="http://schemas.microsoft.com/office/drawing/2014/main" id="{551E6915-3C7C-43F7-3400-7971BF490B71}"/>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2E3907EE-3685-22AF-C6B5-698C1E5C613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33" name="CuadroTexto 32">
                <a:extLst>
                  <a:ext uri="{FF2B5EF4-FFF2-40B4-BE49-F238E27FC236}">
                    <a16:creationId xmlns:a16="http://schemas.microsoft.com/office/drawing/2014/main" id="{2E3907EE-3685-22AF-C6B5-698C1E5C613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4" name="CuadroTexto 33">
                <a:extLst>
                  <a:ext uri="{FF2B5EF4-FFF2-40B4-BE49-F238E27FC236}">
                    <a16:creationId xmlns:a16="http://schemas.microsoft.com/office/drawing/2014/main" id="{B85F519B-BF15-2CA3-FFB8-5E2B8AF35D8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34" name="CuadroTexto 33">
                <a:extLst>
                  <a:ext uri="{FF2B5EF4-FFF2-40B4-BE49-F238E27FC236}">
                    <a16:creationId xmlns:a16="http://schemas.microsoft.com/office/drawing/2014/main" id="{B85F519B-BF15-2CA3-FFB8-5E2B8AF35D8B}"/>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D905F9ED-3B5D-1C09-AC1E-82307F50F30A}"/>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35" name="CuadroTexto 34">
                <a:extLst>
                  <a:ext uri="{FF2B5EF4-FFF2-40B4-BE49-F238E27FC236}">
                    <a16:creationId xmlns:a16="http://schemas.microsoft.com/office/drawing/2014/main" id="{D905F9ED-3B5D-1C09-AC1E-82307F50F30A}"/>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6" name="CuadroTexto 35">
                <a:extLst>
                  <a:ext uri="{FF2B5EF4-FFF2-40B4-BE49-F238E27FC236}">
                    <a16:creationId xmlns:a16="http://schemas.microsoft.com/office/drawing/2014/main" id="{25938B5B-F59A-8E34-BD76-21D635A5E7A6}"/>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36" name="CuadroTexto 35">
                <a:extLst>
                  <a:ext uri="{FF2B5EF4-FFF2-40B4-BE49-F238E27FC236}">
                    <a16:creationId xmlns:a16="http://schemas.microsoft.com/office/drawing/2014/main" id="{25938B5B-F59A-8E34-BD76-21D635A5E7A6}"/>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7" name="CuadroTexto 36">
                <a:extLst>
                  <a:ext uri="{FF2B5EF4-FFF2-40B4-BE49-F238E27FC236}">
                    <a16:creationId xmlns:a16="http://schemas.microsoft.com/office/drawing/2014/main" id="{69CFC710-7E13-B945-7CEB-E152AAFAF7DF}"/>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37" name="CuadroTexto 36">
                <a:extLst>
                  <a:ext uri="{FF2B5EF4-FFF2-40B4-BE49-F238E27FC236}">
                    <a16:creationId xmlns:a16="http://schemas.microsoft.com/office/drawing/2014/main" id="{69CFC710-7E13-B945-7CEB-E152AAFAF7DF}"/>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CF31A564-E6E4-7119-62A3-F3A385DDA0B9}"/>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38" name="CuadroTexto 37">
                <a:extLst>
                  <a:ext uri="{FF2B5EF4-FFF2-40B4-BE49-F238E27FC236}">
                    <a16:creationId xmlns:a16="http://schemas.microsoft.com/office/drawing/2014/main" id="{CF31A564-E6E4-7119-62A3-F3A385DDA0B9}"/>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DABB78D1-A772-C7E6-77DD-D2428F6F0BA0}"/>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9" name="CuadroTexto 38">
                <a:extLst>
                  <a:ext uri="{FF2B5EF4-FFF2-40B4-BE49-F238E27FC236}">
                    <a16:creationId xmlns:a16="http://schemas.microsoft.com/office/drawing/2014/main" id="{DABB78D1-A772-C7E6-77DD-D2428F6F0BA0}"/>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E88024AC-0DA6-1E03-5FF7-6DCB122019D5}"/>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40" name="CuadroTexto 39">
                <a:extLst>
                  <a:ext uri="{FF2B5EF4-FFF2-40B4-BE49-F238E27FC236}">
                    <a16:creationId xmlns:a16="http://schemas.microsoft.com/office/drawing/2014/main" id="{E88024AC-0DA6-1E03-5FF7-6DCB122019D5}"/>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B34526B7-69B4-73FA-25F3-F905F165F7E4}"/>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41" name="CuadroTexto 40">
                <a:extLst>
                  <a:ext uri="{FF2B5EF4-FFF2-40B4-BE49-F238E27FC236}">
                    <a16:creationId xmlns:a16="http://schemas.microsoft.com/office/drawing/2014/main" id="{B34526B7-69B4-73FA-25F3-F905F165F7E4}"/>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C580091B-FAAE-C385-1487-808483E255B9}"/>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42" name="CuadroTexto 41">
                <a:extLst>
                  <a:ext uri="{FF2B5EF4-FFF2-40B4-BE49-F238E27FC236}">
                    <a16:creationId xmlns:a16="http://schemas.microsoft.com/office/drawing/2014/main" id="{C580091B-FAAE-C385-1487-808483E255B9}"/>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154C372B-EC7C-653A-6CC1-E12A76E676E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43" name="CuadroTexto 42">
                <a:extLst>
                  <a:ext uri="{FF2B5EF4-FFF2-40B4-BE49-F238E27FC236}">
                    <a16:creationId xmlns:a16="http://schemas.microsoft.com/office/drawing/2014/main" id="{154C372B-EC7C-653A-6CC1-E12A76E676EC}"/>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44" name="Conector recto de flecha 43">
            <a:extLst>
              <a:ext uri="{FF2B5EF4-FFF2-40B4-BE49-F238E27FC236}">
                <a16:creationId xmlns:a16="http://schemas.microsoft.com/office/drawing/2014/main" id="{E56EA7EE-DD84-756F-DB03-6DE40A293E53}"/>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5" name="Conector recto de flecha 44">
            <a:extLst>
              <a:ext uri="{FF2B5EF4-FFF2-40B4-BE49-F238E27FC236}">
                <a16:creationId xmlns:a16="http://schemas.microsoft.com/office/drawing/2014/main" id="{7DA67BB0-C21A-2A5B-52BB-F10C1D895E41}"/>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46" name="CuadroTexto 45">
                <a:extLst>
                  <a:ext uri="{FF2B5EF4-FFF2-40B4-BE49-F238E27FC236}">
                    <a16:creationId xmlns:a16="http://schemas.microsoft.com/office/drawing/2014/main" id="{F93BBF32-E2E1-F93E-AAB3-26C38A7D03DB}"/>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6" name="CuadroTexto 45">
                <a:extLst>
                  <a:ext uri="{FF2B5EF4-FFF2-40B4-BE49-F238E27FC236}">
                    <a16:creationId xmlns:a16="http://schemas.microsoft.com/office/drawing/2014/main" id="{F93BBF32-E2E1-F93E-AAB3-26C38A7D03DB}"/>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26F5CF9A-5F42-C828-4BFD-1B3FF19FA08F}"/>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47" name="CuadroTexto 46">
                <a:extLst>
                  <a:ext uri="{FF2B5EF4-FFF2-40B4-BE49-F238E27FC236}">
                    <a16:creationId xmlns:a16="http://schemas.microsoft.com/office/drawing/2014/main" id="{26F5CF9A-5F42-C828-4BFD-1B3FF19FA08F}"/>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48" name="CuadroTexto 47">
                <a:extLst>
                  <a:ext uri="{FF2B5EF4-FFF2-40B4-BE49-F238E27FC236}">
                    <a16:creationId xmlns:a16="http://schemas.microsoft.com/office/drawing/2014/main" id="{54564890-9902-B94D-FBC7-BCCE851E6C39}"/>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48" name="CuadroTexto 47">
                <a:extLst>
                  <a:ext uri="{FF2B5EF4-FFF2-40B4-BE49-F238E27FC236}">
                    <a16:creationId xmlns:a16="http://schemas.microsoft.com/office/drawing/2014/main" id="{54564890-9902-B94D-FBC7-BCCE851E6C39}"/>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ADEA1CF0-2979-7B2B-DC99-78C1CC4C38E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51</a:t>
            </a:fld>
            <a:endParaRPr lang="en-US" noProof="0" dirty="0"/>
          </a:p>
        </p:txBody>
      </p:sp>
      <p:sp>
        <p:nvSpPr>
          <p:cNvPr id="6" name="CuadroTexto 5">
            <a:extLst>
              <a:ext uri="{FF2B5EF4-FFF2-40B4-BE49-F238E27FC236}">
                <a16:creationId xmlns:a16="http://schemas.microsoft.com/office/drawing/2014/main" id="{649AAD8C-BEA6-6410-A64C-F2DBA186E428}"/>
              </a:ext>
            </a:extLst>
          </p:cNvPr>
          <p:cNvSpPr txBox="1"/>
          <p:nvPr/>
        </p:nvSpPr>
        <p:spPr>
          <a:xfrm>
            <a:off x="6495002" y="391328"/>
            <a:ext cx="2940872" cy="646331"/>
          </a:xfrm>
          <a:prstGeom prst="rect">
            <a:avLst/>
          </a:prstGeom>
          <a:noFill/>
        </p:spPr>
        <p:txBody>
          <a:bodyPr wrap="square">
            <a:spAutoFit/>
          </a:bodyPr>
          <a:lstStyle/>
          <a:p>
            <a:pPr algn="ctr"/>
            <a:r>
              <a:rPr lang="en-US" sz="3600" dirty="0">
                <a:latin typeface="Gill Sans Nova" panose="020B0602020104020203" pitchFamily="34" charset="0"/>
              </a:rPr>
              <a:t>Feasible region</a:t>
            </a:r>
            <a:endParaRPr lang="es-ES" dirty="0"/>
          </a:p>
        </p:txBody>
      </p:sp>
      <p:cxnSp>
        <p:nvCxnSpPr>
          <p:cNvPr id="7" name="Conector recto de flecha 6">
            <a:extLst>
              <a:ext uri="{FF2B5EF4-FFF2-40B4-BE49-F238E27FC236}">
                <a16:creationId xmlns:a16="http://schemas.microsoft.com/office/drawing/2014/main" id="{C110F33D-0D01-3412-15AE-C9AD33193A95}"/>
              </a:ext>
            </a:extLst>
          </p:cNvPr>
          <p:cNvCxnSpPr>
            <a:cxnSpLocks/>
            <a:stCxn id="6" idx="2"/>
          </p:cNvCxnSpPr>
          <p:nvPr/>
        </p:nvCxnSpPr>
        <p:spPr>
          <a:xfrm>
            <a:off x="7965438" y="1037659"/>
            <a:ext cx="0" cy="1768126"/>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84247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93AE8-0380-590D-25DF-B18EEAFBC9EB}"/>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7ED4AD73-2975-90D9-B263-E17E6B93854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9992714-5CDE-CCE6-3FE3-9C2F22599DF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BF4AE73-77BC-796D-5A2D-B4336C213163}"/>
                  </a:ext>
                </a:extLst>
              </p:cNvPr>
              <p:cNvSpPr>
                <a:spLocks noGrp="1"/>
              </p:cNvSpPr>
              <p:nvPr>
                <p:ph idx="1"/>
              </p:nvPr>
            </p:nvSpPr>
            <p:spPr>
              <a:xfrm>
                <a:off x="629412" y="1522914"/>
                <a:ext cx="4021182"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r>
                        <a:rPr lang="es-ES" sz="3600" b="0" i="1" smtClean="0">
                          <a:latin typeface="Cambria Math" panose="02040503050406030204" pitchFamily="18" charset="0"/>
                        </a:rPr>
                        <m:t>=0</m:t>
                      </m:r>
                    </m:oMath>
                  </m:oMathPara>
                </a14:m>
                <a:endParaRPr lang="es-ES" sz="3600" b="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Some possible solutions:</a:t>
                </a:r>
              </a:p>
              <a:p>
                <a:pPr marL="0" indent="0">
                  <a:buClr>
                    <a:srgbClr val="0070C0"/>
                  </a:buClr>
                  <a:buSzPct val="100000"/>
                  <a:buNone/>
                </a:pPr>
                <a:r>
                  <a:rPr lang="en-US" sz="3600" dirty="0">
                    <a:latin typeface="Gill Sans Nova" panose="020B0602020104020203" pitchFamily="34" charset="0"/>
                  </a:rPr>
                  <a:t>1)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=0</m:t>
                    </m:r>
                  </m:oMath>
                </a14:m>
                <a:r>
                  <a:rPr lang="es-ES" sz="3600" dirty="0">
                    <a:latin typeface="Gill Sans Nova" panose="020B0602020104020203" pitchFamily="34" charset="0"/>
                  </a:rPr>
                  <a:t>,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=0</m:t>
                    </m:r>
                  </m:oMath>
                </a14:m>
                <a:r>
                  <a:rPr lang="es-ES" sz="3600" dirty="0">
                    <a:latin typeface="Gill Sans Nova" panose="020B0602020104020203" pitchFamily="34" charset="0"/>
                  </a:rPr>
                  <a:t>.</a:t>
                </a:r>
              </a:p>
              <a:p>
                <a:pPr marL="0" indent="0">
                  <a:buClr>
                    <a:srgbClr val="0070C0"/>
                  </a:buClr>
                  <a:buSzPct val="100000"/>
                  <a:buNone/>
                </a:pPr>
                <a:r>
                  <a:rPr lang="es-ES" sz="3600" dirty="0">
                    <a:latin typeface="Gill Sans Nova" panose="020B0602020104020203" pitchFamily="34" charset="0"/>
                  </a:rPr>
                  <a:t>2)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=−1</m:t>
                    </m:r>
                  </m:oMath>
                </a14:m>
                <a:r>
                  <a:rPr lang="es-ES" sz="3600" dirty="0">
                    <a:latin typeface="Gill Sans Nova" panose="020B0602020104020203" pitchFamily="34" charset="0"/>
                  </a:rPr>
                  <a:t>,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=2</m:t>
                    </m:r>
                  </m:oMath>
                </a14:m>
                <a:r>
                  <a:rPr lang="es-ES" sz="3600" dirty="0">
                    <a:latin typeface="Gill Sans Nova" panose="020B0602020104020203" pitchFamily="34" charset="0"/>
                  </a:rPr>
                  <a:t>.</a:t>
                </a: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BF4AE73-77BC-796D-5A2D-B4336C213163}"/>
                  </a:ext>
                </a:extLst>
              </p:cNvPr>
              <p:cNvSpPr>
                <a:spLocks noGrp="1" noRot="1" noChangeAspect="1" noMove="1" noResize="1" noEditPoints="1" noAdjustHandles="1" noChangeArrowheads="1" noChangeShapeType="1" noTextEdit="1"/>
              </p:cNvSpPr>
              <p:nvPr>
                <p:ph idx="1"/>
              </p:nvPr>
            </p:nvSpPr>
            <p:spPr>
              <a:xfrm>
                <a:off x="629412" y="1522914"/>
                <a:ext cx="4021182" cy="4788985"/>
              </a:xfrm>
              <a:blipFill>
                <a:blip r:embed="rId3"/>
                <a:stretch>
                  <a:fillRect l="-4545" r="-3030"/>
                </a:stretch>
              </a:blipFill>
            </p:spPr>
            <p:txBody>
              <a:bodyPr/>
              <a:lstStyle/>
              <a:p>
                <a:r>
                  <a:rPr lang="es-ES">
                    <a:noFill/>
                  </a:rPr>
                  <a:t> </a:t>
                </a:r>
              </a:p>
            </p:txBody>
          </p:sp>
        </mc:Fallback>
      </mc:AlternateContent>
      <p:sp>
        <p:nvSpPr>
          <p:cNvPr id="70" name="Rectángulo 69">
            <a:extLst>
              <a:ext uri="{FF2B5EF4-FFF2-40B4-BE49-F238E27FC236}">
                <a16:creationId xmlns:a16="http://schemas.microsoft.com/office/drawing/2014/main" id="{F18A8B29-3F55-F22F-3ABF-B28329B8DD48}"/>
              </a:ext>
            </a:extLst>
          </p:cNvPr>
          <p:cNvSpPr/>
          <p:nvPr/>
        </p:nvSpPr>
        <p:spPr>
          <a:xfrm>
            <a:off x="59905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71" name="Tabla 70">
            <a:extLst>
              <a:ext uri="{FF2B5EF4-FFF2-40B4-BE49-F238E27FC236}">
                <a16:creationId xmlns:a16="http://schemas.microsoft.com/office/drawing/2014/main" id="{08D1C6F7-362B-05B6-EB97-CB82618EE0CA}"/>
              </a:ext>
            </a:extLst>
          </p:cNvPr>
          <p:cNvGraphicFramePr>
            <a:graphicFrameLocks noGrp="1"/>
          </p:cNvGraphicFramePr>
          <p:nvPr>
            <p:extLst>
              <p:ext uri="{D42A27DB-BD31-4B8C-83A1-F6EECF244321}">
                <p14:modId xmlns:p14="http://schemas.microsoft.com/office/powerpoint/2010/main" val="745845028"/>
              </p:ext>
            </p:extLst>
          </p:nvPr>
        </p:nvGraphicFramePr>
        <p:xfrm>
          <a:off x="52703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24F03CAE-CF91-F8B9-FC38-4353B9360D20}"/>
                  </a:ext>
                </a:extLst>
              </p:cNvPr>
              <p:cNvSpPr txBox="1"/>
              <p:nvPr/>
            </p:nvSpPr>
            <p:spPr>
              <a:xfrm>
                <a:off x="50864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2" name="CuadroTexto 71">
                <a:extLst>
                  <a:ext uri="{FF2B5EF4-FFF2-40B4-BE49-F238E27FC236}">
                    <a16:creationId xmlns:a16="http://schemas.microsoft.com/office/drawing/2014/main" id="{24F03CAE-CF91-F8B9-FC38-4353B9360D20}"/>
                  </a:ext>
                </a:extLst>
              </p:cNvPr>
              <p:cNvSpPr txBox="1">
                <a:spLocks noRot="1" noChangeAspect="1" noMove="1" noResize="1" noEditPoints="1" noAdjustHandles="1" noChangeArrowheads="1" noChangeShapeType="1" noTextEdit="1"/>
              </p:cNvSpPr>
              <p:nvPr/>
            </p:nvSpPr>
            <p:spPr>
              <a:xfrm>
                <a:off x="50864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3" name="CuadroTexto 72">
                <a:extLst>
                  <a:ext uri="{FF2B5EF4-FFF2-40B4-BE49-F238E27FC236}">
                    <a16:creationId xmlns:a16="http://schemas.microsoft.com/office/drawing/2014/main" id="{9A591F1D-2FDD-F8A8-84D1-E564C43E90B2}"/>
                  </a:ext>
                </a:extLst>
              </p:cNvPr>
              <p:cNvSpPr txBox="1"/>
              <p:nvPr/>
            </p:nvSpPr>
            <p:spPr>
              <a:xfrm>
                <a:off x="51932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73" name="CuadroTexto 72">
                <a:extLst>
                  <a:ext uri="{FF2B5EF4-FFF2-40B4-BE49-F238E27FC236}">
                    <a16:creationId xmlns:a16="http://schemas.microsoft.com/office/drawing/2014/main" id="{9A591F1D-2FDD-F8A8-84D1-E564C43E90B2}"/>
                  </a:ext>
                </a:extLst>
              </p:cNvPr>
              <p:cNvSpPr txBox="1">
                <a:spLocks noRot="1" noChangeAspect="1" noMove="1" noResize="1" noEditPoints="1" noAdjustHandles="1" noChangeArrowheads="1" noChangeShapeType="1" noTextEdit="1"/>
              </p:cNvSpPr>
              <p:nvPr/>
            </p:nvSpPr>
            <p:spPr>
              <a:xfrm>
                <a:off x="51932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4" name="CuadroTexto 73">
                <a:extLst>
                  <a:ext uri="{FF2B5EF4-FFF2-40B4-BE49-F238E27FC236}">
                    <a16:creationId xmlns:a16="http://schemas.microsoft.com/office/drawing/2014/main" id="{3C812D8F-E067-019F-34E2-4EC32F569966}"/>
                  </a:ext>
                </a:extLst>
              </p:cNvPr>
              <p:cNvSpPr txBox="1"/>
              <p:nvPr/>
            </p:nvSpPr>
            <p:spPr>
              <a:xfrm>
                <a:off x="66589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74" name="CuadroTexto 73">
                <a:extLst>
                  <a:ext uri="{FF2B5EF4-FFF2-40B4-BE49-F238E27FC236}">
                    <a16:creationId xmlns:a16="http://schemas.microsoft.com/office/drawing/2014/main" id="{3C812D8F-E067-019F-34E2-4EC32F569966}"/>
                  </a:ext>
                </a:extLst>
              </p:cNvPr>
              <p:cNvSpPr txBox="1">
                <a:spLocks noRot="1" noChangeAspect="1" noMove="1" noResize="1" noEditPoints="1" noAdjustHandles="1" noChangeArrowheads="1" noChangeShapeType="1" noTextEdit="1"/>
              </p:cNvSpPr>
              <p:nvPr/>
            </p:nvSpPr>
            <p:spPr>
              <a:xfrm>
                <a:off x="66589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5" name="CuadroTexto 74">
                <a:extLst>
                  <a:ext uri="{FF2B5EF4-FFF2-40B4-BE49-F238E27FC236}">
                    <a16:creationId xmlns:a16="http://schemas.microsoft.com/office/drawing/2014/main" id="{AFF8A7C1-739C-E14E-8312-5E8B6B038283}"/>
                  </a:ext>
                </a:extLst>
              </p:cNvPr>
              <p:cNvSpPr txBox="1"/>
              <p:nvPr/>
            </p:nvSpPr>
            <p:spPr>
              <a:xfrm>
                <a:off x="73695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75" name="CuadroTexto 74">
                <a:extLst>
                  <a:ext uri="{FF2B5EF4-FFF2-40B4-BE49-F238E27FC236}">
                    <a16:creationId xmlns:a16="http://schemas.microsoft.com/office/drawing/2014/main" id="{AFF8A7C1-739C-E14E-8312-5E8B6B038283}"/>
                  </a:ext>
                </a:extLst>
              </p:cNvPr>
              <p:cNvSpPr txBox="1">
                <a:spLocks noRot="1" noChangeAspect="1" noMove="1" noResize="1" noEditPoints="1" noAdjustHandles="1" noChangeArrowheads="1" noChangeShapeType="1" noTextEdit="1"/>
              </p:cNvSpPr>
              <p:nvPr/>
            </p:nvSpPr>
            <p:spPr>
              <a:xfrm>
                <a:off x="73695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E3F9B61C-85E7-17EF-8EC4-8CB65269E81C}"/>
                  </a:ext>
                </a:extLst>
              </p:cNvPr>
              <p:cNvSpPr txBox="1"/>
              <p:nvPr/>
            </p:nvSpPr>
            <p:spPr>
              <a:xfrm>
                <a:off x="80718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76" name="CuadroTexto 75">
                <a:extLst>
                  <a:ext uri="{FF2B5EF4-FFF2-40B4-BE49-F238E27FC236}">
                    <a16:creationId xmlns:a16="http://schemas.microsoft.com/office/drawing/2014/main" id="{E3F9B61C-85E7-17EF-8EC4-8CB65269E81C}"/>
                  </a:ext>
                </a:extLst>
              </p:cNvPr>
              <p:cNvSpPr txBox="1">
                <a:spLocks noRot="1" noChangeAspect="1" noMove="1" noResize="1" noEditPoints="1" noAdjustHandles="1" noChangeArrowheads="1" noChangeShapeType="1" noTextEdit="1"/>
              </p:cNvSpPr>
              <p:nvPr/>
            </p:nvSpPr>
            <p:spPr>
              <a:xfrm>
                <a:off x="80718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7C705D0E-E255-2FB6-5A05-3EC267367C59}"/>
                  </a:ext>
                </a:extLst>
              </p:cNvPr>
              <p:cNvSpPr txBox="1"/>
              <p:nvPr/>
            </p:nvSpPr>
            <p:spPr>
              <a:xfrm>
                <a:off x="88042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77" name="CuadroTexto 76">
                <a:extLst>
                  <a:ext uri="{FF2B5EF4-FFF2-40B4-BE49-F238E27FC236}">
                    <a16:creationId xmlns:a16="http://schemas.microsoft.com/office/drawing/2014/main" id="{7C705D0E-E255-2FB6-5A05-3EC267367C59}"/>
                  </a:ext>
                </a:extLst>
              </p:cNvPr>
              <p:cNvSpPr txBox="1">
                <a:spLocks noRot="1" noChangeAspect="1" noMove="1" noResize="1" noEditPoints="1" noAdjustHandles="1" noChangeArrowheads="1" noChangeShapeType="1" noTextEdit="1"/>
              </p:cNvSpPr>
              <p:nvPr/>
            </p:nvSpPr>
            <p:spPr>
              <a:xfrm>
                <a:off x="88042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8" name="CuadroTexto 77">
                <a:extLst>
                  <a:ext uri="{FF2B5EF4-FFF2-40B4-BE49-F238E27FC236}">
                    <a16:creationId xmlns:a16="http://schemas.microsoft.com/office/drawing/2014/main" id="{0FB3EEF0-86D0-9902-8E31-EF6E724470B4}"/>
                  </a:ext>
                </a:extLst>
              </p:cNvPr>
              <p:cNvSpPr txBox="1"/>
              <p:nvPr/>
            </p:nvSpPr>
            <p:spPr>
              <a:xfrm>
                <a:off x="95130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78" name="CuadroTexto 77">
                <a:extLst>
                  <a:ext uri="{FF2B5EF4-FFF2-40B4-BE49-F238E27FC236}">
                    <a16:creationId xmlns:a16="http://schemas.microsoft.com/office/drawing/2014/main" id="{0FB3EEF0-86D0-9902-8E31-EF6E724470B4}"/>
                  </a:ext>
                </a:extLst>
              </p:cNvPr>
              <p:cNvSpPr txBox="1">
                <a:spLocks noRot="1" noChangeAspect="1" noMove="1" noResize="1" noEditPoints="1" noAdjustHandles="1" noChangeArrowheads="1" noChangeShapeType="1" noTextEdit="1"/>
              </p:cNvSpPr>
              <p:nvPr/>
            </p:nvSpPr>
            <p:spPr>
              <a:xfrm>
                <a:off x="95130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9" name="CuadroTexto 78">
                <a:extLst>
                  <a:ext uri="{FF2B5EF4-FFF2-40B4-BE49-F238E27FC236}">
                    <a16:creationId xmlns:a16="http://schemas.microsoft.com/office/drawing/2014/main" id="{C01F35DF-745E-3F15-B527-BC215BBC1195}"/>
                  </a:ext>
                </a:extLst>
              </p:cNvPr>
              <p:cNvSpPr txBox="1"/>
              <p:nvPr/>
            </p:nvSpPr>
            <p:spPr>
              <a:xfrm>
                <a:off x="51930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79" name="CuadroTexto 78">
                <a:extLst>
                  <a:ext uri="{FF2B5EF4-FFF2-40B4-BE49-F238E27FC236}">
                    <a16:creationId xmlns:a16="http://schemas.microsoft.com/office/drawing/2014/main" id="{C01F35DF-745E-3F15-B527-BC215BBC1195}"/>
                  </a:ext>
                </a:extLst>
              </p:cNvPr>
              <p:cNvSpPr txBox="1">
                <a:spLocks noRot="1" noChangeAspect="1" noMove="1" noResize="1" noEditPoints="1" noAdjustHandles="1" noChangeArrowheads="1" noChangeShapeType="1" noTextEdit="1"/>
              </p:cNvSpPr>
              <p:nvPr/>
            </p:nvSpPr>
            <p:spPr>
              <a:xfrm>
                <a:off x="51930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0" name="CuadroTexto 79">
                <a:extLst>
                  <a:ext uri="{FF2B5EF4-FFF2-40B4-BE49-F238E27FC236}">
                    <a16:creationId xmlns:a16="http://schemas.microsoft.com/office/drawing/2014/main" id="{319FA011-724B-BCFE-04CC-38BD7605EF9F}"/>
                  </a:ext>
                </a:extLst>
              </p:cNvPr>
              <p:cNvSpPr txBox="1"/>
              <p:nvPr/>
            </p:nvSpPr>
            <p:spPr>
              <a:xfrm>
                <a:off x="51930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80" name="CuadroTexto 79">
                <a:extLst>
                  <a:ext uri="{FF2B5EF4-FFF2-40B4-BE49-F238E27FC236}">
                    <a16:creationId xmlns:a16="http://schemas.microsoft.com/office/drawing/2014/main" id="{319FA011-724B-BCFE-04CC-38BD7605EF9F}"/>
                  </a:ext>
                </a:extLst>
              </p:cNvPr>
              <p:cNvSpPr txBox="1">
                <a:spLocks noRot="1" noChangeAspect="1" noMove="1" noResize="1" noEditPoints="1" noAdjustHandles="1" noChangeArrowheads="1" noChangeShapeType="1" noTextEdit="1"/>
              </p:cNvSpPr>
              <p:nvPr/>
            </p:nvSpPr>
            <p:spPr>
              <a:xfrm>
                <a:off x="51930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1" name="CuadroTexto 80">
                <a:extLst>
                  <a:ext uri="{FF2B5EF4-FFF2-40B4-BE49-F238E27FC236}">
                    <a16:creationId xmlns:a16="http://schemas.microsoft.com/office/drawing/2014/main" id="{A271635A-3858-A5D0-5148-EECF3E704B2A}"/>
                  </a:ext>
                </a:extLst>
              </p:cNvPr>
              <p:cNvSpPr txBox="1"/>
              <p:nvPr/>
            </p:nvSpPr>
            <p:spPr>
              <a:xfrm>
                <a:off x="51930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81" name="CuadroTexto 80">
                <a:extLst>
                  <a:ext uri="{FF2B5EF4-FFF2-40B4-BE49-F238E27FC236}">
                    <a16:creationId xmlns:a16="http://schemas.microsoft.com/office/drawing/2014/main" id="{A271635A-3858-A5D0-5148-EECF3E704B2A}"/>
                  </a:ext>
                </a:extLst>
              </p:cNvPr>
              <p:cNvSpPr txBox="1">
                <a:spLocks noRot="1" noChangeAspect="1" noMove="1" noResize="1" noEditPoints="1" noAdjustHandles="1" noChangeArrowheads="1" noChangeShapeType="1" noTextEdit="1"/>
              </p:cNvSpPr>
              <p:nvPr/>
            </p:nvSpPr>
            <p:spPr>
              <a:xfrm>
                <a:off x="51930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2" name="CuadroTexto 81">
                <a:extLst>
                  <a:ext uri="{FF2B5EF4-FFF2-40B4-BE49-F238E27FC236}">
                    <a16:creationId xmlns:a16="http://schemas.microsoft.com/office/drawing/2014/main" id="{2A2A73F2-1538-C98D-2596-11DFFC82CF62}"/>
                  </a:ext>
                </a:extLst>
              </p:cNvPr>
              <p:cNvSpPr txBox="1"/>
              <p:nvPr/>
            </p:nvSpPr>
            <p:spPr>
              <a:xfrm>
                <a:off x="51930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82" name="CuadroTexto 81">
                <a:extLst>
                  <a:ext uri="{FF2B5EF4-FFF2-40B4-BE49-F238E27FC236}">
                    <a16:creationId xmlns:a16="http://schemas.microsoft.com/office/drawing/2014/main" id="{2A2A73F2-1538-C98D-2596-11DFFC82CF62}"/>
                  </a:ext>
                </a:extLst>
              </p:cNvPr>
              <p:cNvSpPr txBox="1">
                <a:spLocks noRot="1" noChangeAspect="1" noMove="1" noResize="1" noEditPoints="1" noAdjustHandles="1" noChangeArrowheads="1" noChangeShapeType="1" noTextEdit="1"/>
              </p:cNvSpPr>
              <p:nvPr/>
            </p:nvSpPr>
            <p:spPr>
              <a:xfrm>
                <a:off x="51930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3" name="CuadroTexto 82">
                <a:extLst>
                  <a:ext uri="{FF2B5EF4-FFF2-40B4-BE49-F238E27FC236}">
                    <a16:creationId xmlns:a16="http://schemas.microsoft.com/office/drawing/2014/main" id="{C4A64FDB-89F9-73C7-F079-675C92D90EE1}"/>
                  </a:ext>
                </a:extLst>
              </p:cNvPr>
              <p:cNvSpPr txBox="1"/>
              <p:nvPr/>
            </p:nvSpPr>
            <p:spPr>
              <a:xfrm>
                <a:off x="51930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83" name="CuadroTexto 82">
                <a:extLst>
                  <a:ext uri="{FF2B5EF4-FFF2-40B4-BE49-F238E27FC236}">
                    <a16:creationId xmlns:a16="http://schemas.microsoft.com/office/drawing/2014/main" id="{C4A64FDB-89F9-73C7-F079-675C92D90EE1}"/>
                  </a:ext>
                </a:extLst>
              </p:cNvPr>
              <p:cNvSpPr txBox="1">
                <a:spLocks noRot="1" noChangeAspect="1" noMove="1" noResize="1" noEditPoints="1" noAdjustHandles="1" noChangeArrowheads="1" noChangeShapeType="1" noTextEdit="1"/>
              </p:cNvSpPr>
              <p:nvPr/>
            </p:nvSpPr>
            <p:spPr>
              <a:xfrm>
                <a:off x="51930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84" name="Conector recto de flecha 83">
            <a:extLst>
              <a:ext uri="{FF2B5EF4-FFF2-40B4-BE49-F238E27FC236}">
                <a16:creationId xmlns:a16="http://schemas.microsoft.com/office/drawing/2014/main" id="{ABBE22E7-A3EC-2CFB-7ED7-060169CAC0C5}"/>
              </a:ext>
            </a:extLst>
          </p:cNvPr>
          <p:cNvCxnSpPr>
            <a:cxnSpLocks/>
          </p:cNvCxnSpPr>
          <p:nvPr/>
        </p:nvCxnSpPr>
        <p:spPr>
          <a:xfrm flipV="1">
            <a:off x="59599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ector recto de flecha 84">
            <a:extLst>
              <a:ext uri="{FF2B5EF4-FFF2-40B4-BE49-F238E27FC236}">
                <a16:creationId xmlns:a16="http://schemas.microsoft.com/office/drawing/2014/main" id="{BF8C94AF-63C2-AAE3-9B54-28662DFFA4BF}"/>
              </a:ext>
            </a:extLst>
          </p:cNvPr>
          <p:cNvCxnSpPr>
            <a:cxnSpLocks/>
          </p:cNvCxnSpPr>
          <p:nvPr/>
        </p:nvCxnSpPr>
        <p:spPr>
          <a:xfrm flipV="1">
            <a:off x="59910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6" name="CuadroTexto 85">
                <a:extLst>
                  <a:ext uri="{FF2B5EF4-FFF2-40B4-BE49-F238E27FC236}">
                    <a16:creationId xmlns:a16="http://schemas.microsoft.com/office/drawing/2014/main" id="{171BD15D-BFA2-772F-F55D-87E291C06F16}"/>
                  </a:ext>
                </a:extLst>
              </p:cNvPr>
              <p:cNvSpPr txBox="1"/>
              <p:nvPr/>
            </p:nvSpPr>
            <p:spPr>
              <a:xfrm>
                <a:off x="51176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86" name="CuadroTexto 85">
                <a:extLst>
                  <a:ext uri="{FF2B5EF4-FFF2-40B4-BE49-F238E27FC236}">
                    <a16:creationId xmlns:a16="http://schemas.microsoft.com/office/drawing/2014/main" id="{171BD15D-BFA2-772F-F55D-87E291C06F16}"/>
                  </a:ext>
                </a:extLst>
              </p:cNvPr>
              <p:cNvSpPr txBox="1">
                <a:spLocks noRot="1" noChangeAspect="1" noMove="1" noResize="1" noEditPoints="1" noAdjustHandles="1" noChangeArrowheads="1" noChangeShapeType="1" noTextEdit="1"/>
              </p:cNvSpPr>
              <p:nvPr/>
            </p:nvSpPr>
            <p:spPr>
              <a:xfrm>
                <a:off x="51176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7" name="CuadroTexto 86">
                <a:extLst>
                  <a:ext uri="{FF2B5EF4-FFF2-40B4-BE49-F238E27FC236}">
                    <a16:creationId xmlns:a16="http://schemas.microsoft.com/office/drawing/2014/main" id="{224FB10E-A1F8-A9C0-43F0-F261C36382E4}"/>
                  </a:ext>
                </a:extLst>
              </p:cNvPr>
              <p:cNvSpPr txBox="1"/>
              <p:nvPr/>
            </p:nvSpPr>
            <p:spPr>
              <a:xfrm>
                <a:off x="43929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87" name="CuadroTexto 86">
                <a:extLst>
                  <a:ext uri="{FF2B5EF4-FFF2-40B4-BE49-F238E27FC236}">
                    <a16:creationId xmlns:a16="http://schemas.microsoft.com/office/drawing/2014/main" id="{224FB10E-A1F8-A9C0-43F0-F261C36382E4}"/>
                  </a:ext>
                </a:extLst>
              </p:cNvPr>
              <p:cNvSpPr txBox="1">
                <a:spLocks noRot="1" noChangeAspect="1" noMove="1" noResize="1" noEditPoints="1" noAdjustHandles="1" noChangeArrowheads="1" noChangeShapeType="1" noTextEdit="1"/>
              </p:cNvSpPr>
              <p:nvPr/>
            </p:nvSpPr>
            <p:spPr>
              <a:xfrm>
                <a:off x="43929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8" name="CuadroTexto 87">
                <a:extLst>
                  <a:ext uri="{FF2B5EF4-FFF2-40B4-BE49-F238E27FC236}">
                    <a16:creationId xmlns:a16="http://schemas.microsoft.com/office/drawing/2014/main" id="{AFC9392D-A7A2-7F9F-B25E-A2BDDF7C41B7}"/>
                  </a:ext>
                </a:extLst>
              </p:cNvPr>
              <p:cNvSpPr txBox="1"/>
              <p:nvPr/>
            </p:nvSpPr>
            <p:spPr>
              <a:xfrm>
                <a:off x="59256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88" name="CuadroTexto 87">
                <a:extLst>
                  <a:ext uri="{FF2B5EF4-FFF2-40B4-BE49-F238E27FC236}">
                    <a16:creationId xmlns:a16="http://schemas.microsoft.com/office/drawing/2014/main" id="{AFC9392D-A7A2-7F9F-B25E-A2BDDF7C41B7}"/>
                  </a:ext>
                </a:extLst>
              </p:cNvPr>
              <p:cNvSpPr txBox="1">
                <a:spLocks noRot="1" noChangeAspect="1" noMove="1" noResize="1" noEditPoints="1" noAdjustHandles="1" noChangeArrowheads="1" noChangeShapeType="1" noTextEdit="1"/>
              </p:cNvSpPr>
              <p:nvPr/>
            </p:nvSpPr>
            <p:spPr>
              <a:xfrm>
                <a:off x="5925637" y="5301537"/>
                <a:ext cx="1163547" cy="646331"/>
              </a:xfrm>
              <a:prstGeom prst="rect">
                <a:avLst/>
              </a:prstGeom>
              <a:blipFill>
                <a:blip r:embed="rId18"/>
                <a:stretch>
                  <a:fillRect/>
                </a:stretch>
              </a:blipFill>
            </p:spPr>
            <p:txBody>
              <a:bodyPr/>
              <a:lstStyle/>
              <a:p>
                <a:r>
                  <a:rPr lang="es-ES">
                    <a:noFill/>
                  </a:rPr>
                  <a:t> </a:t>
                </a:r>
              </a:p>
            </p:txBody>
          </p:sp>
        </mc:Fallback>
      </mc:AlternateContent>
      <p:sp>
        <p:nvSpPr>
          <p:cNvPr id="90" name="Elipse 89">
            <a:extLst>
              <a:ext uri="{FF2B5EF4-FFF2-40B4-BE49-F238E27FC236}">
                <a16:creationId xmlns:a16="http://schemas.microsoft.com/office/drawing/2014/main" id="{CC4228E1-B5BC-EAE6-FFE3-B79A03FA0C95}"/>
              </a:ext>
            </a:extLst>
          </p:cNvPr>
          <p:cNvSpPr/>
          <p:nvPr/>
        </p:nvSpPr>
        <p:spPr>
          <a:xfrm>
            <a:off x="5864546" y="5193310"/>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1" name="Elipse 90">
            <a:extLst>
              <a:ext uri="{FF2B5EF4-FFF2-40B4-BE49-F238E27FC236}">
                <a16:creationId xmlns:a16="http://schemas.microsoft.com/office/drawing/2014/main" id="{7437D3C1-241E-05AA-C7B2-ABCFE229400D}"/>
              </a:ext>
            </a:extLst>
          </p:cNvPr>
          <p:cNvSpPr/>
          <p:nvPr/>
        </p:nvSpPr>
        <p:spPr>
          <a:xfrm>
            <a:off x="5143616" y="3748694"/>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36C0B3D4-34C5-F540-F980-15ED4E2D5578}"/>
                  </a:ext>
                </a:extLst>
              </p:cNvPr>
              <p:cNvSpPr txBox="1"/>
              <p:nvPr/>
            </p:nvSpPr>
            <p:spPr>
              <a:xfrm>
                <a:off x="10258804"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4" name="CuadroTexto 3">
                <a:extLst>
                  <a:ext uri="{FF2B5EF4-FFF2-40B4-BE49-F238E27FC236}">
                    <a16:creationId xmlns:a16="http://schemas.microsoft.com/office/drawing/2014/main" id="{36C0B3D4-34C5-F540-F980-15ED4E2D5578}"/>
                  </a:ext>
                </a:extLst>
              </p:cNvPr>
              <p:cNvSpPr txBox="1">
                <a:spLocks noRot="1" noChangeAspect="1" noMove="1" noResize="1" noEditPoints="1" noAdjustHandles="1" noChangeArrowheads="1" noChangeShapeType="1" noTextEdit="1"/>
              </p:cNvSpPr>
              <p:nvPr/>
            </p:nvSpPr>
            <p:spPr>
              <a:xfrm>
                <a:off x="10258804" y="5318333"/>
                <a:ext cx="1163547" cy="646331"/>
              </a:xfrm>
              <a:prstGeom prst="rect">
                <a:avLst/>
              </a:prstGeom>
              <a:blipFill>
                <a:blip r:embed="rId19"/>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8053972-9110-F294-67E8-BFF402DAE20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52</a:t>
            </a:fld>
            <a:endParaRPr lang="en-US" noProof="0" dirty="0"/>
          </a:p>
        </p:txBody>
      </p:sp>
    </p:spTree>
    <p:extLst>
      <p:ext uri="{BB962C8B-B14F-4D97-AF65-F5344CB8AC3E}">
        <p14:creationId xmlns:p14="http://schemas.microsoft.com/office/powerpoint/2010/main" val="2987214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62142-047D-A382-A24D-9323F01956BD}"/>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B29E5491-8B46-A1B2-56EC-734B8C9A8BD3}"/>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EBBDBC4-9212-0DAA-B81D-87F1B06C53C5}"/>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F91FD66-9663-4CE5-CB14-A63C9EB30A56}"/>
                  </a:ext>
                </a:extLst>
              </p:cNvPr>
              <p:cNvSpPr>
                <a:spLocks noGrp="1"/>
              </p:cNvSpPr>
              <p:nvPr>
                <p:ph idx="1"/>
              </p:nvPr>
            </p:nvSpPr>
            <p:spPr>
              <a:xfrm>
                <a:off x="629412" y="1522914"/>
                <a:ext cx="4060391"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Some possible solutions of      </a:t>
                </a:r>
                <a14:m>
                  <m:oMath xmlns:m="http://schemas.openxmlformats.org/officeDocument/2006/math">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r>
                      <a:rPr lang="es-ES" sz="3600" i="1">
                        <a:latin typeface="Cambria Math" panose="02040503050406030204" pitchFamily="18" charset="0"/>
                      </a:rPr>
                      <m:t>=0</m:t>
                    </m:r>
                  </m:oMath>
                </a14:m>
                <a:r>
                  <a:rPr lang="en-US" sz="3600" dirty="0">
                    <a:latin typeface="Gill Sans Nova" panose="020B0602020104020203" pitchFamily="34" charset="0"/>
                  </a:rPr>
                  <a:t>:</a:t>
                </a: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1)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=0</m:t>
                    </m:r>
                  </m:oMath>
                </a14:m>
                <a:r>
                  <a:rPr lang="es-ES" sz="3600" dirty="0">
                    <a:latin typeface="Gill Sans Nova" panose="020B0602020104020203" pitchFamily="34" charset="0"/>
                  </a:rPr>
                  <a:t>,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=0</m:t>
                    </m:r>
                  </m:oMath>
                </a14:m>
                <a:r>
                  <a:rPr lang="es-ES" sz="3600" dirty="0">
                    <a:latin typeface="Gill Sans Nova" panose="020B0602020104020203" pitchFamily="34" charset="0"/>
                  </a:rPr>
                  <a:t>.</a:t>
                </a:r>
              </a:p>
              <a:p>
                <a:pPr marL="0" indent="0">
                  <a:buClr>
                    <a:srgbClr val="0070C0"/>
                  </a:buClr>
                  <a:buSzPct val="100000"/>
                  <a:buNone/>
                </a:pPr>
                <a:r>
                  <a:rPr lang="es-ES" sz="3600" dirty="0">
                    <a:latin typeface="Gill Sans Nova" panose="020B0602020104020203" pitchFamily="34" charset="0"/>
                  </a:rPr>
                  <a:t>2)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=−1</m:t>
                    </m:r>
                  </m:oMath>
                </a14:m>
                <a:r>
                  <a:rPr lang="es-ES" sz="3600" dirty="0">
                    <a:latin typeface="Gill Sans Nova" panose="020B0602020104020203" pitchFamily="34" charset="0"/>
                  </a:rPr>
                  <a:t>, </a:t>
                </a:r>
                <a14:m>
                  <m:oMath xmlns:m="http://schemas.openxmlformats.org/officeDocument/2006/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=2</m:t>
                    </m:r>
                  </m:oMath>
                </a14:m>
                <a:r>
                  <a:rPr lang="es-ES" sz="3600" dirty="0">
                    <a:latin typeface="Gill Sans Nova" panose="020B0602020104020203" pitchFamily="34" charset="0"/>
                  </a:rPr>
                  <a:t>.</a:t>
                </a: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F91FD66-9663-4CE5-CB14-A63C9EB30A56}"/>
                  </a:ext>
                </a:extLst>
              </p:cNvPr>
              <p:cNvSpPr>
                <a:spLocks noGrp="1" noRot="1" noChangeAspect="1" noMove="1" noResize="1" noEditPoints="1" noAdjustHandles="1" noChangeArrowheads="1" noChangeShapeType="1" noTextEdit="1"/>
              </p:cNvSpPr>
              <p:nvPr>
                <p:ph idx="1"/>
              </p:nvPr>
            </p:nvSpPr>
            <p:spPr>
              <a:xfrm>
                <a:off x="629412" y="1522914"/>
                <a:ext cx="4060391" cy="4788985"/>
              </a:xfrm>
              <a:blipFill>
                <a:blip r:embed="rId3"/>
                <a:stretch>
                  <a:fillRect l="-4505" r="-2102"/>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296AF00D-537F-C145-DBA3-2B1A5F118F3A}"/>
              </a:ext>
            </a:extLst>
          </p:cNvPr>
          <p:cNvSpPr/>
          <p:nvPr/>
        </p:nvSpPr>
        <p:spPr>
          <a:xfrm>
            <a:off x="59905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FC1E1FB3-5C3D-FEE6-A846-E712D826E772}"/>
              </a:ext>
            </a:extLst>
          </p:cNvPr>
          <p:cNvGraphicFramePr>
            <a:graphicFrameLocks noGrp="1"/>
          </p:cNvGraphicFramePr>
          <p:nvPr>
            <p:extLst>
              <p:ext uri="{D42A27DB-BD31-4B8C-83A1-F6EECF244321}">
                <p14:modId xmlns:p14="http://schemas.microsoft.com/office/powerpoint/2010/main" val="3546842014"/>
              </p:ext>
            </p:extLst>
          </p:nvPr>
        </p:nvGraphicFramePr>
        <p:xfrm>
          <a:off x="52703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645C6BC-C5AC-71E7-359A-D2575D221A2C}"/>
                  </a:ext>
                </a:extLst>
              </p:cNvPr>
              <p:cNvSpPr txBox="1"/>
              <p:nvPr/>
            </p:nvSpPr>
            <p:spPr>
              <a:xfrm>
                <a:off x="50864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7645C6BC-C5AC-71E7-359A-D2575D221A2C}"/>
                  </a:ext>
                </a:extLst>
              </p:cNvPr>
              <p:cNvSpPr txBox="1">
                <a:spLocks noRot="1" noChangeAspect="1" noMove="1" noResize="1" noEditPoints="1" noAdjustHandles="1" noChangeArrowheads="1" noChangeShapeType="1" noTextEdit="1"/>
              </p:cNvSpPr>
              <p:nvPr/>
            </p:nvSpPr>
            <p:spPr>
              <a:xfrm>
                <a:off x="50864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533132B-ACCA-6AC7-6369-8AD466AB5359}"/>
                  </a:ext>
                </a:extLst>
              </p:cNvPr>
              <p:cNvSpPr txBox="1"/>
              <p:nvPr/>
            </p:nvSpPr>
            <p:spPr>
              <a:xfrm>
                <a:off x="51932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2533132B-ACCA-6AC7-6369-8AD466AB5359}"/>
                  </a:ext>
                </a:extLst>
              </p:cNvPr>
              <p:cNvSpPr txBox="1">
                <a:spLocks noRot="1" noChangeAspect="1" noMove="1" noResize="1" noEditPoints="1" noAdjustHandles="1" noChangeArrowheads="1" noChangeShapeType="1" noTextEdit="1"/>
              </p:cNvSpPr>
              <p:nvPr/>
            </p:nvSpPr>
            <p:spPr>
              <a:xfrm>
                <a:off x="51932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64FCC2A-F4B1-0896-E9DF-677C0A50A750}"/>
                  </a:ext>
                </a:extLst>
              </p:cNvPr>
              <p:cNvSpPr txBox="1"/>
              <p:nvPr/>
            </p:nvSpPr>
            <p:spPr>
              <a:xfrm>
                <a:off x="66589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964FCC2A-F4B1-0896-E9DF-677C0A50A750}"/>
                  </a:ext>
                </a:extLst>
              </p:cNvPr>
              <p:cNvSpPr txBox="1">
                <a:spLocks noRot="1" noChangeAspect="1" noMove="1" noResize="1" noEditPoints="1" noAdjustHandles="1" noChangeArrowheads="1" noChangeShapeType="1" noTextEdit="1"/>
              </p:cNvSpPr>
              <p:nvPr/>
            </p:nvSpPr>
            <p:spPr>
              <a:xfrm>
                <a:off x="66589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68760BF-31EB-E94F-2BCE-2170058B3BB9}"/>
                  </a:ext>
                </a:extLst>
              </p:cNvPr>
              <p:cNvSpPr txBox="1"/>
              <p:nvPr/>
            </p:nvSpPr>
            <p:spPr>
              <a:xfrm>
                <a:off x="73695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068760BF-31EB-E94F-2BCE-2170058B3BB9}"/>
                  </a:ext>
                </a:extLst>
              </p:cNvPr>
              <p:cNvSpPr txBox="1">
                <a:spLocks noRot="1" noChangeAspect="1" noMove="1" noResize="1" noEditPoints="1" noAdjustHandles="1" noChangeArrowheads="1" noChangeShapeType="1" noTextEdit="1"/>
              </p:cNvSpPr>
              <p:nvPr/>
            </p:nvSpPr>
            <p:spPr>
              <a:xfrm>
                <a:off x="73695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E2ED2BB5-ED24-A675-A313-0524724D0681}"/>
                  </a:ext>
                </a:extLst>
              </p:cNvPr>
              <p:cNvSpPr txBox="1"/>
              <p:nvPr/>
            </p:nvSpPr>
            <p:spPr>
              <a:xfrm>
                <a:off x="80718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E2ED2BB5-ED24-A675-A313-0524724D0681}"/>
                  </a:ext>
                </a:extLst>
              </p:cNvPr>
              <p:cNvSpPr txBox="1">
                <a:spLocks noRot="1" noChangeAspect="1" noMove="1" noResize="1" noEditPoints="1" noAdjustHandles="1" noChangeArrowheads="1" noChangeShapeType="1" noTextEdit="1"/>
              </p:cNvSpPr>
              <p:nvPr/>
            </p:nvSpPr>
            <p:spPr>
              <a:xfrm>
                <a:off x="80718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654B377-A0DE-4087-1EB2-88AF355B4277}"/>
                  </a:ext>
                </a:extLst>
              </p:cNvPr>
              <p:cNvSpPr txBox="1"/>
              <p:nvPr/>
            </p:nvSpPr>
            <p:spPr>
              <a:xfrm>
                <a:off x="88042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F654B377-A0DE-4087-1EB2-88AF355B4277}"/>
                  </a:ext>
                </a:extLst>
              </p:cNvPr>
              <p:cNvSpPr txBox="1">
                <a:spLocks noRot="1" noChangeAspect="1" noMove="1" noResize="1" noEditPoints="1" noAdjustHandles="1" noChangeArrowheads="1" noChangeShapeType="1" noTextEdit="1"/>
              </p:cNvSpPr>
              <p:nvPr/>
            </p:nvSpPr>
            <p:spPr>
              <a:xfrm>
                <a:off x="88042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6BAA574-B319-A375-BFFA-55AEFEED2E81}"/>
                  </a:ext>
                </a:extLst>
              </p:cNvPr>
              <p:cNvSpPr txBox="1"/>
              <p:nvPr/>
            </p:nvSpPr>
            <p:spPr>
              <a:xfrm>
                <a:off x="95130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66BAA574-B319-A375-BFFA-55AEFEED2E81}"/>
                  </a:ext>
                </a:extLst>
              </p:cNvPr>
              <p:cNvSpPr txBox="1">
                <a:spLocks noRot="1" noChangeAspect="1" noMove="1" noResize="1" noEditPoints="1" noAdjustHandles="1" noChangeArrowheads="1" noChangeShapeType="1" noTextEdit="1"/>
              </p:cNvSpPr>
              <p:nvPr/>
            </p:nvSpPr>
            <p:spPr>
              <a:xfrm>
                <a:off x="95130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6FBDD347-D258-F390-AECD-7F7A46EB214D}"/>
                  </a:ext>
                </a:extLst>
              </p:cNvPr>
              <p:cNvSpPr txBox="1"/>
              <p:nvPr/>
            </p:nvSpPr>
            <p:spPr>
              <a:xfrm>
                <a:off x="51930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6FBDD347-D258-F390-AECD-7F7A46EB214D}"/>
                  </a:ext>
                </a:extLst>
              </p:cNvPr>
              <p:cNvSpPr txBox="1">
                <a:spLocks noRot="1" noChangeAspect="1" noMove="1" noResize="1" noEditPoints="1" noAdjustHandles="1" noChangeArrowheads="1" noChangeShapeType="1" noTextEdit="1"/>
              </p:cNvSpPr>
              <p:nvPr/>
            </p:nvSpPr>
            <p:spPr>
              <a:xfrm>
                <a:off x="51930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0A9F657-7B69-98CE-4090-CA629033C09C}"/>
                  </a:ext>
                </a:extLst>
              </p:cNvPr>
              <p:cNvSpPr txBox="1"/>
              <p:nvPr/>
            </p:nvSpPr>
            <p:spPr>
              <a:xfrm>
                <a:off x="51930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C0A9F657-7B69-98CE-4090-CA629033C09C}"/>
                  </a:ext>
                </a:extLst>
              </p:cNvPr>
              <p:cNvSpPr txBox="1">
                <a:spLocks noRot="1" noChangeAspect="1" noMove="1" noResize="1" noEditPoints="1" noAdjustHandles="1" noChangeArrowheads="1" noChangeShapeType="1" noTextEdit="1"/>
              </p:cNvSpPr>
              <p:nvPr/>
            </p:nvSpPr>
            <p:spPr>
              <a:xfrm>
                <a:off x="51930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D8D96262-F11B-C038-AC03-F15599F95719}"/>
                  </a:ext>
                </a:extLst>
              </p:cNvPr>
              <p:cNvSpPr txBox="1"/>
              <p:nvPr/>
            </p:nvSpPr>
            <p:spPr>
              <a:xfrm>
                <a:off x="51930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D8D96262-F11B-C038-AC03-F15599F95719}"/>
                  </a:ext>
                </a:extLst>
              </p:cNvPr>
              <p:cNvSpPr txBox="1">
                <a:spLocks noRot="1" noChangeAspect="1" noMove="1" noResize="1" noEditPoints="1" noAdjustHandles="1" noChangeArrowheads="1" noChangeShapeType="1" noTextEdit="1"/>
              </p:cNvSpPr>
              <p:nvPr/>
            </p:nvSpPr>
            <p:spPr>
              <a:xfrm>
                <a:off x="51930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E715441C-7AA0-61B0-20B4-CF1CFE247DCD}"/>
                  </a:ext>
                </a:extLst>
              </p:cNvPr>
              <p:cNvSpPr txBox="1"/>
              <p:nvPr/>
            </p:nvSpPr>
            <p:spPr>
              <a:xfrm>
                <a:off x="51930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E715441C-7AA0-61B0-20B4-CF1CFE247DCD}"/>
                  </a:ext>
                </a:extLst>
              </p:cNvPr>
              <p:cNvSpPr txBox="1">
                <a:spLocks noRot="1" noChangeAspect="1" noMove="1" noResize="1" noEditPoints="1" noAdjustHandles="1" noChangeArrowheads="1" noChangeShapeType="1" noTextEdit="1"/>
              </p:cNvSpPr>
              <p:nvPr/>
            </p:nvSpPr>
            <p:spPr>
              <a:xfrm>
                <a:off x="51930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766492D-E3DA-3579-603F-47D134E66C1C}"/>
                  </a:ext>
                </a:extLst>
              </p:cNvPr>
              <p:cNvSpPr txBox="1"/>
              <p:nvPr/>
            </p:nvSpPr>
            <p:spPr>
              <a:xfrm>
                <a:off x="51930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9766492D-E3DA-3579-603F-47D134E66C1C}"/>
                  </a:ext>
                </a:extLst>
              </p:cNvPr>
              <p:cNvSpPr txBox="1">
                <a:spLocks noRot="1" noChangeAspect="1" noMove="1" noResize="1" noEditPoints="1" noAdjustHandles="1" noChangeArrowheads="1" noChangeShapeType="1" noTextEdit="1"/>
              </p:cNvSpPr>
              <p:nvPr/>
            </p:nvSpPr>
            <p:spPr>
              <a:xfrm>
                <a:off x="51930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AFAAA3E5-21CF-7A9F-F4EE-450D2AD1B8B2}"/>
              </a:ext>
            </a:extLst>
          </p:cNvPr>
          <p:cNvCxnSpPr>
            <a:cxnSpLocks/>
          </p:cNvCxnSpPr>
          <p:nvPr/>
        </p:nvCxnSpPr>
        <p:spPr>
          <a:xfrm flipV="1">
            <a:off x="59599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2A533DC9-FCC1-05B5-F78F-55A996F1E11C}"/>
              </a:ext>
            </a:extLst>
          </p:cNvPr>
          <p:cNvCxnSpPr>
            <a:cxnSpLocks/>
          </p:cNvCxnSpPr>
          <p:nvPr/>
        </p:nvCxnSpPr>
        <p:spPr>
          <a:xfrm flipV="1">
            <a:off x="59910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4C5C1717-E2C4-C4BC-1073-36ABC9755B63}"/>
                  </a:ext>
                </a:extLst>
              </p:cNvPr>
              <p:cNvSpPr txBox="1"/>
              <p:nvPr/>
            </p:nvSpPr>
            <p:spPr>
              <a:xfrm>
                <a:off x="51176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4C5C1717-E2C4-C4BC-1073-36ABC9755B63}"/>
                  </a:ext>
                </a:extLst>
              </p:cNvPr>
              <p:cNvSpPr txBox="1">
                <a:spLocks noRot="1" noChangeAspect="1" noMove="1" noResize="1" noEditPoints="1" noAdjustHandles="1" noChangeArrowheads="1" noChangeShapeType="1" noTextEdit="1"/>
              </p:cNvSpPr>
              <p:nvPr/>
            </p:nvSpPr>
            <p:spPr>
              <a:xfrm>
                <a:off x="51176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B87CD70C-632D-BA16-9824-33696A6C91D8}"/>
                  </a:ext>
                </a:extLst>
              </p:cNvPr>
              <p:cNvSpPr txBox="1"/>
              <p:nvPr/>
            </p:nvSpPr>
            <p:spPr>
              <a:xfrm>
                <a:off x="43929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B87CD70C-632D-BA16-9824-33696A6C91D8}"/>
                  </a:ext>
                </a:extLst>
              </p:cNvPr>
              <p:cNvSpPr txBox="1">
                <a:spLocks noRot="1" noChangeAspect="1" noMove="1" noResize="1" noEditPoints="1" noAdjustHandles="1" noChangeArrowheads="1" noChangeShapeType="1" noTextEdit="1"/>
              </p:cNvSpPr>
              <p:nvPr/>
            </p:nvSpPr>
            <p:spPr>
              <a:xfrm>
                <a:off x="43929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3DA9919E-D3AC-02C4-C7F6-E71A3E59E285}"/>
                  </a:ext>
                </a:extLst>
              </p:cNvPr>
              <p:cNvSpPr txBox="1"/>
              <p:nvPr/>
            </p:nvSpPr>
            <p:spPr>
              <a:xfrm>
                <a:off x="59256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3DA9919E-D3AC-02C4-C7F6-E71A3E59E285}"/>
                  </a:ext>
                </a:extLst>
              </p:cNvPr>
              <p:cNvSpPr txBox="1">
                <a:spLocks noRot="1" noChangeAspect="1" noMove="1" noResize="1" noEditPoints="1" noAdjustHandles="1" noChangeArrowheads="1" noChangeShapeType="1" noTextEdit="1"/>
              </p:cNvSpPr>
              <p:nvPr/>
            </p:nvSpPr>
            <p:spPr>
              <a:xfrm>
                <a:off x="5925637" y="5301537"/>
                <a:ext cx="1163547" cy="646331"/>
              </a:xfrm>
              <a:prstGeom prst="rect">
                <a:avLst/>
              </a:prstGeom>
              <a:blipFill>
                <a:blip r:embed="rId18"/>
                <a:stretch>
                  <a:fillRect/>
                </a:stretch>
              </a:blipFill>
            </p:spPr>
            <p:txBody>
              <a:bodyPr/>
              <a:lstStyle/>
              <a:p>
                <a:r>
                  <a:rPr lang="es-ES">
                    <a:noFill/>
                  </a:rPr>
                  <a:t> </a:t>
                </a:r>
              </a:p>
            </p:txBody>
          </p:sp>
        </mc:Fallback>
      </mc:AlternateContent>
      <p:cxnSp>
        <p:nvCxnSpPr>
          <p:cNvPr id="53" name="Conector recto 52">
            <a:extLst>
              <a:ext uri="{FF2B5EF4-FFF2-40B4-BE49-F238E27FC236}">
                <a16:creationId xmlns:a16="http://schemas.microsoft.com/office/drawing/2014/main" id="{19A6E847-354C-C6F3-6A36-70F20E6D4E1F}"/>
              </a:ext>
            </a:extLst>
          </p:cNvPr>
          <p:cNvCxnSpPr>
            <a:cxnSpLocks/>
          </p:cNvCxnSpPr>
          <p:nvPr/>
        </p:nvCxnSpPr>
        <p:spPr>
          <a:xfrm>
            <a:off x="44990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66" name="Elipse 65">
            <a:extLst>
              <a:ext uri="{FF2B5EF4-FFF2-40B4-BE49-F238E27FC236}">
                <a16:creationId xmlns:a16="http://schemas.microsoft.com/office/drawing/2014/main" id="{B3C3FB37-F388-F57A-C9B1-5297FD89B731}"/>
              </a:ext>
            </a:extLst>
          </p:cNvPr>
          <p:cNvSpPr/>
          <p:nvPr/>
        </p:nvSpPr>
        <p:spPr>
          <a:xfrm>
            <a:off x="5864546" y="5193310"/>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9" name="Elipse 68">
            <a:extLst>
              <a:ext uri="{FF2B5EF4-FFF2-40B4-BE49-F238E27FC236}">
                <a16:creationId xmlns:a16="http://schemas.microsoft.com/office/drawing/2014/main" id="{CE08F905-B090-B506-A2F6-FAA5C79E2E7A}"/>
              </a:ext>
            </a:extLst>
          </p:cNvPr>
          <p:cNvSpPr/>
          <p:nvPr/>
        </p:nvSpPr>
        <p:spPr>
          <a:xfrm>
            <a:off x="5143616" y="3748694"/>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0DDAA8A9-0FE7-3E91-534B-6FEC6FA21CA4}"/>
                  </a:ext>
                </a:extLst>
              </p:cNvPr>
              <p:cNvSpPr txBox="1"/>
              <p:nvPr/>
            </p:nvSpPr>
            <p:spPr>
              <a:xfrm>
                <a:off x="6233692" y="326762"/>
                <a:ext cx="5039997" cy="1200329"/>
              </a:xfrm>
              <a:prstGeom prst="rect">
                <a:avLst/>
              </a:prstGeom>
              <a:noFill/>
            </p:spPr>
            <p:txBody>
              <a:bodyPr wrap="square">
                <a:spAutoFit/>
              </a:bodyPr>
              <a:lstStyle/>
              <a:p>
                <a:pPr algn="ctr"/>
                <a:r>
                  <a:rPr lang="en-US" sz="3600" dirty="0">
                    <a:latin typeface="Gill Sans Nova" panose="020B0602020104020203" pitchFamily="34" charset="0"/>
                  </a:rPr>
                  <a:t>Objective function line associated with </a:t>
                </a:r>
                <a14:m>
                  <m:oMath xmlns:m="http://schemas.openxmlformats.org/officeDocument/2006/math">
                    <m:r>
                      <a:rPr lang="es-ES" sz="3600" i="1">
                        <a:latin typeface="Cambria Math" panose="02040503050406030204" pitchFamily="18" charset="0"/>
                      </a:rPr>
                      <m:t>𝑧</m:t>
                    </m:r>
                    <m:r>
                      <a:rPr lang="es-ES" sz="3600" i="1">
                        <a:latin typeface="Cambria Math" panose="02040503050406030204" pitchFamily="18" charset="0"/>
                      </a:rPr>
                      <m:t>=0</m:t>
                    </m:r>
                  </m:oMath>
                </a14:m>
                <a:endParaRPr lang="es-ES" dirty="0"/>
              </a:p>
            </p:txBody>
          </p:sp>
        </mc:Choice>
        <mc:Fallback xmlns="">
          <p:sp>
            <p:nvSpPr>
              <p:cNvPr id="5" name="CuadroTexto 4">
                <a:extLst>
                  <a:ext uri="{FF2B5EF4-FFF2-40B4-BE49-F238E27FC236}">
                    <a16:creationId xmlns:a16="http://schemas.microsoft.com/office/drawing/2014/main" id="{0DDAA8A9-0FE7-3E91-534B-6FEC6FA21CA4}"/>
                  </a:ext>
                </a:extLst>
              </p:cNvPr>
              <p:cNvSpPr txBox="1">
                <a:spLocks noRot="1" noChangeAspect="1" noMove="1" noResize="1" noEditPoints="1" noAdjustHandles="1" noChangeArrowheads="1" noChangeShapeType="1" noTextEdit="1"/>
              </p:cNvSpPr>
              <p:nvPr/>
            </p:nvSpPr>
            <p:spPr>
              <a:xfrm>
                <a:off x="6233692" y="326762"/>
                <a:ext cx="5039997" cy="1200329"/>
              </a:xfrm>
              <a:prstGeom prst="rect">
                <a:avLst/>
              </a:prstGeom>
              <a:blipFill>
                <a:blip r:embed="rId19"/>
                <a:stretch>
                  <a:fillRect t="-8629" b="-18274"/>
                </a:stretch>
              </a:blipFill>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B74A0FF5-02BC-5285-6FA4-E290C7CF104E}"/>
              </a:ext>
            </a:extLst>
          </p:cNvPr>
          <p:cNvCxnSpPr>
            <a:cxnSpLocks/>
            <a:stCxn id="5" idx="2"/>
          </p:cNvCxnSpPr>
          <p:nvPr/>
        </p:nvCxnSpPr>
        <p:spPr>
          <a:xfrm flipH="1">
            <a:off x="5143616" y="1527091"/>
            <a:ext cx="3610075" cy="1762209"/>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8586948-F2EC-7D88-32C0-21F2860CF57C}"/>
                  </a:ext>
                </a:extLst>
              </p:cNvPr>
              <p:cNvSpPr txBox="1"/>
              <p:nvPr/>
            </p:nvSpPr>
            <p:spPr>
              <a:xfrm>
                <a:off x="10258804"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2" name="CuadroTexto 11">
                <a:extLst>
                  <a:ext uri="{FF2B5EF4-FFF2-40B4-BE49-F238E27FC236}">
                    <a16:creationId xmlns:a16="http://schemas.microsoft.com/office/drawing/2014/main" id="{48586948-F2EC-7D88-32C0-21F2860CF57C}"/>
                  </a:ext>
                </a:extLst>
              </p:cNvPr>
              <p:cNvSpPr txBox="1">
                <a:spLocks noRot="1" noChangeAspect="1" noMove="1" noResize="1" noEditPoints="1" noAdjustHandles="1" noChangeArrowheads="1" noChangeShapeType="1" noTextEdit="1"/>
              </p:cNvSpPr>
              <p:nvPr/>
            </p:nvSpPr>
            <p:spPr>
              <a:xfrm>
                <a:off x="10258804" y="5318333"/>
                <a:ext cx="1163547" cy="646331"/>
              </a:xfrm>
              <a:prstGeom prst="rect">
                <a:avLst/>
              </a:prstGeom>
              <a:blipFill>
                <a:blip r:embed="rId20"/>
                <a:stretch>
                  <a:fillRect/>
                </a:stretch>
              </a:blipFill>
            </p:spPr>
            <p:txBody>
              <a:bodyPr/>
              <a:lstStyle/>
              <a:p>
                <a:r>
                  <a:rPr lang="es-ES">
                    <a:noFill/>
                  </a:rPr>
                  <a:t> </a:t>
                </a:r>
              </a:p>
            </p:txBody>
          </p:sp>
        </mc:Fallback>
      </mc:AlternateContent>
      <p:sp>
        <p:nvSpPr>
          <p:cNvPr id="13" name="Marcador de número de diapositiva 5">
            <a:extLst>
              <a:ext uri="{FF2B5EF4-FFF2-40B4-BE49-F238E27FC236}">
                <a16:creationId xmlns:a16="http://schemas.microsoft.com/office/drawing/2014/main" id="{AAD55559-C510-5AA5-F2E2-A9BED5284FD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53</a:t>
            </a:fld>
            <a:endParaRPr lang="en-US" noProof="0" dirty="0"/>
          </a:p>
        </p:txBody>
      </p:sp>
    </p:spTree>
    <p:extLst>
      <p:ext uri="{BB962C8B-B14F-4D97-AF65-F5344CB8AC3E}">
        <p14:creationId xmlns:p14="http://schemas.microsoft.com/office/powerpoint/2010/main" val="15078527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22203-7A1C-13FE-44CC-3728337587DE}"/>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D550B187-D9E8-416F-3E1E-5DA563B7E492}"/>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D0E484F-5184-A752-1F6C-62C00E56C3E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D834582-1CEE-DD9A-1A93-92C58A0CD7AA}"/>
                  </a:ext>
                </a:extLst>
              </p:cNvPr>
              <p:cNvSpPr>
                <a:spLocks noGrp="1"/>
              </p:cNvSpPr>
              <p:nvPr>
                <p:ph idx="1"/>
              </p:nvPr>
            </p:nvSpPr>
            <p:spPr>
              <a:xfrm>
                <a:off x="629412" y="1522914"/>
                <a:ext cx="4060391"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D834582-1CEE-DD9A-1A93-92C58A0CD7AA}"/>
                  </a:ext>
                </a:extLst>
              </p:cNvPr>
              <p:cNvSpPr>
                <a:spLocks noGrp="1" noRot="1" noChangeAspect="1" noMove="1" noResize="1" noEditPoints="1" noAdjustHandles="1" noChangeArrowheads="1" noChangeShapeType="1" noTextEdit="1"/>
              </p:cNvSpPr>
              <p:nvPr>
                <p:ph idx="1"/>
              </p:nvPr>
            </p:nvSpPr>
            <p:spPr>
              <a:xfrm>
                <a:off x="629412" y="1522914"/>
                <a:ext cx="4060391" cy="4788985"/>
              </a:xfrm>
              <a:blipFill>
                <a:blip r:embed="rId3"/>
                <a:stretch>
                  <a:fillRect/>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9BE1F26D-8CF6-6298-7676-06BD7CC66BA3}"/>
              </a:ext>
            </a:extLst>
          </p:cNvPr>
          <p:cNvSpPr/>
          <p:nvPr/>
        </p:nvSpPr>
        <p:spPr>
          <a:xfrm>
            <a:off x="59905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BDB1EB3E-6960-141A-4C37-BB5413816FB8}"/>
              </a:ext>
            </a:extLst>
          </p:cNvPr>
          <p:cNvGraphicFramePr>
            <a:graphicFrameLocks noGrp="1"/>
          </p:cNvGraphicFramePr>
          <p:nvPr/>
        </p:nvGraphicFramePr>
        <p:xfrm>
          <a:off x="52703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F8AD3626-B24D-95E5-0D82-FDCF542A49B1}"/>
                  </a:ext>
                </a:extLst>
              </p:cNvPr>
              <p:cNvSpPr txBox="1"/>
              <p:nvPr/>
            </p:nvSpPr>
            <p:spPr>
              <a:xfrm>
                <a:off x="50864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7645C6BC-C5AC-71E7-359A-D2575D221A2C}"/>
                  </a:ext>
                </a:extLst>
              </p:cNvPr>
              <p:cNvSpPr txBox="1">
                <a:spLocks noRot="1" noChangeAspect="1" noMove="1" noResize="1" noEditPoints="1" noAdjustHandles="1" noChangeArrowheads="1" noChangeShapeType="1" noTextEdit="1"/>
              </p:cNvSpPr>
              <p:nvPr/>
            </p:nvSpPr>
            <p:spPr>
              <a:xfrm>
                <a:off x="50864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C05BDAC-ACFF-C8E4-4575-0D6269305CBC}"/>
                  </a:ext>
                </a:extLst>
              </p:cNvPr>
              <p:cNvSpPr txBox="1"/>
              <p:nvPr/>
            </p:nvSpPr>
            <p:spPr>
              <a:xfrm>
                <a:off x="51932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2533132B-ACCA-6AC7-6369-8AD466AB5359}"/>
                  </a:ext>
                </a:extLst>
              </p:cNvPr>
              <p:cNvSpPr txBox="1">
                <a:spLocks noRot="1" noChangeAspect="1" noMove="1" noResize="1" noEditPoints="1" noAdjustHandles="1" noChangeArrowheads="1" noChangeShapeType="1" noTextEdit="1"/>
              </p:cNvSpPr>
              <p:nvPr/>
            </p:nvSpPr>
            <p:spPr>
              <a:xfrm>
                <a:off x="51932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612EC92-1741-511E-8507-550F87CA5285}"/>
                  </a:ext>
                </a:extLst>
              </p:cNvPr>
              <p:cNvSpPr txBox="1"/>
              <p:nvPr/>
            </p:nvSpPr>
            <p:spPr>
              <a:xfrm>
                <a:off x="66589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964FCC2A-F4B1-0896-E9DF-677C0A50A750}"/>
                  </a:ext>
                </a:extLst>
              </p:cNvPr>
              <p:cNvSpPr txBox="1">
                <a:spLocks noRot="1" noChangeAspect="1" noMove="1" noResize="1" noEditPoints="1" noAdjustHandles="1" noChangeArrowheads="1" noChangeShapeType="1" noTextEdit="1"/>
              </p:cNvSpPr>
              <p:nvPr/>
            </p:nvSpPr>
            <p:spPr>
              <a:xfrm>
                <a:off x="66589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412D020-3591-F374-ACAD-3A5EB6E38443}"/>
                  </a:ext>
                </a:extLst>
              </p:cNvPr>
              <p:cNvSpPr txBox="1"/>
              <p:nvPr/>
            </p:nvSpPr>
            <p:spPr>
              <a:xfrm>
                <a:off x="73695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068760BF-31EB-E94F-2BCE-2170058B3BB9}"/>
                  </a:ext>
                </a:extLst>
              </p:cNvPr>
              <p:cNvSpPr txBox="1">
                <a:spLocks noRot="1" noChangeAspect="1" noMove="1" noResize="1" noEditPoints="1" noAdjustHandles="1" noChangeArrowheads="1" noChangeShapeType="1" noTextEdit="1"/>
              </p:cNvSpPr>
              <p:nvPr/>
            </p:nvSpPr>
            <p:spPr>
              <a:xfrm>
                <a:off x="73695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5DF0F84-53FE-83AB-B7EA-F19F161506ED}"/>
                  </a:ext>
                </a:extLst>
              </p:cNvPr>
              <p:cNvSpPr txBox="1"/>
              <p:nvPr/>
            </p:nvSpPr>
            <p:spPr>
              <a:xfrm>
                <a:off x="80718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E2ED2BB5-ED24-A675-A313-0524724D0681}"/>
                  </a:ext>
                </a:extLst>
              </p:cNvPr>
              <p:cNvSpPr txBox="1">
                <a:spLocks noRot="1" noChangeAspect="1" noMove="1" noResize="1" noEditPoints="1" noAdjustHandles="1" noChangeArrowheads="1" noChangeShapeType="1" noTextEdit="1"/>
              </p:cNvSpPr>
              <p:nvPr/>
            </p:nvSpPr>
            <p:spPr>
              <a:xfrm>
                <a:off x="80718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A5F5C17-A40F-7330-3CF7-94B12A8619F8}"/>
                  </a:ext>
                </a:extLst>
              </p:cNvPr>
              <p:cNvSpPr txBox="1"/>
              <p:nvPr/>
            </p:nvSpPr>
            <p:spPr>
              <a:xfrm>
                <a:off x="88042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F654B377-A0DE-4087-1EB2-88AF355B4277}"/>
                  </a:ext>
                </a:extLst>
              </p:cNvPr>
              <p:cNvSpPr txBox="1">
                <a:spLocks noRot="1" noChangeAspect="1" noMove="1" noResize="1" noEditPoints="1" noAdjustHandles="1" noChangeArrowheads="1" noChangeShapeType="1" noTextEdit="1"/>
              </p:cNvSpPr>
              <p:nvPr/>
            </p:nvSpPr>
            <p:spPr>
              <a:xfrm>
                <a:off x="88042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8CA9110-6DEA-763B-FC70-AAEDE5B14431}"/>
                  </a:ext>
                </a:extLst>
              </p:cNvPr>
              <p:cNvSpPr txBox="1"/>
              <p:nvPr/>
            </p:nvSpPr>
            <p:spPr>
              <a:xfrm>
                <a:off x="95130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66BAA574-B319-A375-BFFA-55AEFEED2E81}"/>
                  </a:ext>
                </a:extLst>
              </p:cNvPr>
              <p:cNvSpPr txBox="1">
                <a:spLocks noRot="1" noChangeAspect="1" noMove="1" noResize="1" noEditPoints="1" noAdjustHandles="1" noChangeArrowheads="1" noChangeShapeType="1" noTextEdit="1"/>
              </p:cNvSpPr>
              <p:nvPr/>
            </p:nvSpPr>
            <p:spPr>
              <a:xfrm>
                <a:off x="95130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B9865A4-0C04-D96E-C6D4-0268F253AB04}"/>
                  </a:ext>
                </a:extLst>
              </p:cNvPr>
              <p:cNvSpPr txBox="1"/>
              <p:nvPr/>
            </p:nvSpPr>
            <p:spPr>
              <a:xfrm>
                <a:off x="51930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6FBDD347-D258-F390-AECD-7F7A46EB214D}"/>
                  </a:ext>
                </a:extLst>
              </p:cNvPr>
              <p:cNvSpPr txBox="1">
                <a:spLocks noRot="1" noChangeAspect="1" noMove="1" noResize="1" noEditPoints="1" noAdjustHandles="1" noChangeArrowheads="1" noChangeShapeType="1" noTextEdit="1"/>
              </p:cNvSpPr>
              <p:nvPr/>
            </p:nvSpPr>
            <p:spPr>
              <a:xfrm>
                <a:off x="51930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DF2D5F0-7042-7CBC-9FD1-A24D37CC9EAD}"/>
                  </a:ext>
                </a:extLst>
              </p:cNvPr>
              <p:cNvSpPr txBox="1"/>
              <p:nvPr/>
            </p:nvSpPr>
            <p:spPr>
              <a:xfrm>
                <a:off x="51930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C0A9F657-7B69-98CE-4090-CA629033C09C}"/>
                  </a:ext>
                </a:extLst>
              </p:cNvPr>
              <p:cNvSpPr txBox="1">
                <a:spLocks noRot="1" noChangeAspect="1" noMove="1" noResize="1" noEditPoints="1" noAdjustHandles="1" noChangeArrowheads="1" noChangeShapeType="1" noTextEdit="1"/>
              </p:cNvSpPr>
              <p:nvPr/>
            </p:nvSpPr>
            <p:spPr>
              <a:xfrm>
                <a:off x="51930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F7A6561-FDFF-52E8-BD76-4BAAB34FB37D}"/>
                  </a:ext>
                </a:extLst>
              </p:cNvPr>
              <p:cNvSpPr txBox="1"/>
              <p:nvPr/>
            </p:nvSpPr>
            <p:spPr>
              <a:xfrm>
                <a:off x="51930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D8D96262-F11B-C038-AC03-F15599F95719}"/>
                  </a:ext>
                </a:extLst>
              </p:cNvPr>
              <p:cNvSpPr txBox="1">
                <a:spLocks noRot="1" noChangeAspect="1" noMove="1" noResize="1" noEditPoints="1" noAdjustHandles="1" noChangeArrowheads="1" noChangeShapeType="1" noTextEdit="1"/>
              </p:cNvSpPr>
              <p:nvPr/>
            </p:nvSpPr>
            <p:spPr>
              <a:xfrm>
                <a:off x="51930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7AB948B-0807-06F1-6470-2B852B502390}"/>
                  </a:ext>
                </a:extLst>
              </p:cNvPr>
              <p:cNvSpPr txBox="1"/>
              <p:nvPr/>
            </p:nvSpPr>
            <p:spPr>
              <a:xfrm>
                <a:off x="51930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E715441C-7AA0-61B0-20B4-CF1CFE247DCD}"/>
                  </a:ext>
                </a:extLst>
              </p:cNvPr>
              <p:cNvSpPr txBox="1">
                <a:spLocks noRot="1" noChangeAspect="1" noMove="1" noResize="1" noEditPoints="1" noAdjustHandles="1" noChangeArrowheads="1" noChangeShapeType="1" noTextEdit="1"/>
              </p:cNvSpPr>
              <p:nvPr/>
            </p:nvSpPr>
            <p:spPr>
              <a:xfrm>
                <a:off x="51930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11AE0131-6265-9B23-1306-83C95B8E387F}"/>
                  </a:ext>
                </a:extLst>
              </p:cNvPr>
              <p:cNvSpPr txBox="1"/>
              <p:nvPr/>
            </p:nvSpPr>
            <p:spPr>
              <a:xfrm>
                <a:off x="51930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9766492D-E3DA-3579-603F-47D134E66C1C}"/>
                  </a:ext>
                </a:extLst>
              </p:cNvPr>
              <p:cNvSpPr txBox="1">
                <a:spLocks noRot="1" noChangeAspect="1" noMove="1" noResize="1" noEditPoints="1" noAdjustHandles="1" noChangeArrowheads="1" noChangeShapeType="1" noTextEdit="1"/>
              </p:cNvSpPr>
              <p:nvPr/>
            </p:nvSpPr>
            <p:spPr>
              <a:xfrm>
                <a:off x="51930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B1C4FD71-F19F-F00E-C7EE-DB0B8D915F6D}"/>
              </a:ext>
            </a:extLst>
          </p:cNvPr>
          <p:cNvCxnSpPr>
            <a:cxnSpLocks/>
          </p:cNvCxnSpPr>
          <p:nvPr/>
        </p:nvCxnSpPr>
        <p:spPr>
          <a:xfrm flipV="1">
            <a:off x="59599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A2CD5B7E-824A-9A22-CC93-054EF485FD38}"/>
              </a:ext>
            </a:extLst>
          </p:cNvPr>
          <p:cNvCxnSpPr>
            <a:cxnSpLocks/>
          </p:cNvCxnSpPr>
          <p:nvPr/>
        </p:nvCxnSpPr>
        <p:spPr>
          <a:xfrm flipV="1">
            <a:off x="59910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C1047FF7-25E7-E362-9C64-C98363D6FDF0}"/>
                  </a:ext>
                </a:extLst>
              </p:cNvPr>
              <p:cNvSpPr txBox="1"/>
              <p:nvPr/>
            </p:nvSpPr>
            <p:spPr>
              <a:xfrm>
                <a:off x="51176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C1047FF7-25E7-E362-9C64-C98363D6FDF0}"/>
                  </a:ext>
                </a:extLst>
              </p:cNvPr>
              <p:cNvSpPr txBox="1">
                <a:spLocks noRot="1" noChangeAspect="1" noMove="1" noResize="1" noEditPoints="1" noAdjustHandles="1" noChangeArrowheads="1" noChangeShapeType="1" noTextEdit="1"/>
              </p:cNvSpPr>
              <p:nvPr/>
            </p:nvSpPr>
            <p:spPr>
              <a:xfrm>
                <a:off x="51176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5E1CDE23-4C93-F084-7987-D6FCE9CA5B5C}"/>
                  </a:ext>
                </a:extLst>
              </p:cNvPr>
              <p:cNvSpPr txBox="1"/>
              <p:nvPr/>
            </p:nvSpPr>
            <p:spPr>
              <a:xfrm>
                <a:off x="43929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5E1CDE23-4C93-F084-7987-D6FCE9CA5B5C}"/>
                  </a:ext>
                </a:extLst>
              </p:cNvPr>
              <p:cNvSpPr txBox="1">
                <a:spLocks noRot="1" noChangeAspect="1" noMove="1" noResize="1" noEditPoints="1" noAdjustHandles="1" noChangeArrowheads="1" noChangeShapeType="1" noTextEdit="1"/>
              </p:cNvSpPr>
              <p:nvPr/>
            </p:nvSpPr>
            <p:spPr>
              <a:xfrm>
                <a:off x="43929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60AA5C11-A751-42D3-EDAE-1C2DB138190C}"/>
                  </a:ext>
                </a:extLst>
              </p:cNvPr>
              <p:cNvSpPr txBox="1"/>
              <p:nvPr/>
            </p:nvSpPr>
            <p:spPr>
              <a:xfrm>
                <a:off x="59256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3DA9919E-D3AC-02C4-C7F6-E71A3E59E285}"/>
                  </a:ext>
                </a:extLst>
              </p:cNvPr>
              <p:cNvSpPr txBox="1">
                <a:spLocks noRot="1" noChangeAspect="1" noMove="1" noResize="1" noEditPoints="1" noAdjustHandles="1" noChangeArrowheads="1" noChangeShapeType="1" noTextEdit="1"/>
              </p:cNvSpPr>
              <p:nvPr/>
            </p:nvSpPr>
            <p:spPr>
              <a:xfrm>
                <a:off x="5925637" y="5301537"/>
                <a:ext cx="1163547" cy="646331"/>
              </a:xfrm>
              <a:prstGeom prst="rect">
                <a:avLst/>
              </a:prstGeom>
              <a:blipFill>
                <a:blip r:embed="rId18"/>
                <a:stretch>
                  <a:fillRect/>
                </a:stretch>
              </a:blipFill>
            </p:spPr>
            <p:txBody>
              <a:bodyPr/>
              <a:lstStyle/>
              <a:p>
                <a:r>
                  <a:rPr lang="es-ES">
                    <a:noFill/>
                  </a:rPr>
                  <a:t> </a:t>
                </a:r>
              </a:p>
            </p:txBody>
          </p:sp>
        </mc:Fallback>
      </mc:AlternateContent>
      <p:cxnSp>
        <p:nvCxnSpPr>
          <p:cNvPr id="53" name="Conector recto 52">
            <a:extLst>
              <a:ext uri="{FF2B5EF4-FFF2-40B4-BE49-F238E27FC236}">
                <a16:creationId xmlns:a16="http://schemas.microsoft.com/office/drawing/2014/main" id="{B8F7A5D8-E8EF-AC1B-31EF-8727908C4B1A}"/>
              </a:ext>
            </a:extLst>
          </p:cNvPr>
          <p:cNvCxnSpPr>
            <a:cxnSpLocks/>
          </p:cNvCxnSpPr>
          <p:nvPr/>
        </p:nvCxnSpPr>
        <p:spPr>
          <a:xfrm>
            <a:off x="44990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83A9ADF8-FD98-A4B3-AE55-80F6CFD30CCF}"/>
                  </a:ext>
                </a:extLst>
              </p:cNvPr>
              <p:cNvSpPr txBox="1"/>
              <p:nvPr/>
            </p:nvSpPr>
            <p:spPr>
              <a:xfrm>
                <a:off x="6368937" y="580354"/>
                <a:ext cx="5403250" cy="646331"/>
              </a:xfrm>
              <a:prstGeom prst="rect">
                <a:avLst/>
              </a:prstGeom>
              <a:noFill/>
            </p:spPr>
            <p:txBody>
              <a:bodyPr wrap="square">
                <a:spAutoFit/>
              </a:bodyPr>
              <a:lstStyle/>
              <a:p>
                <a:pPr algn="ctr"/>
                <a14:m>
                  <m:oMath xmlns:m="http://schemas.openxmlformats.org/officeDocument/2006/math">
                    <m:r>
                      <a:rPr lang="en-US" sz="3600" i="1" smtClean="0">
                        <a:latin typeface="Cambria Math" panose="02040503050406030204" pitchFamily="18" charset="0"/>
                        <a:ea typeface="Cambria Math" panose="02040503050406030204" pitchFamily="18" charset="0"/>
                      </a:rPr>
                      <m:t>↑</m:t>
                    </m:r>
                  </m:oMath>
                </a14:m>
                <a:r>
                  <a:rPr lang="en-US" sz="3600" dirty="0">
                    <a:latin typeface="Gill Sans Nova" panose="020B0602020104020203" pitchFamily="34" charset="0"/>
                  </a:rPr>
                  <a:t> Objective function value </a:t>
                </a:r>
                <a14:m>
                  <m:oMath xmlns:m="http://schemas.openxmlformats.org/officeDocument/2006/math">
                    <m:r>
                      <a:rPr lang="es-ES" sz="3600" i="1">
                        <a:latin typeface="Cambria Math" panose="02040503050406030204" pitchFamily="18" charset="0"/>
                      </a:rPr>
                      <m:t>𝑧</m:t>
                    </m:r>
                  </m:oMath>
                </a14:m>
                <a:endParaRPr lang="es-ES" dirty="0"/>
              </a:p>
            </p:txBody>
          </p:sp>
        </mc:Choice>
        <mc:Fallback xmlns="">
          <p:sp>
            <p:nvSpPr>
              <p:cNvPr id="5" name="CuadroTexto 4">
                <a:extLst>
                  <a:ext uri="{FF2B5EF4-FFF2-40B4-BE49-F238E27FC236}">
                    <a16:creationId xmlns:a16="http://schemas.microsoft.com/office/drawing/2014/main" id="{83A9ADF8-FD98-A4B3-AE55-80F6CFD30CCF}"/>
                  </a:ext>
                </a:extLst>
              </p:cNvPr>
              <p:cNvSpPr txBox="1">
                <a:spLocks noRot="1" noChangeAspect="1" noMove="1" noResize="1" noEditPoints="1" noAdjustHandles="1" noChangeArrowheads="1" noChangeShapeType="1" noTextEdit="1"/>
              </p:cNvSpPr>
              <p:nvPr/>
            </p:nvSpPr>
            <p:spPr>
              <a:xfrm>
                <a:off x="6368937" y="580354"/>
                <a:ext cx="5403250" cy="646331"/>
              </a:xfrm>
              <a:prstGeom prst="rect">
                <a:avLst/>
              </a:prstGeom>
              <a:blipFill>
                <a:blip r:embed="rId19"/>
                <a:stretch>
                  <a:fillRect t="-14151" b="-34906"/>
                </a:stretch>
              </a:blipFill>
            </p:spPr>
            <p:txBody>
              <a:bodyPr/>
              <a:lstStyle/>
              <a:p>
                <a:r>
                  <a:rPr lang="es-ES">
                    <a:noFill/>
                  </a:rPr>
                  <a:t> </a:t>
                </a:r>
              </a:p>
            </p:txBody>
          </p:sp>
        </mc:Fallback>
      </mc:AlternateContent>
      <p:cxnSp>
        <p:nvCxnSpPr>
          <p:cNvPr id="7" name="Conector recto de flecha 6">
            <a:extLst>
              <a:ext uri="{FF2B5EF4-FFF2-40B4-BE49-F238E27FC236}">
                <a16:creationId xmlns:a16="http://schemas.microsoft.com/office/drawing/2014/main" id="{15C6B8A1-53FE-4CB4-959F-FB77082AAD18}"/>
              </a:ext>
            </a:extLst>
          </p:cNvPr>
          <p:cNvCxnSpPr>
            <a:cxnSpLocks/>
          </p:cNvCxnSpPr>
          <p:nvPr/>
        </p:nvCxnSpPr>
        <p:spPr>
          <a:xfrm flipV="1">
            <a:off x="5061173" y="1317975"/>
            <a:ext cx="4451868" cy="2129264"/>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8E7A46BF-E268-F327-9553-42065CF45403}"/>
                  </a:ext>
                </a:extLst>
              </p:cNvPr>
              <p:cNvSpPr txBox="1"/>
              <p:nvPr/>
            </p:nvSpPr>
            <p:spPr>
              <a:xfrm>
                <a:off x="10258804"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2" name="CuadroTexto 11">
                <a:extLst>
                  <a:ext uri="{FF2B5EF4-FFF2-40B4-BE49-F238E27FC236}">
                    <a16:creationId xmlns:a16="http://schemas.microsoft.com/office/drawing/2014/main" id="{8E7A46BF-E268-F327-9553-42065CF45403}"/>
                  </a:ext>
                </a:extLst>
              </p:cNvPr>
              <p:cNvSpPr txBox="1">
                <a:spLocks noRot="1" noChangeAspect="1" noMove="1" noResize="1" noEditPoints="1" noAdjustHandles="1" noChangeArrowheads="1" noChangeShapeType="1" noTextEdit="1"/>
              </p:cNvSpPr>
              <p:nvPr/>
            </p:nvSpPr>
            <p:spPr>
              <a:xfrm>
                <a:off x="10258804" y="5318333"/>
                <a:ext cx="1163547" cy="646331"/>
              </a:xfrm>
              <a:prstGeom prst="rect">
                <a:avLst/>
              </a:prstGeom>
              <a:blipFill>
                <a:blip r:embed="rId20"/>
                <a:stretch>
                  <a:fillRect/>
                </a:stretch>
              </a:blipFill>
            </p:spPr>
            <p:txBody>
              <a:bodyPr/>
              <a:lstStyle/>
              <a:p>
                <a:r>
                  <a:rPr lang="es-ES">
                    <a:noFill/>
                  </a:rPr>
                  <a:t> </a:t>
                </a:r>
              </a:p>
            </p:txBody>
          </p:sp>
        </mc:Fallback>
      </mc:AlternateContent>
      <p:cxnSp>
        <p:nvCxnSpPr>
          <p:cNvPr id="14" name="Conector recto 13">
            <a:extLst>
              <a:ext uri="{FF2B5EF4-FFF2-40B4-BE49-F238E27FC236}">
                <a16:creationId xmlns:a16="http://schemas.microsoft.com/office/drawing/2014/main" id="{471B14E4-1F9A-40C7-730A-844C4535615F}"/>
              </a:ext>
            </a:extLst>
          </p:cNvPr>
          <p:cNvCxnSpPr>
            <a:cxnSpLocks/>
          </p:cNvCxnSpPr>
          <p:nvPr/>
        </p:nvCxnSpPr>
        <p:spPr>
          <a:xfrm>
            <a:off x="6256922" y="1435576"/>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 name="Marcador de número de diapositiva 5">
            <a:extLst>
              <a:ext uri="{FF2B5EF4-FFF2-40B4-BE49-F238E27FC236}">
                <a16:creationId xmlns:a16="http://schemas.microsoft.com/office/drawing/2014/main" id="{8AF590A1-3543-997D-9F54-F0BEC1A118B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54</a:t>
            </a:fld>
            <a:endParaRPr lang="en-US" noProof="0" dirty="0"/>
          </a:p>
        </p:txBody>
      </p:sp>
      <p:cxnSp>
        <p:nvCxnSpPr>
          <p:cNvPr id="6" name="Conector recto de flecha 5">
            <a:extLst>
              <a:ext uri="{FF2B5EF4-FFF2-40B4-BE49-F238E27FC236}">
                <a16:creationId xmlns:a16="http://schemas.microsoft.com/office/drawing/2014/main" id="{497713D4-5FBE-1FD4-4BA9-935D09BD925E}"/>
              </a:ext>
            </a:extLst>
          </p:cNvPr>
          <p:cNvCxnSpPr>
            <a:cxnSpLocks/>
          </p:cNvCxnSpPr>
          <p:nvPr/>
        </p:nvCxnSpPr>
        <p:spPr>
          <a:xfrm rot="10800000" flipV="1">
            <a:off x="353585" y="2889365"/>
            <a:ext cx="4451868" cy="2129264"/>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FF75FEF-5755-E759-0A93-34BB495A73C8}"/>
                  </a:ext>
                </a:extLst>
              </p:cNvPr>
              <p:cNvSpPr txBox="1"/>
              <p:nvPr/>
            </p:nvSpPr>
            <p:spPr>
              <a:xfrm>
                <a:off x="-466083" y="4723244"/>
                <a:ext cx="5403250" cy="1200329"/>
              </a:xfrm>
              <a:prstGeom prst="rect">
                <a:avLst/>
              </a:prstGeom>
              <a:noFill/>
            </p:spPr>
            <p:txBody>
              <a:bodyPr wrap="square">
                <a:spAutoFit/>
              </a:bodyPr>
              <a:lstStyle/>
              <a:p>
                <a:pPr algn="ctr"/>
                <a14:m>
                  <m:oMath xmlns:m="http://schemas.openxmlformats.org/officeDocument/2006/math">
                    <m:r>
                      <a:rPr lang="en-US" sz="3600" i="1" smtClean="0">
                        <a:latin typeface="Cambria Math" panose="02040503050406030204" pitchFamily="18" charset="0"/>
                        <a:ea typeface="Cambria Math" panose="02040503050406030204" pitchFamily="18" charset="0"/>
                      </a:rPr>
                      <m:t>↓</m:t>
                    </m:r>
                  </m:oMath>
                </a14:m>
                <a:r>
                  <a:rPr lang="en-US" sz="3600" dirty="0">
                    <a:latin typeface="Gill Sans Nova" panose="020B0602020104020203" pitchFamily="34" charset="0"/>
                  </a:rPr>
                  <a:t> Objective </a:t>
                </a:r>
              </a:p>
              <a:p>
                <a:pPr algn="ctr"/>
                <a:r>
                  <a:rPr lang="en-US" sz="3600" dirty="0">
                    <a:latin typeface="Gill Sans Nova" panose="020B0602020104020203" pitchFamily="34" charset="0"/>
                  </a:rPr>
                  <a:t>function value </a:t>
                </a:r>
                <a14:m>
                  <m:oMath xmlns:m="http://schemas.openxmlformats.org/officeDocument/2006/math">
                    <m:r>
                      <a:rPr lang="es-ES" sz="3600" i="1">
                        <a:latin typeface="Cambria Math" panose="02040503050406030204" pitchFamily="18" charset="0"/>
                      </a:rPr>
                      <m:t>𝑧</m:t>
                    </m:r>
                  </m:oMath>
                </a14:m>
                <a:endParaRPr lang="es-ES" dirty="0"/>
              </a:p>
            </p:txBody>
          </p:sp>
        </mc:Choice>
        <mc:Fallback xmlns="">
          <p:sp>
            <p:nvSpPr>
              <p:cNvPr id="13" name="CuadroTexto 12">
                <a:extLst>
                  <a:ext uri="{FF2B5EF4-FFF2-40B4-BE49-F238E27FC236}">
                    <a16:creationId xmlns:a16="http://schemas.microsoft.com/office/drawing/2014/main" id="{FFF75FEF-5755-E759-0A93-34BB495A73C8}"/>
                  </a:ext>
                </a:extLst>
              </p:cNvPr>
              <p:cNvSpPr txBox="1">
                <a:spLocks noRot="1" noChangeAspect="1" noMove="1" noResize="1" noEditPoints="1" noAdjustHandles="1" noChangeArrowheads="1" noChangeShapeType="1" noTextEdit="1"/>
              </p:cNvSpPr>
              <p:nvPr/>
            </p:nvSpPr>
            <p:spPr>
              <a:xfrm>
                <a:off x="-466083" y="4723244"/>
                <a:ext cx="5403250" cy="1200329"/>
              </a:xfrm>
              <a:prstGeom prst="rect">
                <a:avLst/>
              </a:prstGeom>
              <a:blipFill>
                <a:blip r:embed="rId21"/>
                <a:stretch>
                  <a:fillRect t="-8122" b="-18274"/>
                </a:stretch>
              </a:blipFill>
            </p:spPr>
            <p:txBody>
              <a:bodyPr/>
              <a:lstStyle/>
              <a:p>
                <a:r>
                  <a:rPr lang="es-ES">
                    <a:noFill/>
                  </a:rPr>
                  <a:t> </a:t>
                </a:r>
              </a:p>
            </p:txBody>
          </p:sp>
        </mc:Fallback>
      </mc:AlternateContent>
    </p:spTree>
    <p:extLst>
      <p:ext uri="{BB962C8B-B14F-4D97-AF65-F5344CB8AC3E}">
        <p14:creationId xmlns:p14="http://schemas.microsoft.com/office/powerpoint/2010/main" val="2131954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36629-E63A-436E-9454-A2220B610542}"/>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4A0A516-CE3D-FA7F-6C8F-950C7DE48F42}"/>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04C8AC86-154C-DEAB-B9DD-1B220B0616E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68C3F45-B55C-3E2B-3DF0-712FDD5EDC2F}"/>
                  </a:ext>
                </a:extLst>
              </p:cNvPr>
              <p:cNvSpPr>
                <a:spLocks noGrp="1"/>
              </p:cNvSpPr>
              <p:nvPr>
                <p:ph idx="1"/>
              </p:nvPr>
            </p:nvSpPr>
            <p:spPr>
              <a:xfrm>
                <a:off x="629412" y="1522914"/>
                <a:ext cx="4124981"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68C3F45-B55C-3E2B-3DF0-712FDD5EDC2F}"/>
                  </a:ext>
                </a:extLst>
              </p:cNvPr>
              <p:cNvSpPr>
                <a:spLocks noGrp="1" noRot="1" noChangeAspect="1" noMove="1" noResize="1" noEditPoints="1" noAdjustHandles="1" noChangeArrowheads="1" noChangeShapeType="1" noTextEdit="1"/>
              </p:cNvSpPr>
              <p:nvPr>
                <p:ph idx="1"/>
              </p:nvPr>
            </p:nvSpPr>
            <p:spPr>
              <a:xfrm>
                <a:off x="629412" y="1522914"/>
                <a:ext cx="4124981" cy="4788985"/>
              </a:xfrm>
              <a:blipFill>
                <a:blip r:embed="rId3"/>
                <a:stretch>
                  <a:fillRect/>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5308B8A9-97AA-05AB-D26E-1494DF124EF5}"/>
              </a:ext>
            </a:extLst>
          </p:cNvPr>
          <p:cNvSpPr/>
          <p:nvPr/>
        </p:nvSpPr>
        <p:spPr>
          <a:xfrm>
            <a:off x="57238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AC630648-EDE7-1DC8-779C-2163A685A988}"/>
              </a:ext>
            </a:extLst>
          </p:cNvPr>
          <p:cNvGraphicFramePr>
            <a:graphicFrameLocks noGrp="1"/>
          </p:cNvGraphicFramePr>
          <p:nvPr>
            <p:extLst>
              <p:ext uri="{D42A27DB-BD31-4B8C-83A1-F6EECF244321}">
                <p14:modId xmlns:p14="http://schemas.microsoft.com/office/powerpoint/2010/main" val="500652497"/>
              </p:ext>
            </p:extLst>
          </p:nvPr>
        </p:nvGraphicFramePr>
        <p:xfrm>
          <a:off x="50036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F6283ED-7177-5B34-6CFE-B931D1685A2D}"/>
                  </a:ext>
                </a:extLst>
              </p:cNvPr>
              <p:cNvSpPr txBox="1"/>
              <p:nvPr/>
            </p:nvSpPr>
            <p:spPr>
              <a:xfrm>
                <a:off x="48197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5F6283ED-7177-5B34-6CFE-B931D1685A2D}"/>
                  </a:ext>
                </a:extLst>
              </p:cNvPr>
              <p:cNvSpPr txBox="1">
                <a:spLocks noRot="1" noChangeAspect="1" noMove="1" noResize="1" noEditPoints="1" noAdjustHandles="1" noChangeArrowheads="1" noChangeShapeType="1" noTextEdit="1"/>
              </p:cNvSpPr>
              <p:nvPr/>
            </p:nvSpPr>
            <p:spPr>
              <a:xfrm>
                <a:off x="48197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AC84915-462A-679A-E528-0292717E72DE}"/>
                  </a:ext>
                </a:extLst>
              </p:cNvPr>
              <p:cNvSpPr txBox="1"/>
              <p:nvPr/>
            </p:nvSpPr>
            <p:spPr>
              <a:xfrm>
                <a:off x="49265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7AC84915-462A-679A-E528-0292717E72DE}"/>
                  </a:ext>
                </a:extLst>
              </p:cNvPr>
              <p:cNvSpPr txBox="1">
                <a:spLocks noRot="1" noChangeAspect="1" noMove="1" noResize="1" noEditPoints="1" noAdjustHandles="1" noChangeArrowheads="1" noChangeShapeType="1" noTextEdit="1"/>
              </p:cNvSpPr>
              <p:nvPr/>
            </p:nvSpPr>
            <p:spPr>
              <a:xfrm>
                <a:off x="49265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2FC7234-43BA-9493-9869-6983FF1F2634}"/>
                  </a:ext>
                </a:extLst>
              </p:cNvPr>
              <p:cNvSpPr txBox="1"/>
              <p:nvPr/>
            </p:nvSpPr>
            <p:spPr>
              <a:xfrm>
                <a:off x="63922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C2FC7234-43BA-9493-9869-6983FF1F2634}"/>
                  </a:ext>
                </a:extLst>
              </p:cNvPr>
              <p:cNvSpPr txBox="1">
                <a:spLocks noRot="1" noChangeAspect="1" noMove="1" noResize="1" noEditPoints="1" noAdjustHandles="1" noChangeArrowheads="1" noChangeShapeType="1" noTextEdit="1"/>
              </p:cNvSpPr>
              <p:nvPr/>
            </p:nvSpPr>
            <p:spPr>
              <a:xfrm>
                <a:off x="63922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F2857C6-A9F0-BD6B-9F36-D13B1239E9EB}"/>
                  </a:ext>
                </a:extLst>
              </p:cNvPr>
              <p:cNvSpPr txBox="1"/>
              <p:nvPr/>
            </p:nvSpPr>
            <p:spPr>
              <a:xfrm>
                <a:off x="71028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5F2857C6-A9F0-BD6B-9F36-D13B1239E9EB}"/>
                  </a:ext>
                </a:extLst>
              </p:cNvPr>
              <p:cNvSpPr txBox="1">
                <a:spLocks noRot="1" noChangeAspect="1" noMove="1" noResize="1" noEditPoints="1" noAdjustHandles="1" noChangeArrowheads="1" noChangeShapeType="1" noTextEdit="1"/>
              </p:cNvSpPr>
              <p:nvPr/>
            </p:nvSpPr>
            <p:spPr>
              <a:xfrm>
                <a:off x="71028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AFBD1279-5510-9FCD-9BD5-230A9B9DC60A}"/>
                  </a:ext>
                </a:extLst>
              </p:cNvPr>
              <p:cNvSpPr txBox="1"/>
              <p:nvPr/>
            </p:nvSpPr>
            <p:spPr>
              <a:xfrm>
                <a:off x="78051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AFBD1279-5510-9FCD-9BD5-230A9B9DC60A}"/>
                  </a:ext>
                </a:extLst>
              </p:cNvPr>
              <p:cNvSpPr txBox="1">
                <a:spLocks noRot="1" noChangeAspect="1" noMove="1" noResize="1" noEditPoints="1" noAdjustHandles="1" noChangeArrowheads="1" noChangeShapeType="1" noTextEdit="1"/>
              </p:cNvSpPr>
              <p:nvPr/>
            </p:nvSpPr>
            <p:spPr>
              <a:xfrm>
                <a:off x="78051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F2F4798-FE9C-AD64-EC63-7D10BC2DB144}"/>
                  </a:ext>
                </a:extLst>
              </p:cNvPr>
              <p:cNvSpPr txBox="1"/>
              <p:nvPr/>
            </p:nvSpPr>
            <p:spPr>
              <a:xfrm>
                <a:off x="85375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9F2F4798-FE9C-AD64-EC63-7D10BC2DB144}"/>
                  </a:ext>
                </a:extLst>
              </p:cNvPr>
              <p:cNvSpPr txBox="1">
                <a:spLocks noRot="1" noChangeAspect="1" noMove="1" noResize="1" noEditPoints="1" noAdjustHandles="1" noChangeArrowheads="1" noChangeShapeType="1" noTextEdit="1"/>
              </p:cNvSpPr>
              <p:nvPr/>
            </p:nvSpPr>
            <p:spPr>
              <a:xfrm>
                <a:off x="85375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85A79247-ADBD-9440-6143-2A9A28DA0A75}"/>
                  </a:ext>
                </a:extLst>
              </p:cNvPr>
              <p:cNvSpPr txBox="1"/>
              <p:nvPr/>
            </p:nvSpPr>
            <p:spPr>
              <a:xfrm>
                <a:off x="92463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85A79247-ADBD-9440-6143-2A9A28DA0A75}"/>
                  </a:ext>
                </a:extLst>
              </p:cNvPr>
              <p:cNvSpPr txBox="1">
                <a:spLocks noRot="1" noChangeAspect="1" noMove="1" noResize="1" noEditPoints="1" noAdjustHandles="1" noChangeArrowheads="1" noChangeShapeType="1" noTextEdit="1"/>
              </p:cNvSpPr>
              <p:nvPr/>
            </p:nvSpPr>
            <p:spPr>
              <a:xfrm>
                <a:off x="92463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ABF09EE8-B655-E3FA-29BF-58BBEA8F4790}"/>
                  </a:ext>
                </a:extLst>
              </p:cNvPr>
              <p:cNvSpPr txBox="1"/>
              <p:nvPr/>
            </p:nvSpPr>
            <p:spPr>
              <a:xfrm>
                <a:off x="49263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ABF09EE8-B655-E3FA-29BF-58BBEA8F4790}"/>
                  </a:ext>
                </a:extLst>
              </p:cNvPr>
              <p:cNvSpPr txBox="1">
                <a:spLocks noRot="1" noChangeAspect="1" noMove="1" noResize="1" noEditPoints="1" noAdjustHandles="1" noChangeArrowheads="1" noChangeShapeType="1" noTextEdit="1"/>
              </p:cNvSpPr>
              <p:nvPr/>
            </p:nvSpPr>
            <p:spPr>
              <a:xfrm>
                <a:off x="49263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A3FB1D4-86C1-78A9-00EC-90E99798F81F}"/>
                  </a:ext>
                </a:extLst>
              </p:cNvPr>
              <p:cNvSpPr txBox="1"/>
              <p:nvPr/>
            </p:nvSpPr>
            <p:spPr>
              <a:xfrm>
                <a:off x="49263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3A3FB1D4-86C1-78A9-00EC-90E99798F81F}"/>
                  </a:ext>
                </a:extLst>
              </p:cNvPr>
              <p:cNvSpPr txBox="1">
                <a:spLocks noRot="1" noChangeAspect="1" noMove="1" noResize="1" noEditPoints="1" noAdjustHandles="1" noChangeArrowheads="1" noChangeShapeType="1" noTextEdit="1"/>
              </p:cNvSpPr>
              <p:nvPr/>
            </p:nvSpPr>
            <p:spPr>
              <a:xfrm>
                <a:off x="49263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5AC609F-F9E3-967F-9ECC-2227810DD075}"/>
                  </a:ext>
                </a:extLst>
              </p:cNvPr>
              <p:cNvSpPr txBox="1"/>
              <p:nvPr/>
            </p:nvSpPr>
            <p:spPr>
              <a:xfrm>
                <a:off x="49263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65AC609F-F9E3-967F-9ECC-2227810DD075}"/>
                  </a:ext>
                </a:extLst>
              </p:cNvPr>
              <p:cNvSpPr txBox="1">
                <a:spLocks noRot="1" noChangeAspect="1" noMove="1" noResize="1" noEditPoints="1" noAdjustHandles="1" noChangeArrowheads="1" noChangeShapeType="1" noTextEdit="1"/>
              </p:cNvSpPr>
              <p:nvPr/>
            </p:nvSpPr>
            <p:spPr>
              <a:xfrm>
                <a:off x="49263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8B2CDF-A726-1E9E-25AC-AE3048474649}"/>
                  </a:ext>
                </a:extLst>
              </p:cNvPr>
              <p:cNvSpPr txBox="1"/>
              <p:nvPr/>
            </p:nvSpPr>
            <p:spPr>
              <a:xfrm>
                <a:off x="49263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9D8B2CDF-A726-1E9E-25AC-AE3048474649}"/>
                  </a:ext>
                </a:extLst>
              </p:cNvPr>
              <p:cNvSpPr txBox="1">
                <a:spLocks noRot="1" noChangeAspect="1" noMove="1" noResize="1" noEditPoints="1" noAdjustHandles="1" noChangeArrowheads="1" noChangeShapeType="1" noTextEdit="1"/>
              </p:cNvSpPr>
              <p:nvPr/>
            </p:nvSpPr>
            <p:spPr>
              <a:xfrm>
                <a:off x="49263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5E87001B-36D0-4B58-74E0-CDD323EB70BC}"/>
                  </a:ext>
                </a:extLst>
              </p:cNvPr>
              <p:cNvSpPr txBox="1"/>
              <p:nvPr/>
            </p:nvSpPr>
            <p:spPr>
              <a:xfrm>
                <a:off x="49263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5E87001B-36D0-4B58-74E0-CDD323EB70BC}"/>
                  </a:ext>
                </a:extLst>
              </p:cNvPr>
              <p:cNvSpPr txBox="1">
                <a:spLocks noRot="1" noChangeAspect="1" noMove="1" noResize="1" noEditPoints="1" noAdjustHandles="1" noChangeArrowheads="1" noChangeShapeType="1" noTextEdit="1"/>
              </p:cNvSpPr>
              <p:nvPr/>
            </p:nvSpPr>
            <p:spPr>
              <a:xfrm>
                <a:off x="49263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A96362EF-936F-654D-6D5A-03A46C7AC6A7}"/>
              </a:ext>
            </a:extLst>
          </p:cNvPr>
          <p:cNvCxnSpPr>
            <a:cxnSpLocks/>
          </p:cNvCxnSpPr>
          <p:nvPr/>
        </p:nvCxnSpPr>
        <p:spPr>
          <a:xfrm flipV="1">
            <a:off x="56932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F87D7C31-B021-A854-F0FD-AA080C34F2B3}"/>
              </a:ext>
            </a:extLst>
          </p:cNvPr>
          <p:cNvCxnSpPr>
            <a:cxnSpLocks/>
          </p:cNvCxnSpPr>
          <p:nvPr/>
        </p:nvCxnSpPr>
        <p:spPr>
          <a:xfrm flipV="1">
            <a:off x="57243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EC4B27C-A9E8-861B-7382-202308DDA74F}"/>
                  </a:ext>
                </a:extLst>
              </p:cNvPr>
              <p:cNvSpPr txBox="1"/>
              <p:nvPr/>
            </p:nvSpPr>
            <p:spPr>
              <a:xfrm>
                <a:off x="48509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1EC4B27C-A9E8-861B-7382-202308DDA74F}"/>
                  </a:ext>
                </a:extLst>
              </p:cNvPr>
              <p:cNvSpPr txBox="1">
                <a:spLocks noRot="1" noChangeAspect="1" noMove="1" noResize="1" noEditPoints="1" noAdjustHandles="1" noChangeArrowheads="1" noChangeShapeType="1" noTextEdit="1"/>
              </p:cNvSpPr>
              <p:nvPr/>
            </p:nvSpPr>
            <p:spPr>
              <a:xfrm>
                <a:off x="48509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3CDA67DD-83B4-6D80-0955-A2F07B996E3A}"/>
                  </a:ext>
                </a:extLst>
              </p:cNvPr>
              <p:cNvSpPr txBox="1"/>
              <p:nvPr/>
            </p:nvSpPr>
            <p:spPr>
              <a:xfrm>
                <a:off x="41262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3CDA67DD-83B4-6D80-0955-A2F07B996E3A}"/>
                  </a:ext>
                </a:extLst>
              </p:cNvPr>
              <p:cNvSpPr txBox="1">
                <a:spLocks noRot="1" noChangeAspect="1" noMove="1" noResize="1" noEditPoints="1" noAdjustHandles="1" noChangeArrowheads="1" noChangeShapeType="1" noTextEdit="1"/>
              </p:cNvSpPr>
              <p:nvPr/>
            </p:nvSpPr>
            <p:spPr>
              <a:xfrm>
                <a:off x="41262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B783A025-70FA-DB25-0F36-FA849D77FFF4}"/>
                  </a:ext>
                </a:extLst>
              </p:cNvPr>
              <p:cNvSpPr txBox="1"/>
              <p:nvPr/>
            </p:nvSpPr>
            <p:spPr>
              <a:xfrm>
                <a:off x="56589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B783A025-70FA-DB25-0F36-FA849D77FFF4}"/>
                  </a:ext>
                </a:extLst>
              </p:cNvPr>
              <p:cNvSpPr txBox="1">
                <a:spLocks noRot="1" noChangeAspect="1" noMove="1" noResize="1" noEditPoints="1" noAdjustHandles="1" noChangeArrowheads="1" noChangeShapeType="1" noTextEdit="1"/>
              </p:cNvSpPr>
              <p:nvPr/>
            </p:nvSpPr>
            <p:spPr>
              <a:xfrm>
                <a:off x="5658937" y="5301537"/>
                <a:ext cx="1163547" cy="646331"/>
              </a:xfrm>
              <a:prstGeom prst="rect">
                <a:avLst/>
              </a:prstGeom>
              <a:blipFill>
                <a:blip r:embed="rId18"/>
                <a:stretch>
                  <a:fillRect/>
                </a:stretch>
              </a:blipFill>
            </p:spPr>
            <p:txBody>
              <a:bodyPr/>
              <a:lstStyle/>
              <a:p>
                <a:r>
                  <a:rPr lang="es-ES">
                    <a:noFill/>
                  </a:rPr>
                  <a:t> </a:t>
                </a:r>
              </a:p>
            </p:txBody>
          </p:sp>
        </mc:Fallback>
      </mc:AlternateContent>
      <p:cxnSp>
        <p:nvCxnSpPr>
          <p:cNvPr id="53" name="Conector recto 52">
            <a:extLst>
              <a:ext uri="{FF2B5EF4-FFF2-40B4-BE49-F238E27FC236}">
                <a16:creationId xmlns:a16="http://schemas.microsoft.com/office/drawing/2014/main" id="{CD272A41-FB81-9D94-A96D-46BBD5938BEB}"/>
              </a:ext>
            </a:extLst>
          </p:cNvPr>
          <p:cNvCxnSpPr>
            <a:cxnSpLocks/>
          </p:cNvCxnSpPr>
          <p:nvPr/>
        </p:nvCxnSpPr>
        <p:spPr>
          <a:xfrm>
            <a:off x="42323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 name="Conector recto 1">
            <a:extLst>
              <a:ext uri="{FF2B5EF4-FFF2-40B4-BE49-F238E27FC236}">
                <a16:creationId xmlns:a16="http://schemas.microsoft.com/office/drawing/2014/main" id="{8DCDF861-7F28-0879-5DDC-563B9D2E19E0}"/>
              </a:ext>
            </a:extLst>
          </p:cNvPr>
          <p:cNvCxnSpPr>
            <a:cxnSpLocks/>
          </p:cNvCxnSpPr>
          <p:nvPr/>
        </p:nvCxnSpPr>
        <p:spPr>
          <a:xfrm>
            <a:off x="5058008" y="174810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69" name="Elipse 68">
            <a:extLst>
              <a:ext uri="{FF2B5EF4-FFF2-40B4-BE49-F238E27FC236}">
                <a16:creationId xmlns:a16="http://schemas.microsoft.com/office/drawing/2014/main" id="{632E4AC5-5B10-640F-DB21-2F34BE54618F}"/>
              </a:ext>
            </a:extLst>
          </p:cNvPr>
          <p:cNvSpPr/>
          <p:nvPr/>
        </p:nvSpPr>
        <p:spPr>
          <a:xfrm>
            <a:off x="5597846" y="3033708"/>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37B67293-B232-D836-A4A4-7E795B3CDF69}"/>
                  </a:ext>
                </a:extLst>
              </p:cNvPr>
              <p:cNvSpPr txBox="1"/>
              <p:nvPr/>
            </p:nvSpPr>
            <p:spPr>
              <a:xfrm>
                <a:off x="6203997" y="807622"/>
                <a:ext cx="3916842" cy="646331"/>
              </a:xfrm>
              <a:prstGeom prst="rect">
                <a:avLst/>
              </a:prstGeom>
              <a:noFill/>
            </p:spPr>
            <p:txBody>
              <a:bodyPr wrap="square">
                <a:spAutoFit/>
              </a:bodyPr>
              <a:lstStyle/>
              <a:p>
                <a:pPr>
                  <a:buClr>
                    <a:srgbClr val="0070C0"/>
                  </a:buClr>
                  <a:buSzPct val="100000"/>
                </a:pPr>
                <a14:m>
                  <m:oMathPara xmlns:m="http://schemas.openxmlformats.org/officeDocument/2006/math">
                    <m:oMathParaPr>
                      <m:jc m:val="center"/>
                    </m:oMathParaPr>
                    <m:oMath>
                      <m:r>
                        <a:rPr lang="es-ES" sz="3600" b="0" i="1" smtClean="0">
                          <a:latin typeface="Cambria Math" panose="02040503050406030204" pitchFamily="18" charset="0"/>
                        </a:rPr>
                        <m:t>𝑧</m:t>
                      </m:r>
                      <m:r>
                        <a:rPr lang="es-ES" sz="3600" b="0" i="1" smtClean="0">
                          <a:latin typeface="Cambria Math" panose="02040503050406030204" pitchFamily="18" charset="0"/>
                        </a:rPr>
                        <m:t>=2·0 + 3=</m:t>
                      </m:r>
                      <m:r>
                        <a:rPr lang="es-ES" sz="3600" b="1" i="1" smtClean="0">
                          <a:latin typeface="Cambria Math" panose="02040503050406030204" pitchFamily="18" charset="0"/>
                        </a:rPr>
                        <m:t>𝟑</m:t>
                      </m:r>
                    </m:oMath>
                  </m:oMathPara>
                </a14:m>
                <a:endParaRPr lang="es-ES" sz="3600" b="1" i="1" dirty="0">
                  <a:latin typeface="Gill Sans Nova" panose="020B0602020104020203" pitchFamily="34" charset="0"/>
                </a:endParaRPr>
              </a:p>
            </p:txBody>
          </p:sp>
        </mc:Choice>
        <mc:Fallback xmlns="">
          <p:sp>
            <p:nvSpPr>
              <p:cNvPr id="14" name="CuadroTexto 13">
                <a:extLst>
                  <a:ext uri="{FF2B5EF4-FFF2-40B4-BE49-F238E27FC236}">
                    <a16:creationId xmlns:a16="http://schemas.microsoft.com/office/drawing/2014/main" id="{37B67293-B232-D836-A4A4-7E795B3CDF69}"/>
                  </a:ext>
                </a:extLst>
              </p:cNvPr>
              <p:cNvSpPr txBox="1">
                <a:spLocks noRot="1" noChangeAspect="1" noMove="1" noResize="1" noEditPoints="1" noAdjustHandles="1" noChangeArrowheads="1" noChangeShapeType="1" noTextEdit="1"/>
              </p:cNvSpPr>
              <p:nvPr/>
            </p:nvSpPr>
            <p:spPr>
              <a:xfrm>
                <a:off x="6203997" y="807622"/>
                <a:ext cx="3916842" cy="646331"/>
              </a:xfrm>
              <a:prstGeom prst="rect">
                <a:avLst/>
              </a:prstGeom>
              <a:blipFill>
                <a:blip r:embed="rId19"/>
                <a:stretch>
                  <a:fillRect/>
                </a:stretch>
              </a:blipFill>
            </p:spPr>
            <p:txBody>
              <a:bodyPr/>
              <a:lstStyle/>
              <a:p>
                <a:r>
                  <a:rPr lang="es-ES">
                    <a:noFill/>
                  </a:rPr>
                  <a:t> </a:t>
                </a:r>
              </a:p>
            </p:txBody>
          </p:sp>
        </mc:Fallback>
      </mc:AlternateContent>
      <p:cxnSp>
        <p:nvCxnSpPr>
          <p:cNvPr id="31" name="Conector recto de flecha 30">
            <a:extLst>
              <a:ext uri="{FF2B5EF4-FFF2-40B4-BE49-F238E27FC236}">
                <a16:creationId xmlns:a16="http://schemas.microsoft.com/office/drawing/2014/main" id="{3300E957-524B-D97F-2A58-F449102A323B}"/>
              </a:ext>
            </a:extLst>
          </p:cNvPr>
          <p:cNvCxnSpPr>
            <a:cxnSpLocks/>
            <a:stCxn id="14" idx="2"/>
            <a:endCxn id="69" idx="7"/>
          </p:cNvCxnSpPr>
          <p:nvPr/>
        </p:nvCxnSpPr>
        <p:spPr>
          <a:xfrm flipH="1">
            <a:off x="5812941" y="1453953"/>
            <a:ext cx="2349477" cy="1616660"/>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37" name="Elipse 36">
            <a:extLst>
              <a:ext uri="{FF2B5EF4-FFF2-40B4-BE49-F238E27FC236}">
                <a16:creationId xmlns:a16="http://schemas.microsoft.com/office/drawing/2014/main" id="{E5AEE1A0-45DE-A95F-E16E-271FA2BBE4DE}"/>
              </a:ext>
            </a:extLst>
          </p:cNvPr>
          <p:cNvSpPr/>
          <p:nvPr/>
        </p:nvSpPr>
        <p:spPr>
          <a:xfrm>
            <a:off x="5402668" y="4991780"/>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0</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A08BA94-82F2-6B9C-7B24-19F1FE8E962C}"/>
                  </a:ext>
                </a:extLst>
              </p:cNvPr>
              <p:cNvSpPr txBox="1"/>
              <p:nvPr/>
            </p:nvSpPr>
            <p:spPr>
              <a:xfrm>
                <a:off x="9989298"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FA08BA94-82F2-6B9C-7B24-19F1FE8E962C}"/>
                  </a:ext>
                </a:extLst>
              </p:cNvPr>
              <p:cNvSpPr txBox="1">
                <a:spLocks noRot="1" noChangeAspect="1" noMove="1" noResize="1" noEditPoints="1" noAdjustHandles="1" noChangeArrowheads="1" noChangeShapeType="1" noTextEdit="1"/>
              </p:cNvSpPr>
              <p:nvPr/>
            </p:nvSpPr>
            <p:spPr>
              <a:xfrm>
                <a:off x="9989298" y="5318333"/>
                <a:ext cx="1163547" cy="646331"/>
              </a:xfrm>
              <a:prstGeom prst="rect">
                <a:avLst/>
              </a:prstGeom>
              <a:blipFill>
                <a:blip r:embed="rId20"/>
                <a:stretch>
                  <a:fillRect/>
                </a:stretch>
              </a:blipFill>
            </p:spPr>
            <p:txBody>
              <a:bodyPr/>
              <a:lstStyle/>
              <a:p>
                <a:r>
                  <a:rPr lang="es-ES">
                    <a:noFill/>
                  </a:rPr>
                  <a:t> </a:t>
                </a:r>
              </a:p>
            </p:txBody>
          </p:sp>
        </mc:Fallback>
      </mc:AlternateContent>
      <p:sp>
        <p:nvSpPr>
          <p:cNvPr id="5" name="Marcador de número de diapositiva 5">
            <a:extLst>
              <a:ext uri="{FF2B5EF4-FFF2-40B4-BE49-F238E27FC236}">
                <a16:creationId xmlns:a16="http://schemas.microsoft.com/office/drawing/2014/main" id="{4551C35E-FE19-E44B-1612-DA625ED7799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55</a:t>
            </a:fld>
            <a:endParaRPr lang="en-US" noProof="0" dirty="0"/>
          </a:p>
        </p:txBody>
      </p:sp>
    </p:spTree>
    <p:extLst>
      <p:ext uri="{BB962C8B-B14F-4D97-AF65-F5344CB8AC3E}">
        <p14:creationId xmlns:p14="http://schemas.microsoft.com/office/powerpoint/2010/main" val="6678996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7BD95-0625-1EB3-BCD3-93BE5F48486F}"/>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EE9E322C-64D7-A323-A071-BE4BEAED1F4A}"/>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8E92DFCE-9605-4155-12BE-DC77F71FD8C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6201B3A-40E0-CFDB-466A-5DD3A0CEF977}"/>
                  </a:ext>
                </a:extLst>
              </p:cNvPr>
              <p:cNvSpPr>
                <a:spLocks noGrp="1"/>
              </p:cNvSpPr>
              <p:nvPr>
                <p:ph idx="1"/>
              </p:nvPr>
            </p:nvSpPr>
            <p:spPr>
              <a:xfrm>
                <a:off x="629412" y="1522914"/>
                <a:ext cx="4145040"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A6201B3A-40E0-CFDB-466A-5DD3A0CEF977}"/>
                  </a:ext>
                </a:extLst>
              </p:cNvPr>
              <p:cNvSpPr>
                <a:spLocks noGrp="1" noRot="1" noChangeAspect="1" noMove="1" noResize="1" noEditPoints="1" noAdjustHandles="1" noChangeArrowheads="1" noChangeShapeType="1" noTextEdit="1"/>
              </p:cNvSpPr>
              <p:nvPr>
                <p:ph idx="1"/>
              </p:nvPr>
            </p:nvSpPr>
            <p:spPr>
              <a:xfrm>
                <a:off x="629412" y="1522914"/>
                <a:ext cx="4145040" cy="4788985"/>
              </a:xfrm>
              <a:blipFill>
                <a:blip r:embed="rId3"/>
                <a:stretch>
                  <a:fillRect/>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5CA07BE1-C327-2162-B862-9FC89AE6C54E}"/>
              </a:ext>
            </a:extLst>
          </p:cNvPr>
          <p:cNvSpPr/>
          <p:nvPr/>
        </p:nvSpPr>
        <p:spPr>
          <a:xfrm>
            <a:off x="57238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90C4D1A2-8748-5651-CA56-5CDEF6331EE2}"/>
              </a:ext>
            </a:extLst>
          </p:cNvPr>
          <p:cNvGraphicFramePr>
            <a:graphicFrameLocks noGrp="1"/>
          </p:cNvGraphicFramePr>
          <p:nvPr/>
        </p:nvGraphicFramePr>
        <p:xfrm>
          <a:off x="50036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91F4E24-243D-19D9-6AAB-F15C2C1712CD}"/>
                  </a:ext>
                </a:extLst>
              </p:cNvPr>
              <p:cNvSpPr txBox="1"/>
              <p:nvPr/>
            </p:nvSpPr>
            <p:spPr>
              <a:xfrm>
                <a:off x="48197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B91F4E24-243D-19D9-6AAB-F15C2C1712CD}"/>
                  </a:ext>
                </a:extLst>
              </p:cNvPr>
              <p:cNvSpPr txBox="1">
                <a:spLocks noRot="1" noChangeAspect="1" noMove="1" noResize="1" noEditPoints="1" noAdjustHandles="1" noChangeArrowheads="1" noChangeShapeType="1" noTextEdit="1"/>
              </p:cNvSpPr>
              <p:nvPr/>
            </p:nvSpPr>
            <p:spPr>
              <a:xfrm>
                <a:off x="48197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CD9748B-FC3F-367B-521F-EC80F430AFEC}"/>
                  </a:ext>
                </a:extLst>
              </p:cNvPr>
              <p:cNvSpPr txBox="1"/>
              <p:nvPr/>
            </p:nvSpPr>
            <p:spPr>
              <a:xfrm>
                <a:off x="49265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4CD9748B-FC3F-367B-521F-EC80F430AFEC}"/>
                  </a:ext>
                </a:extLst>
              </p:cNvPr>
              <p:cNvSpPr txBox="1">
                <a:spLocks noRot="1" noChangeAspect="1" noMove="1" noResize="1" noEditPoints="1" noAdjustHandles="1" noChangeArrowheads="1" noChangeShapeType="1" noTextEdit="1"/>
              </p:cNvSpPr>
              <p:nvPr/>
            </p:nvSpPr>
            <p:spPr>
              <a:xfrm>
                <a:off x="49265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4038A2B-6C6D-5BCE-7302-2E5444656F54}"/>
                  </a:ext>
                </a:extLst>
              </p:cNvPr>
              <p:cNvSpPr txBox="1"/>
              <p:nvPr/>
            </p:nvSpPr>
            <p:spPr>
              <a:xfrm>
                <a:off x="63922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84038A2B-6C6D-5BCE-7302-2E5444656F54}"/>
                  </a:ext>
                </a:extLst>
              </p:cNvPr>
              <p:cNvSpPr txBox="1">
                <a:spLocks noRot="1" noChangeAspect="1" noMove="1" noResize="1" noEditPoints="1" noAdjustHandles="1" noChangeArrowheads="1" noChangeShapeType="1" noTextEdit="1"/>
              </p:cNvSpPr>
              <p:nvPr/>
            </p:nvSpPr>
            <p:spPr>
              <a:xfrm>
                <a:off x="63922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124BF77C-8A08-F5DA-BC0C-283A911F98CD}"/>
                  </a:ext>
                </a:extLst>
              </p:cNvPr>
              <p:cNvSpPr txBox="1"/>
              <p:nvPr/>
            </p:nvSpPr>
            <p:spPr>
              <a:xfrm>
                <a:off x="71028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124BF77C-8A08-F5DA-BC0C-283A911F98CD}"/>
                  </a:ext>
                </a:extLst>
              </p:cNvPr>
              <p:cNvSpPr txBox="1">
                <a:spLocks noRot="1" noChangeAspect="1" noMove="1" noResize="1" noEditPoints="1" noAdjustHandles="1" noChangeArrowheads="1" noChangeShapeType="1" noTextEdit="1"/>
              </p:cNvSpPr>
              <p:nvPr/>
            </p:nvSpPr>
            <p:spPr>
              <a:xfrm>
                <a:off x="71028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CECE417-6EF5-EA1A-FACC-2F10858514DB}"/>
                  </a:ext>
                </a:extLst>
              </p:cNvPr>
              <p:cNvSpPr txBox="1"/>
              <p:nvPr/>
            </p:nvSpPr>
            <p:spPr>
              <a:xfrm>
                <a:off x="78051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DCECE417-6EF5-EA1A-FACC-2F10858514DB}"/>
                  </a:ext>
                </a:extLst>
              </p:cNvPr>
              <p:cNvSpPr txBox="1">
                <a:spLocks noRot="1" noChangeAspect="1" noMove="1" noResize="1" noEditPoints="1" noAdjustHandles="1" noChangeArrowheads="1" noChangeShapeType="1" noTextEdit="1"/>
              </p:cNvSpPr>
              <p:nvPr/>
            </p:nvSpPr>
            <p:spPr>
              <a:xfrm>
                <a:off x="78051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0796350B-56B5-32AB-40FD-EDDBB2B8B206}"/>
                  </a:ext>
                </a:extLst>
              </p:cNvPr>
              <p:cNvSpPr txBox="1"/>
              <p:nvPr/>
            </p:nvSpPr>
            <p:spPr>
              <a:xfrm>
                <a:off x="85375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0796350B-56B5-32AB-40FD-EDDBB2B8B206}"/>
                  </a:ext>
                </a:extLst>
              </p:cNvPr>
              <p:cNvSpPr txBox="1">
                <a:spLocks noRot="1" noChangeAspect="1" noMove="1" noResize="1" noEditPoints="1" noAdjustHandles="1" noChangeArrowheads="1" noChangeShapeType="1" noTextEdit="1"/>
              </p:cNvSpPr>
              <p:nvPr/>
            </p:nvSpPr>
            <p:spPr>
              <a:xfrm>
                <a:off x="85375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8AE24FF-DD7B-BB48-B9F3-22730FB84194}"/>
                  </a:ext>
                </a:extLst>
              </p:cNvPr>
              <p:cNvSpPr txBox="1"/>
              <p:nvPr/>
            </p:nvSpPr>
            <p:spPr>
              <a:xfrm>
                <a:off x="92463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A8AE24FF-DD7B-BB48-B9F3-22730FB84194}"/>
                  </a:ext>
                </a:extLst>
              </p:cNvPr>
              <p:cNvSpPr txBox="1">
                <a:spLocks noRot="1" noChangeAspect="1" noMove="1" noResize="1" noEditPoints="1" noAdjustHandles="1" noChangeArrowheads="1" noChangeShapeType="1" noTextEdit="1"/>
              </p:cNvSpPr>
              <p:nvPr/>
            </p:nvSpPr>
            <p:spPr>
              <a:xfrm>
                <a:off x="92463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5B73D6F-33BE-BD8C-E9E0-4E7A46BA2A2E}"/>
                  </a:ext>
                </a:extLst>
              </p:cNvPr>
              <p:cNvSpPr txBox="1"/>
              <p:nvPr/>
            </p:nvSpPr>
            <p:spPr>
              <a:xfrm>
                <a:off x="49263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75B73D6F-33BE-BD8C-E9E0-4E7A46BA2A2E}"/>
                  </a:ext>
                </a:extLst>
              </p:cNvPr>
              <p:cNvSpPr txBox="1">
                <a:spLocks noRot="1" noChangeAspect="1" noMove="1" noResize="1" noEditPoints="1" noAdjustHandles="1" noChangeArrowheads="1" noChangeShapeType="1" noTextEdit="1"/>
              </p:cNvSpPr>
              <p:nvPr/>
            </p:nvSpPr>
            <p:spPr>
              <a:xfrm>
                <a:off x="49263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DEF7AEF6-2BEB-F5D5-B1F2-9E893A1469A9}"/>
                  </a:ext>
                </a:extLst>
              </p:cNvPr>
              <p:cNvSpPr txBox="1"/>
              <p:nvPr/>
            </p:nvSpPr>
            <p:spPr>
              <a:xfrm>
                <a:off x="49263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DEF7AEF6-2BEB-F5D5-B1F2-9E893A1469A9}"/>
                  </a:ext>
                </a:extLst>
              </p:cNvPr>
              <p:cNvSpPr txBox="1">
                <a:spLocks noRot="1" noChangeAspect="1" noMove="1" noResize="1" noEditPoints="1" noAdjustHandles="1" noChangeArrowheads="1" noChangeShapeType="1" noTextEdit="1"/>
              </p:cNvSpPr>
              <p:nvPr/>
            </p:nvSpPr>
            <p:spPr>
              <a:xfrm>
                <a:off x="49263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02340C0-43F0-046F-A8B5-E755E460F585}"/>
                  </a:ext>
                </a:extLst>
              </p:cNvPr>
              <p:cNvSpPr txBox="1"/>
              <p:nvPr/>
            </p:nvSpPr>
            <p:spPr>
              <a:xfrm>
                <a:off x="49263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702340C0-43F0-046F-A8B5-E755E460F585}"/>
                  </a:ext>
                </a:extLst>
              </p:cNvPr>
              <p:cNvSpPr txBox="1">
                <a:spLocks noRot="1" noChangeAspect="1" noMove="1" noResize="1" noEditPoints="1" noAdjustHandles="1" noChangeArrowheads="1" noChangeShapeType="1" noTextEdit="1"/>
              </p:cNvSpPr>
              <p:nvPr/>
            </p:nvSpPr>
            <p:spPr>
              <a:xfrm>
                <a:off x="49263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C588B59-8069-DEB8-A436-97C764ACA62A}"/>
                  </a:ext>
                </a:extLst>
              </p:cNvPr>
              <p:cNvSpPr txBox="1"/>
              <p:nvPr/>
            </p:nvSpPr>
            <p:spPr>
              <a:xfrm>
                <a:off x="49263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2C588B59-8069-DEB8-A436-97C764ACA62A}"/>
                  </a:ext>
                </a:extLst>
              </p:cNvPr>
              <p:cNvSpPr txBox="1">
                <a:spLocks noRot="1" noChangeAspect="1" noMove="1" noResize="1" noEditPoints="1" noAdjustHandles="1" noChangeArrowheads="1" noChangeShapeType="1" noTextEdit="1"/>
              </p:cNvSpPr>
              <p:nvPr/>
            </p:nvSpPr>
            <p:spPr>
              <a:xfrm>
                <a:off x="49263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4838092F-8EA1-265C-03C4-38F55D8F7883}"/>
                  </a:ext>
                </a:extLst>
              </p:cNvPr>
              <p:cNvSpPr txBox="1"/>
              <p:nvPr/>
            </p:nvSpPr>
            <p:spPr>
              <a:xfrm>
                <a:off x="49263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4838092F-8EA1-265C-03C4-38F55D8F7883}"/>
                  </a:ext>
                </a:extLst>
              </p:cNvPr>
              <p:cNvSpPr txBox="1">
                <a:spLocks noRot="1" noChangeAspect="1" noMove="1" noResize="1" noEditPoints="1" noAdjustHandles="1" noChangeArrowheads="1" noChangeShapeType="1" noTextEdit="1"/>
              </p:cNvSpPr>
              <p:nvPr/>
            </p:nvSpPr>
            <p:spPr>
              <a:xfrm>
                <a:off x="49263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C4B4D3F3-9338-43ED-69C4-30E65C415B7A}"/>
              </a:ext>
            </a:extLst>
          </p:cNvPr>
          <p:cNvCxnSpPr>
            <a:cxnSpLocks/>
          </p:cNvCxnSpPr>
          <p:nvPr/>
        </p:nvCxnSpPr>
        <p:spPr>
          <a:xfrm flipV="1">
            <a:off x="56932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11C28BD0-B6D8-CAB5-72FF-857EC0BA0246}"/>
              </a:ext>
            </a:extLst>
          </p:cNvPr>
          <p:cNvCxnSpPr>
            <a:cxnSpLocks/>
          </p:cNvCxnSpPr>
          <p:nvPr/>
        </p:nvCxnSpPr>
        <p:spPr>
          <a:xfrm flipV="1">
            <a:off x="57243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EE77E5A-E02B-08F4-2AD3-35A6A7F21B29}"/>
                  </a:ext>
                </a:extLst>
              </p:cNvPr>
              <p:cNvSpPr txBox="1"/>
              <p:nvPr/>
            </p:nvSpPr>
            <p:spPr>
              <a:xfrm>
                <a:off x="48509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2EE77E5A-E02B-08F4-2AD3-35A6A7F21B29}"/>
                  </a:ext>
                </a:extLst>
              </p:cNvPr>
              <p:cNvSpPr txBox="1">
                <a:spLocks noRot="1" noChangeAspect="1" noMove="1" noResize="1" noEditPoints="1" noAdjustHandles="1" noChangeArrowheads="1" noChangeShapeType="1" noTextEdit="1"/>
              </p:cNvSpPr>
              <p:nvPr/>
            </p:nvSpPr>
            <p:spPr>
              <a:xfrm>
                <a:off x="48509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D28ACD71-1F12-9FF2-2040-526FF5E95646}"/>
                  </a:ext>
                </a:extLst>
              </p:cNvPr>
              <p:cNvSpPr txBox="1"/>
              <p:nvPr/>
            </p:nvSpPr>
            <p:spPr>
              <a:xfrm>
                <a:off x="41262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D28ACD71-1F12-9FF2-2040-526FF5E95646}"/>
                  </a:ext>
                </a:extLst>
              </p:cNvPr>
              <p:cNvSpPr txBox="1">
                <a:spLocks noRot="1" noChangeAspect="1" noMove="1" noResize="1" noEditPoints="1" noAdjustHandles="1" noChangeArrowheads="1" noChangeShapeType="1" noTextEdit="1"/>
              </p:cNvSpPr>
              <p:nvPr/>
            </p:nvSpPr>
            <p:spPr>
              <a:xfrm>
                <a:off x="41262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7C825B6E-7F39-08B2-ED2A-C64EB38AFBC7}"/>
                  </a:ext>
                </a:extLst>
              </p:cNvPr>
              <p:cNvSpPr txBox="1"/>
              <p:nvPr/>
            </p:nvSpPr>
            <p:spPr>
              <a:xfrm>
                <a:off x="56589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7C825B6E-7F39-08B2-ED2A-C64EB38AFBC7}"/>
                  </a:ext>
                </a:extLst>
              </p:cNvPr>
              <p:cNvSpPr txBox="1">
                <a:spLocks noRot="1" noChangeAspect="1" noMove="1" noResize="1" noEditPoints="1" noAdjustHandles="1" noChangeArrowheads="1" noChangeShapeType="1" noTextEdit="1"/>
              </p:cNvSpPr>
              <p:nvPr/>
            </p:nvSpPr>
            <p:spPr>
              <a:xfrm>
                <a:off x="5658937" y="5301537"/>
                <a:ext cx="1163547" cy="646331"/>
              </a:xfrm>
              <a:prstGeom prst="rect">
                <a:avLst/>
              </a:prstGeom>
              <a:blipFill>
                <a:blip r:embed="rId18"/>
                <a:stretch>
                  <a:fillRect/>
                </a:stretch>
              </a:blipFill>
            </p:spPr>
            <p:txBody>
              <a:bodyPr/>
              <a:lstStyle/>
              <a:p>
                <a:r>
                  <a:rPr lang="es-ES">
                    <a:noFill/>
                  </a:rPr>
                  <a:t> </a:t>
                </a:r>
              </a:p>
            </p:txBody>
          </p:sp>
        </mc:Fallback>
      </mc:AlternateContent>
      <p:cxnSp>
        <p:nvCxnSpPr>
          <p:cNvPr id="14" name="Conector recto 13">
            <a:extLst>
              <a:ext uri="{FF2B5EF4-FFF2-40B4-BE49-F238E27FC236}">
                <a16:creationId xmlns:a16="http://schemas.microsoft.com/office/drawing/2014/main" id="{44F2D717-52D2-ADCD-F002-F079C7451D3A}"/>
              </a:ext>
            </a:extLst>
          </p:cNvPr>
          <p:cNvCxnSpPr>
            <a:cxnSpLocks/>
          </p:cNvCxnSpPr>
          <p:nvPr/>
        </p:nvCxnSpPr>
        <p:spPr>
          <a:xfrm>
            <a:off x="7727541" y="203709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Elipse 30">
            <a:extLst>
              <a:ext uri="{FF2B5EF4-FFF2-40B4-BE49-F238E27FC236}">
                <a16:creationId xmlns:a16="http://schemas.microsoft.com/office/drawing/2014/main" id="{B79B8C64-C52E-C71D-1E0F-151F5A5029FA}"/>
              </a:ext>
            </a:extLst>
          </p:cNvPr>
          <p:cNvSpPr/>
          <p:nvPr/>
        </p:nvSpPr>
        <p:spPr>
          <a:xfrm>
            <a:off x="9194067" y="5183936"/>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2" name="Conector recto 31">
            <a:extLst>
              <a:ext uri="{FF2B5EF4-FFF2-40B4-BE49-F238E27FC236}">
                <a16:creationId xmlns:a16="http://schemas.microsoft.com/office/drawing/2014/main" id="{4AE69AE8-AF74-FBEB-CEB5-57FF72C07032}"/>
              </a:ext>
            </a:extLst>
          </p:cNvPr>
          <p:cNvCxnSpPr>
            <a:cxnSpLocks/>
          </p:cNvCxnSpPr>
          <p:nvPr/>
        </p:nvCxnSpPr>
        <p:spPr>
          <a:xfrm>
            <a:off x="42323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BD2B005F-825F-7282-BE71-53863D7D83EF}"/>
                  </a:ext>
                </a:extLst>
              </p:cNvPr>
              <p:cNvSpPr txBox="1"/>
              <p:nvPr/>
            </p:nvSpPr>
            <p:spPr>
              <a:xfrm>
                <a:off x="6521837" y="808190"/>
                <a:ext cx="4626059" cy="646331"/>
              </a:xfrm>
              <a:prstGeom prst="rect">
                <a:avLst/>
              </a:prstGeom>
              <a:noFill/>
            </p:spPr>
            <p:txBody>
              <a:bodyPr wrap="square">
                <a:spAutoFit/>
              </a:bodyPr>
              <a:lstStyle/>
              <a:p>
                <a:pPr>
                  <a:buClr>
                    <a:srgbClr val="0070C0"/>
                  </a:buClr>
                  <a:buSzPct val="100000"/>
                </a:pPr>
                <a14:m>
                  <m:oMathPara xmlns:m="http://schemas.openxmlformats.org/officeDocument/2006/math">
                    <m:oMathParaPr>
                      <m:jc m:val="center"/>
                    </m:oMathParaPr>
                    <m:oMath>
                      <m:r>
                        <a:rPr lang="es-ES" sz="3600" i="1">
                          <a:latin typeface="Cambria Math" panose="02040503050406030204" pitchFamily="18" charset="0"/>
                        </a:rPr>
                        <m:t>𝑧</m:t>
                      </m:r>
                      <m:r>
                        <a:rPr lang="es-ES" sz="3600" i="1">
                          <a:latin typeface="Cambria Math" panose="02040503050406030204" pitchFamily="18" charset="0"/>
                        </a:rPr>
                        <m:t>=2·5 + 0=</m:t>
                      </m:r>
                      <m:r>
                        <a:rPr lang="es-ES" sz="3600" b="1" i="1" smtClean="0">
                          <a:latin typeface="Cambria Math" panose="02040503050406030204" pitchFamily="18" charset="0"/>
                        </a:rPr>
                        <m:t>𝟏𝟎</m:t>
                      </m:r>
                    </m:oMath>
                  </m:oMathPara>
                </a14:m>
                <a:endParaRPr lang="es-ES" sz="3600" b="1" dirty="0">
                  <a:latin typeface="Gill Sans Nova" panose="020B0602020104020203" pitchFamily="34" charset="0"/>
                </a:endParaRPr>
              </a:p>
            </p:txBody>
          </p:sp>
        </mc:Choice>
        <mc:Fallback xmlns="">
          <p:sp>
            <p:nvSpPr>
              <p:cNvPr id="33" name="CuadroTexto 32">
                <a:extLst>
                  <a:ext uri="{FF2B5EF4-FFF2-40B4-BE49-F238E27FC236}">
                    <a16:creationId xmlns:a16="http://schemas.microsoft.com/office/drawing/2014/main" id="{BD2B005F-825F-7282-BE71-53863D7D83EF}"/>
                  </a:ext>
                </a:extLst>
              </p:cNvPr>
              <p:cNvSpPr txBox="1">
                <a:spLocks noRot="1" noChangeAspect="1" noMove="1" noResize="1" noEditPoints="1" noAdjustHandles="1" noChangeArrowheads="1" noChangeShapeType="1" noTextEdit="1"/>
              </p:cNvSpPr>
              <p:nvPr/>
            </p:nvSpPr>
            <p:spPr>
              <a:xfrm>
                <a:off x="6521837" y="808190"/>
                <a:ext cx="4626059" cy="646331"/>
              </a:xfrm>
              <a:prstGeom prst="rect">
                <a:avLst/>
              </a:prstGeom>
              <a:blipFill>
                <a:blip r:embed="rId19"/>
                <a:stretch>
                  <a:fillRect/>
                </a:stretch>
              </a:blipFill>
            </p:spPr>
            <p:txBody>
              <a:bodyPr/>
              <a:lstStyle/>
              <a:p>
                <a:r>
                  <a:rPr lang="es-ES">
                    <a:noFill/>
                  </a:rPr>
                  <a:t> </a:t>
                </a:r>
              </a:p>
            </p:txBody>
          </p:sp>
        </mc:Fallback>
      </mc:AlternateContent>
      <p:sp>
        <p:nvSpPr>
          <p:cNvPr id="39" name="Elipse 38">
            <a:extLst>
              <a:ext uri="{FF2B5EF4-FFF2-40B4-BE49-F238E27FC236}">
                <a16:creationId xmlns:a16="http://schemas.microsoft.com/office/drawing/2014/main" id="{4710B43B-91FD-877D-C789-A70B84EB36F1}"/>
              </a:ext>
            </a:extLst>
          </p:cNvPr>
          <p:cNvSpPr/>
          <p:nvPr/>
        </p:nvSpPr>
        <p:spPr>
          <a:xfrm>
            <a:off x="5402668" y="4991780"/>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0</a:t>
            </a:r>
          </a:p>
        </p:txBody>
      </p:sp>
      <p:sp>
        <p:nvSpPr>
          <p:cNvPr id="41" name="Elipse 40">
            <a:extLst>
              <a:ext uri="{FF2B5EF4-FFF2-40B4-BE49-F238E27FC236}">
                <a16:creationId xmlns:a16="http://schemas.microsoft.com/office/drawing/2014/main" id="{4FAC9726-B26F-ECB3-4321-E1B741543342}"/>
              </a:ext>
            </a:extLst>
          </p:cNvPr>
          <p:cNvSpPr/>
          <p:nvPr/>
        </p:nvSpPr>
        <p:spPr>
          <a:xfrm>
            <a:off x="5395076" y="2834981"/>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3</a:t>
            </a: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F50111F0-DB5D-DD75-A0FC-2E99A12F5C8D}"/>
                  </a:ext>
                </a:extLst>
              </p:cNvPr>
              <p:cNvSpPr txBox="1"/>
              <p:nvPr/>
            </p:nvSpPr>
            <p:spPr>
              <a:xfrm>
                <a:off x="9989298"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 name="CuadroTexto 4">
                <a:extLst>
                  <a:ext uri="{FF2B5EF4-FFF2-40B4-BE49-F238E27FC236}">
                    <a16:creationId xmlns:a16="http://schemas.microsoft.com/office/drawing/2014/main" id="{F50111F0-DB5D-DD75-A0FC-2E99A12F5C8D}"/>
                  </a:ext>
                </a:extLst>
              </p:cNvPr>
              <p:cNvSpPr txBox="1">
                <a:spLocks noRot="1" noChangeAspect="1" noMove="1" noResize="1" noEditPoints="1" noAdjustHandles="1" noChangeArrowheads="1" noChangeShapeType="1" noTextEdit="1"/>
              </p:cNvSpPr>
              <p:nvPr/>
            </p:nvSpPr>
            <p:spPr>
              <a:xfrm>
                <a:off x="9989298" y="5318333"/>
                <a:ext cx="1163547" cy="646331"/>
              </a:xfrm>
              <a:prstGeom prst="rect">
                <a:avLst/>
              </a:prstGeom>
              <a:blipFill>
                <a:blip r:embed="rId20"/>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5F97BF47-E66D-1CD2-2776-B35B7FE67FA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56</a:t>
            </a:fld>
            <a:endParaRPr lang="en-US" noProof="0" dirty="0"/>
          </a:p>
        </p:txBody>
      </p:sp>
      <p:cxnSp>
        <p:nvCxnSpPr>
          <p:cNvPr id="34" name="Conector recto de flecha 33">
            <a:extLst>
              <a:ext uri="{FF2B5EF4-FFF2-40B4-BE49-F238E27FC236}">
                <a16:creationId xmlns:a16="http://schemas.microsoft.com/office/drawing/2014/main" id="{073DEAED-97D9-2BDC-0A5E-5057C4A9340C}"/>
              </a:ext>
            </a:extLst>
          </p:cNvPr>
          <p:cNvCxnSpPr>
            <a:cxnSpLocks/>
            <a:stCxn id="33" idx="2"/>
            <a:endCxn id="31" idx="0"/>
          </p:cNvCxnSpPr>
          <p:nvPr/>
        </p:nvCxnSpPr>
        <p:spPr>
          <a:xfrm>
            <a:off x="8834867" y="1454521"/>
            <a:ext cx="485200" cy="3729415"/>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75214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B93AF-DCD3-A0C3-9148-B4DFC5A48AA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42666D1-C519-F1D8-F5D5-93A01DE5ED34}"/>
                  </a:ext>
                </a:extLst>
              </p:cNvPr>
              <p:cNvSpPr txBox="1"/>
              <p:nvPr/>
            </p:nvSpPr>
            <p:spPr>
              <a:xfrm>
                <a:off x="9989298"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942666D1-C519-F1D8-F5D5-93A01DE5ED34}"/>
                  </a:ext>
                </a:extLst>
              </p:cNvPr>
              <p:cNvSpPr txBox="1">
                <a:spLocks noRot="1" noChangeAspect="1" noMove="1" noResize="1" noEditPoints="1" noAdjustHandles="1" noChangeArrowheads="1" noChangeShapeType="1" noTextEdit="1"/>
              </p:cNvSpPr>
              <p:nvPr/>
            </p:nvSpPr>
            <p:spPr>
              <a:xfrm>
                <a:off x="9989298" y="5318333"/>
                <a:ext cx="1163547" cy="646331"/>
              </a:xfrm>
              <a:prstGeom prst="rect">
                <a:avLst/>
              </a:prstGeom>
              <a:blipFill>
                <a:blip r:embed="rId3"/>
                <a:stretch>
                  <a:fillRect/>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D009BAB4-A33B-E971-7646-A327E8454ED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97F8E618-8F87-EF45-8B30-71E6157B6852}"/>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C440EDF-3C5E-6FE6-21D0-D399D8F3D46E}"/>
                  </a:ext>
                </a:extLst>
              </p:cNvPr>
              <p:cNvSpPr>
                <a:spLocks noGrp="1"/>
              </p:cNvSpPr>
              <p:nvPr>
                <p:ph idx="1"/>
              </p:nvPr>
            </p:nvSpPr>
            <p:spPr>
              <a:xfrm>
                <a:off x="629412" y="1522914"/>
                <a:ext cx="4093944"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AC440EDF-3C5E-6FE6-21D0-D399D8F3D46E}"/>
                  </a:ext>
                </a:extLst>
              </p:cNvPr>
              <p:cNvSpPr>
                <a:spLocks noGrp="1" noRot="1" noChangeAspect="1" noMove="1" noResize="1" noEditPoints="1" noAdjustHandles="1" noChangeArrowheads="1" noChangeShapeType="1" noTextEdit="1"/>
              </p:cNvSpPr>
              <p:nvPr>
                <p:ph idx="1"/>
              </p:nvPr>
            </p:nvSpPr>
            <p:spPr>
              <a:xfrm>
                <a:off x="629412" y="1522914"/>
                <a:ext cx="4093944" cy="4788985"/>
              </a:xfrm>
              <a:blipFill>
                <a:blip r:embed="rId4"/>
                <a:stretch>
                  <a:fillRect/>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2145391A-9600-EA95-3CEA-B10992CD95E4}"/>
              </a:ext>
            </a:extLst>
          </p:cNvPr>
          <p:cNvSpPr/>
          <p:nvPr/>
        </p:nvSpPr>
        <p:spPr>
          <a:xfrm>
            <a:off x="57238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68B88633-3302-8F35-506A-A0BE167975BF}"/>
              </a:ext>
            </a:extLst>
          </p:cNvPr>
          <p:cNvGraphicFramePr>
            <a:graphicFrameLocks noGrp="1"/>
          </p:cNvGraphicFramePr>
          <p:nvPr/>
        </p:nvGraphicFramePr>
        <p:xfrm>
          <a:off x="50036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0A8DEC7-B1E1-42BC-3AF3-9EB4199767F9}"/>
                  </a:ext>
                </a:extLst>
              </p:cNvPr>
              <p:cNvSpPr txBox="1"/>
              <p:nvPr/>
            </p:nvSpPr>
            <p:spPr>
              <a:xfrm>
                <a:off x="48197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80A8DEC7-B1E1-42BC-3AF3-9EB4199767F9}"/>
                  </a:ext>
                </a:extLst>
              </p:cNvPr>
              <p:cNvSpPr txBox="1">
                <a:spLocks noRot="1" noChangeAspect="1" noMove="1" noResize="1" noEditPoints="1" noAdjustHandles="1" noChangeArrowheads="1" noChangeShapeType="1" noTextEdit="1"/>
              </p:cNvSpPr>
              <p:nvPr/>
            </p:nvSpPr>
            <p:spPr>
              <a:xfrm>
                <a:off x="4819718" y="833807"/>
                <a:ext cx="904128"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843D3A5-C4F4-D595-58A9-8AD75FD25006}"/>
                  </a:ext>
                </a:extLst>
              </p:cNvPr>
              <p:cNvSpPr txBox="1"/>
              <p:nvPr/>
            </p:nvSpPr>
            <p:spPr>
              <a:xfrm>
                <a:off x="49265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C843D3A5-C4F4-D595-58A9-8AD75FD25006}"/>
                  </a:ext>
                </a:extLst>
              </p:cNvPr>
              <p:cNvSpPr txBox="1">
                <a:spLocks noRot="1" noChangeAspect="1" noMove="1" noResize="1" noEditPoints="1" noAdjustHandles="1" noChangeArrowheads="1" noChangeShapeType="1" noTextEdit="1"/>
              </p:cNvSpPr>
              <p:nvPr/>
            </p:nvSpPr>
            <p:spPr>
              <a:xfrm>
                <a:off x="4926517" y="53015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F5CAA7F-6029-97C0-535D-D5E6CAD14950}"/>
                  </a:ext>
                </a:extLst>
              </p:cNvPr>
              <p:cNvSpPr txBox="1"/>
              <p:nvPr/>
            </p:nvSpPr>
            <p:spPr>
              <a:xfrm>
                <a:off x="63922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CF5CAA7F-6029-97C0-535D-D5E6CAD14950}"/>
                  </a:ext>
                </a:extLst>
              </p:cNvPr>
              <p:cNvSpPr txBox="1">
                <a:spLocks noRot="1" noChangeAspect="1" noMove="1" noResize="1" noEditPoints="1" noAdjustHandles="1" noChangeArrowheads="1" noChangeShapeType="1" noTextEdit="1"/>
              </p:cNvSpPr>
              <p:nvPr/>
            </p:nvSpPr>
            <p:spPr>
              <a:xfrm>
                <a:off x="6392282" y="53015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25E7E5C-0C73-B916-7C45-9011F27D2C69}"/>
                  </a:ext>
                </a:extLst>
              </p:cNvPr>
              <p:cNvSpPr txBox="1"/>
              <p:nvPr/>
            </p:nvSpPr>
            <p:spPr>
              <a:xfrm>
                <a:off x="71028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B25E7E5C-0C73-B916-7C45-9011F27D2C69}"/>
                  </a:ext>
                </a:extLst>
              </p:cNvPr>
              <p:cNvSpPr txBox="1">
                <a:spLocks noRot="1" noChangeAspect="1" noMove="1" noResize="1" noEditPoints="1" noAdjustHandles="1" noChangeArrowheads="1" noChangeShapeType="1" noTextEdit="1"/>
              </p:cNvSpPr>
              <p:nvPr/>
            </p:nvSpPr>
            <p:spPr>
              <a:xfrm>
                <a:off x="7102806" y="53081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446DDD0-A398-6032-D3D0-DBEFEA3A0B9A}"/>
                  </a:ext>
                </a:extLst>
              </p:cNvPr>
              <p:cNvSpPr txBox="1"/>
              <p:nvPr/>
            </p:nvSpPr>
            <p:spPr>
              <a:xfrm>
                <a:off x="78051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D446DDD0-A398-6032-D3D0-DBEFEA3A0B9A}"/>
                  </a:ext>
                </a:extLst>
              </p:cNvPr>
              <p:cNvSpPr txBox="1">
                <a:spLocks noRot="1" noChangeAspect="1" noMove="1" noResize="1" noEditPoints="1" noAdjustHandles="1" noChangeArrowheads="1" noChangeShapeType="1" noTextEdit="1"/>
              </p:cNvSpPr>
              <p:nvPr/>
            </p:nvSpPr>
            <p:spPr>
              <a:xfrm>
                <a:off x="7805114" y="53015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6AE877B-BB0E-84CF-160A-E91EA2FE0A81}"/>
                  </a:ext>
                </a:extLst>
              </p:cNvPr>
              <p:cNvSpPr txBox="1"/>
              <p:nvPr/>
            </p:nvSpPr>
            <p:spPr>
              <a:xfrm>
                <a:off x="85375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96AE877B-BB0E-84CF-160A-E91EA2FE0A81}"/>
                  </a:ext>
                </a:extLst>
              </p:cNvPr>
              <p:cNvSpPr txBox="1">
                <a:spLocks noRot="1" noChangeAspect="1" noMove="1" noResize="1" noEditPoints="1" noAdjustHandles="1" noChangeArrowheads="1" noChangeShapeType="1" noTextEdit="1"/>
              </p:cNvSpPr>
              <p:nvPr/>
            </p:nvSpPr>
            <p:spPr>
              <a:xfrm>
                <a:off x="8537534" y="52949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F62F50F6-5D4F-D597-E780-29E13E41E295}"/>
                  </a:ext>
                </a:extLst>
              </p:cNvPr>
              <p:cNvSpPr txBox="1"/>
              <p:nvPr/>
            </p:nvSpPr>
            <p:spPr>
              <a:xfrm>
                <a:off x="92463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F62F50F6-5D4F-D597-E780-29E13E41E295}"/>
                  </a:ext>
                </a:extLst>
              </p:cNvPr>
              <p:cNvSpPr txBox="1">
                <a:spLocks noRot="1" noChangeAspect="1" noMove="1" noResize="1" noEditPoints="1" noAdjustHandles="1" noChangeArrowheads="1" noChangeShapeType="1" noTextEdit="1"/>
              </p:cNvSpPr>
              <p:nvPr/>
            </p:nvSpPr>
            <p:spPr>
              <a:xfrm>
                <a:off x="9246341" y="52883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F8B055CB-F350-1C4B-4B92-46367D272972}"/>
                  </a:ext>
                </a:extLst>
              </p:cNvPr>
              <p:cNvSpPr txBox="1"/>
              <p:nvPr/>
            </p:nvSpPr>
            <p:spPr>
              <a:xfrm>
                <a:off x="49263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F8B055CB-F350-1C4B-4B92-46367D272972}"/>
                  </a:ext>
                </a:extLst>
              </p:cNvPr>
              <p:cNvSpPr txBox="1">
                <a:spLocks noRot="1" noChangeAspect="1" noMove="1" noResize="1" noEditPoints="1" noAdjustHandles="1" noChangeArrowheads="1" noChangeShapeType="1" noTextEdit="1"/>
              </p:cNvSpPr>
              <p:nvPr/>
            </p:nvSpPr>
            <p:spPr>
              <a:xfrm>
                <a:off x="4926333" y="45376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DA132F60-10C7-6E28-35DD-2DE37F4701D7}"/>
                  </a:ext>
                </a:extLst>
              </p:cNvPr>
              <p:cNvSpPr txBox="1"/>
              <p:nvPr/>
            </p:nvSpPr>
            <p:spPr>
              <a:xfrm>
                <a:off x="49263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DA132F60-10C7-6E28-35DD-2DE37F4701D7}"/>
                  </a:ext>
                </a:extLst>
              </p:cNvPr>
              <p:cNvSpPr txBox="1">
                <a:spLocks noRot="1" noChangeAspect="1" noMove="1" noResize="1" noEditPoints="1" noAdjustHandles="1" noChangeArrowheads="1" noChangeShapeType="1" noTextEdit="1"/>
              </p:cNvSpPr>
              <p:nvPr/>
            </p:nvSpPr>
            <p:spPr>
              <a:xfrm>
                <a:off x="4926333" y="38218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DA6AAD47-D07E-DD0D-CF44-D5059DBD5091}"/>
                  </a:ext>
                </a:extLst>
              </p:cNvPr>
              <p:cNvSpPr txBox="1"/>
              <p:nvPr/>
            </p:nvSpPr>
            <p:spPr>
              <a:xfrm>
                <a:off x="49263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DA6AAD47-D07E-DD0D-CF44-D5059DBD5091}"/>
                  </a:ext>
                </a:extLst>
              </p:cNvPr>
              <p:cNvSpPr txBox="1">
                <a:spLocks noRot="1" noChangeAspect="1" noMove="1" noResize="1" noEditPoints="1" noAdjustHandles="1" noChangeArrowheads="1" noChangeShapeType="1" noTextEdit="1"/>
              </p:cNvSpPr>
              <p:nvPr/>
            </p:nvSpPr>
            <p:spPr>
              <a:xfrm>
                <a:off x="4926333" y="31166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7B2908F-B2A0-8BA3-62D4-6EEDD98A9F8D}"/>
                  </a:ext>
                </a:extLst>
              </p:cNvPr>
              <p:cNvSpPr txBox="1"/>
              <p:nvPr/>
            </p:nvSpPr>
            <p:spPr>
              <a:xfrm>
                <a:off x="49263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87B2908F-B2A0-8BA3-62D4-6EEDD98A9F8D}"/>
                  </a:ext>
                </a:extLst>
              </p:cNvPr>
              <p:cNvSpPr txBox="1">
                <a:spLocks noRot="1" noChangeAspect="1" noMove="1" noResize="1" noEditPoints="1" noAdjustHandles="1" noChangeArrowheads="1" noChangeShapeType="1" noTextEdit="1"/>
              </p:cNvSpPr>
              <p:nvPr/>
            </p:nvSpPr>
            <p:spPr>
              <a:xfrm>
                <a:off x="4926333" y="23711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952A6A6-F835-A390-CC91-EBA2E58BA603}"/>
                  </a:ext>
                </a:extLst>
              </p:cNvPr>
              <p:cNvSpPr txBox="1"/>
              <p:nvPr/>
            </p:nvSpPr>
            <p:spPr>
              <a:xfrm>
                <a:off x="49263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6952A6A6-F835-A390-CC91-EBA2E58BA603}"/>
                  </a:ext>
                </a:extLst>
              </p:cNvPr>
              <p:cNvSpPr txBox="1">
                <a:spLocks noRot="1" noChangeAspect="1" noMove="1" noResize="1" noEditPoints="1" noAdjustHandles="1" noChangeArrowheads="1" noChangeShapeType="1" noTextEdit="1"/>
              </p:cNvSpPr>
              <p:nvPr/>
            </p:nvSpPr>
            <p:spPr>
              <a:xfrm>
                <a:off x="4926332" y="16660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F5F3E9A6-4DF3-E474-5B97-88365FBE10E5}"/>
              </a:ext>
            </a:extLst>
          </p:cNvPr>
          <p:cNvCxnSpPr>
            <a:cxnSpLocks/>
          </p:cNvCxnSpPr>
          <p:nvPr/>
        </p:nvCxnSpPr>
        <p:spPr>
          <a:xfrm flipV="1">
            <a:off x="56932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27A304AB-A3EA-B3AE-F75D-7DA2489F28DC}"/>
              </a:ext>
            </a:extLst>
          </p:cNvPr>
          <p:cNvCxnSpPr>
            <a:cxnSpLocks/>
          </p:cNvCxnSpPr>
          <p:nvPr/>
        </p:nvCxnSpPr>
        <p:spPr>
          <a:xfrm flipV="1">
            <a:off x="57243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61DCCBA-34CF-8D91-979C-CA0F86817E6A}"/>
                  </a:ext>
                </a:extLst>
              </p:cNvPr>
              <p:cNvSpPr txBox="1"/>
              <p:nvPr/>
            </p:nvSpPr>
            <p:spPr>
              <a:xfrm>
                <a:off x="48509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261DCCBA-34CF-8D91-979C-CA0F86817E6A}"/>
                  </a:ext>
                </a:extLst>
              </p:cNvPr>
              <p:cNvSpPr txBox="1">
                <a:spLocks noRot="1" noChangeAspect="1" noMove="1" noResize="1" noEditPoints="1" noAdjustHandles="1" noChangeArrowheads="1" noChangeShapeType="1" noTextEdit="1"/>
              </p:cNvSpPr>
              <p:nvPr/>
            </p:nvSpPr>
            <p:spPr>
              <a:xfrm>
                <a:off x="4850990" y="60141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793A53B4-D765-CA64-A1AA-24C73C30A561}"/>
                  </a:ext>
                </a:extLst>
              </p:cNvPr>
              <p:cNvSpPr txBox="1"/>
              <p:nvPr/>
            </p:nvSpPr>
            <p:spPr>
              <a:xfrm>
                <a:off x="41262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793A53B4-D765-CA64-A1AA-24C73C30A561}"/>
                  </a:ext>
                </a:extLst>
              </p:cNvPr>
              <p:cNvSpPr txBox="1">
                <a:spLocks noRot="1" noChangeAspect="1" noMove="1" noResize="1" noEditPoints="1" noAdjustHandles="1" noChangeArrowheads="1" noChangeShapeType="1" noTextEdit="1"/>
              </p:cNvSpPr>
              <p:nvPr/>
            </p:nvSpPr>
            <p:spPr>
              <a:xfrm>
                <a:off x="4126287" y="5306754"/>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011D530D-E914-3F5B-8938-EF7D9894BD28}"/>
                  </a:ext>
                </a:extLst>
              </p:cNvPr>
              <p:cNvSpPr txBox="1"/>
              <p:nvPr/>
            </p:nvSpPr>
            <p:spPr>
              <a:xfrm>
                <a:off x="56589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011D530D-E914-3F5B-8938-EF7D9894BD28}"/>
                  </a:ext>
                </a:extLst>
              </p:cNvPr>
              <p:cNvSpPr txBox="1">
                <a:spLocks noRot="1" noChangeAspect="1" noMove="1" noResize="1" noEditPoints="1" noAdjustHandles="1" noChangeArrowheads="1" noChangeShapeType="1" noTextEdit="1"/>
              </p:cNvSpPr>
              <p:nvPr/>
            </p:nvSpPr>
            <p:spPr>
              <a:xfrm>
                <a:off x="5658937" y="5301537"/>
                <a:ext cx="1163547" cy="646331"/>
              </a:xfrm>
              <a:prstGeom prst="rect">
                <a:avLst/>
              </a:prstGeom>
              <a:blipFill>
                <a:blip r:embed="rId19"/>
                <a:stretch>
                  <a:fillRect/>
                </a:stretch>
              </a:blipFill>
            </p:spPr>
            <p:txBody>
              <a:bodyPr/>
              <a:lstStyle/>
              <a:p>
                <a:r>
                  <a:rPr lang="es-ES">
                    <a:noFill/>
                  </a:rPr>
                  <a:t> </a:t>
                </a:r>
              </a:p>
            </p:txBody>
          </p:sp>
        </mc:Fallback>
      </mc:AlternateContent>
      <p:cxnSp>
        <p:nvCxnSpPr>
          <p:cNvPr id="14" name="Conector recto 13">
            <a:extLst>
              <a:ext uri="{FF2B5EF4-FFF2-40B4-BE49-F238E27FC236}">
                <a16:creationId xmlns:a16="http://schemas.microsoft.com/office/drawing/2014/main" id="{74255489-E489-6688-43C3-21B17EAD3078}"/>
              </a:ext>
            </a:extLst>
          </p:cNvPr>
          <p:cNvCxnSpPr>
            <a:cxnSpLocks/>
          </p:cNvCxnSpPr>
          <p:nvPr/>
        </p:nvCxnSpPr>
        <p:spPr>
          <a:xfrm>
            <a:off x="8781944" y="2053188"/>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Elipse 30">
            <a:extLst>
              <a:ext uri="{FF2B5EF4-FFF2-40B4-BE49-F238E27FC236}">
                <a16:creationId xmlns:a16="http://schemas.microsoft.com/office/drawing/2014/main" id="{BF69BF15-E38D-AC7C-BC20-C2745DA220AB}"/>
              </a:ext>
            </a:extLst>
          </p:cNvPr>
          <p:cNvSpPr/>
          <p:nvPr/>
        </p:nvSpPr>
        <p:spPr>
          <a:xfrm>
            <a:off x="9195797" y="3034634"/>
            <a:ext cx="252000" cy="252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2" name="Conector recto 31">
            <a:extLst>
              <a:ext uri="{FF2B5EF4-FFF2-40B4-BE49-F238E27FC236}">
                <a16:creationId xmlns:a16="http://schemas.microsoft.com/office/drawing/2014/main" id="{67BE11F0-7BF4-645D-D68D-9D41438249AA}"/>
              </a:ext>
            </a:extLst>
          </p:cNvPr>
          <p:cNvCxnSpPr>
            <a:cxnSpLocks/>
          </p:cNvCxnSpPr>
          <p:nvPr/>
        </p:nvCxnSpPr>
        <p:spPr>
          <a:xfrm>
            <a:off x="42323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55B7997-7835-58BA-26FB-F3E8FFCF4B0E}"/>
                  </a:ext>
                </a:extLst>
              </p:cNvPr>
              <p:cNvSpPr txBox="1"/>
              <p:nvPr/>
            </p:nvSpPr>
            <p:spPr>
              <a:xfrm>
                <a:off x="7364331" y="807322"/>
                <a:ext cx="4675269" cy="646331"/>
              </a:xfrm>
              <a:prstGeom prst="rect">
                <a:avLst/>
              </a:prstGeom>
              <a:noFill/>
            </p:spPr>
            <p:txBody>
              <a:bodyPr wrap="square">
                <a:spAutoFit/>
              </a:bodyPr>
              <a:lstStyle/>
              <a:p>
                <a:pPr>
                  <a:buClr>
                    <a:srgbClr val="0070C0"/>
                  </a:buClr>
                  <a:buSzPct val="100000"/>
                </a:pPr>
                <a14:m>
                  <m:oMathPara xmlns:m="http://schemas.openxmlformats.org/officeDocument/2006/math">
                    <m:oMathParaPr>
                      <m:jc m:val="center"/>
                    </m:oMathParaPr>
                    <m:oMath>
                      <m:r>
                        <a:rPr lang="es-ES" sz="3600" i="1">
                          <a:latin typeface="Cambria Math" panose="02040503050406030204" pitchFamily="18" charset="0"/>
                        </a:rPr>
                        <m:t>𝑧</m:t>
                      </m:r>
                      <m:r>
                        <a:rPr lang="es-ES" sz="3600" i="1">
                          <a:latin typeface="Cambria Math" panose="02040503050406030204" pitchFamily="18" charset="0"/>
                        </a:rPr>
                        <m:t>=2·5 + 3=</m:t>
                      </m:r>
                      <m:r>
                        <a:rPr lang="es-ES" sz="3600" b="1" i="1" smtClean="0">
                          <a:latin typeface="Cambria Math" panose="02040503050406030204" pitchFamily="18" charset="0"/>
                        </a:rPr>
                        <m:t>𝟏𝟑</m:t>
                      </m:r>
                    </m:oMath>
                  </m:oMathPara>
                </a14:m>
                <a:endParaRPr lang="es-ES" sz="3600" b="1" dirty="0">
                  <a:latin typeface="Gill Sans Nova" panose="020B0602020104020203" pitchFamily="34" charset="0"/>
                </a:endParaRPr>
              </a:p>
            </p:txBody>
          </p:sp>
        </mc:Choice>
        <mc:Fallback xmlns="">
          <p:sp>
            <p:nvSpPr>
              <p:cNvPr id="33" name="CuadroTexto 32">
                <a:extLst>
                  <a:ext uri="{FF2B5EF4-FFF2-40B4-BE49-F238E27FC236}">
                    <a16:creationId xmlns:a16="http://schemas.microsoft.com/office/drawing/2014/main" id="{A55B7997-7835-58BA-26FB-F3E8FFCF4B0E}"/>
                  </a:ext>
                </a:extLst>
              </p:cNvPr>
              <p:cNvSpPr txBox="1">
                <a:spLocks noRot="1" noChangeAspect="1" noMove="1" noResize="1" noEditPoints="1" noAdjustHandles="1" noChangeArrowheads="1" noChangeShapeType="1" noTextEdit="1"/>
              </p:cNvSpPr>
              <p:nvPr/>
            </p:nvSpPr>
            <p:spPr>
              <a:xfrm>
                <a:off x="7364331" y="807322"/>
                <a:ext cx="4675269" cy="646331"/>
              </a:xfrm>
              <a:prstGeom prst="rect">
                <a:avLst/>
              </a:prstGeom>
              <a:blipFill>
                <a:blip r:embed="rId20"/>
                <a:stretch>
                  <a:fillRect/>
                </a:stretch>
              </a:blipFill>
            </p:spPr>
            <p:txBody>
              <a:bodyPr/>
              <a:lstStyle/>
              <a:p>
                <a:r>
                  <a:rPr lang="es-ES">
                    <a:noFill/>
                  </a:rPr>
                  <a:t> </a:t>
                </a:r>
              </a:p>
            </p:txBody>
          </p:sp>
        </mc:Fallback>
      </mc:AlternateContent>
      <p:cxnSp>
        <p:nvCxnSpPr>
          <p:cNvPr id="34" name="Conector recto de flecha 33">
            <a:extLst>
              <a:ext uri="{FF2B5EF4-FFF2-40B4-BE49-F238E27FC236}">
                <a16:creationId xmlns:a16="http://schemas.microsoft.com/office/drawing/2014/main" id="{8186B959-775B-CC13-A0A9-7BAA2D36B63A}"/>
              </a:ext>
            </a:extLst>
          </p:cNvPr>
          <p:cNvCxnSpPr>
            <a:cxnSpLocks/>
            <a:stCxn id="33" idx="2"/>
            <a:endCxn id="31" idx="7"/>
          </p:cNvCxnSpPr>
          <p:nvPr/>
        </p:nvCxnSpPr>
        <p:spPr>
          <a:xfrm flipH="1">
            <a:off x="9410892" y="1453653"/>
            <a:ext cx="291074" cy="1617886"/>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
        <p:nvSpPr>
          <p:cNvPr id="2" name="Elipse 1">
            <a:extLst>
              <a:ext uri="{FF2B5EF4-FFF2-40B4-BE49-F238E27FC236}">
                <a16:creationId xmlns:a16="http://schemas.microsoft.com/office/drawing/2014/main" id="{6EE3017F-A2E8-07D8-5B36-ED2A9BAD798E}"/>
              </a:ext>
            </a:extLst>
          </p:cNvPr>
          <p:cNvSpPr/>
          <p:nvPr/>
        </p:nvSpPr>
        <p:spPr>
          <a:xfrm>
            <a:off x="8999740" y="4990013"/>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10</a:t>
            </a:r>
          </a:p>
        </p:txBody>
      </p:sp>
      <p:sp>
        <p:nvSpPr>
          <p:cNvPr id="12" name="Elipse 11">
            <a:extLst>
              <a:ext uri="{FF2B5EF4-FFF2-40B4-BE49-F238E27FC236}">
                <a16:creationId xmlns:a16="http://schemas.microsoft.com/office/drawing/2014/main" id="{77EA4F3F-C8B2-2AA0-5353-7D0922107E4C}"/>
              </a:ext>
            </a:extLst>
          </p:cNvPr>
          <p:cNvSpPr/>
          <p:nvPr/>
        </p:nvSpPr>
        <p:spPr>
          <a:xfrm>
            <a:off x="5402668" y="4991780"/>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0</a:t>
            </a:r>
          </a:p>
        </p:txBody>
      </p:sp>
      <p:sp>
        <p:nvSpPr>
          <p:cNvPr id="36" name="Elipse 35">
            <a:extLst>
              <a:ext uri="{FF2B5EF4-FFF2-40B4-BE49-F238E27FC236}">
                <a16:creationId xmlns:a16="http://schemas.microsoft.com/office/drawing/2014/main" id="{D68F1263-6836-439E-4F3D-64316322B0B8}"/>
              </a:ext>
            </a:extLst>
          </p:cNvPr>
          <p:cNvSpPr/>
          <p:nvPr/>
        </p:nvSpPr>
        <p:spPr>
          <a:xfrm>
            <a:off x="5395076" y="2834981"/>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3</a:t>
            </a:r>
          </a:p>
        </p:txBody>
      </p:sp>
      <p:sp>
        <p:nvSpPr>
          <p:cNvPr id="5" name="Marcador de número de diapositiva 5">
            <a:extLst>
              <a:ext uri="{FF2B5EF4-FFF2-40B4-BE49-F238E27FC236}">
                <a16:creationId xmlns:a16="http://schemas.microsoft.com/office/drawing/2014/main" id="{09A23E12-3A53-2863-C890-40118AF6F0A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57</a:t>
            </a:fld>
            <a:endParaRPr lang="en-US" noProof="0" dirty="0"/>
          </a:p>
        </p:txBody>
      </p:sp>
    </p:spTree>
    <p:extLst>
      <p:ext uri="{BB962C8B-B14F-4D97-AF65-F5344CB8AC3E}">
        <p14:creationId xmlns:p14="http://schemas.microsoft.com/office/powerpoint/2010/main" val="21323531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2DE04-E084-9600-E70F-998947779E74}"/>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EEB7AFCF-C764-51D2-D537-F355B2F37ACC}"/>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514E48B-8FC4-01E7-EF6D-8A40C37DD0C1}"/>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D414E22-A297-A032-D06D-5F8625666A7A}"/>
                  </a:ext>
                </a:extLst>
              </p:cNvPr>
              <p:cNvSpPr>
                <a:spLocks noGrp="1"/>
              </p:cNvSpPr>
              <p:nvPr>
                <p:ph idx="1"/>
              </p:nvPr>
            </p:nvSpPr>
            <p:spPr>
              <a:xfrm>
                <a:off x="629412" y="1522914"/>
                <a:ext cx="4307644"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D414E22-A297-A032-D06D-5F8625666A7A}"/>
                  </a:ext>
                </a:extLst>
              </p:cNvPr>
              <p:cNvSpPr>
                <a:spLocks noGrp="1" noRot="1" noChangeAspect="1" noMove="1" noResize="1" noEditPoints="1" noAdjustHandles="1" noChangeArrowheads="1" noChangeShapeType="1" noTextEdit="1"/>
              </p:cNvSpPr>
              <p:nvPr>
                <p:ph idx="1"/>
              </p:nvPr>
            </p:nvSpPr>
            <p:spPr>
              <a:xfrm>
                <a:off x="629412" y="1522914"/>
                <a:ext cx="4307644" cy="4788985"/>
              </a:xfrm>
              <a:blipFill>
                <a:blip r:embed="rId3"/>
                <a:stretch>
                  <a:fillRect/>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09584348-4B2C-B707-5EA4-C74D37EC1B9D}"/>
              </a:ext>
            </a:extLst>
          </p:cNvPr>
          <p:cNvSpPr/>
          <p:nvPr/>
        </p:nvSpPr>
        <p:spPr>
          <a:xfrm>
            <a:off x="5723847" y="3160713"/>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0D952A6C-7D5B-84E7-7155-69CE765FAC66}"/>
              </a:ext>
            </a:extLst>
          </p:cNvPr>
          <p:cNvGraphicFramePr>
            <a:graphicFrameLocks noGrp="1"/>
          </p:cNvGraphicFramePr>
          <p:nvPr/>
        </p:nvGraphicFramePr>
        <p:xfrm>
          <a:off x="5003678" y="17153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31C86596-F857-7EDE-AE38-FA28FC0AB7FF}"/>
                  </a:ext>
                </a:extLst>
              </p:cNvPr>
              <p:cNvSpPr txBox="1"/>
              <p:nvPr/>
            </p:nvSpPr>
            <p:spPr>
              <a:xfrm>
                <a:off x="4819718" y="8338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31C86596-F857-7EDE-AE38-FA28FC0AB7FF}"/>
                  </a:ext>
                </a:extLst>
              </p:cNvPr>
              <p:cNvSpPr txBox="1">
                <a:spLocks noRot="1" noChangeAspect="1" noMove="1" noResize="1" noEditPoints="1" noAdjustHandles="1" noChangeArrowheads="1" noChangeShapeType="1" noTextEdit="1"/>
              </p:cNvSpPr>
              <p:nvPr/>
            </p:nvSpPr>
            <p:spPr>
              <a:xfrm>
                <a:off x="4819718" y="8338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A49AA76-17E6-DAA0-57D6-7C3FC027149F}"/>
                  </a:ext>
                </a:extLst>
              </p:cNvPr>
              <p:cNvSpPr txBox="1"/>
              <p:nvPr/>
            </p:nvSpPr>
            <p:spPr>
              <a:xfrm>
                <a:off x="492651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6A49AA76-17E6-DAA0-57D6-7C3FC027149F}"/>
                  </a:ext>
                </a:extLst>
              </p:cNvPr>
              <p:cNvSpPr txBox="1">
                <a:spLocks noRot="1" noChangeAspect="1" noMove="1" noResize="1" noEditPoints="1" noAdjustHandles="1" noChangeArrowheads="1" noChangeShapeType="1" noTextEdit="1"/>
              </p:cNvSpPr>
              <p:nvPr/>
            </p:nvSpPr>
            <p:spPr>
              <a:xfrm>
                <a:off x="4926517" y="530153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047A849-C600-150D-86DE-2336A490542E}"/>
                  </a:ext>
                </a:extLst>
              </p:cNvPr>
              <p:cNvSpPr txBox="1"/>
              <p:nvPr/>
            </p:nvSpPr>
            <p:spPr>
              <a:xfrm>
                <a:off x="6392282" y="53015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8047A849-C600-150D-86DE-2336A490542E}"/>
                  </a:ext>
                </a:extLst>
              </p:cNvPr>
              <p:cNvSpPr txBox="1">
                <a:spLocks noRot="1" noChangeAspect="1" noMove="1" noResize="1" noEditPoints="1" noAdjustHandles="1" noChangeArrowheads="1" noChangeShapeType="1" noTextEdit="1"/>
              </p:cNvSpPr>
              <p:nvPr/>
            </p:nvSpPr>
            <p:spPr>
              <a:xfrm>
                <a:off x="6392282" y="5301536"/>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CE90398-A8CB-97C8-0090-FFD9B2441DAE}"/>
                  </a:ext>
                </a:extLst>
              </p:cNvPr>
              <p:cNvSpPr txBox="1"/>
              <p:nvPr/>
            </p:nvSpPr>
            <p:spPr>
              <a:xfrm>
                <a:off x="7102806" y="53081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0CE90398-A8CB-97C8-0090-FFD9B2441DAE}"/>
                  </a:ext>
                </a:extLst>
              </p:cNvPr>
              <p:cNvSpPr txBox="1">
                <a:spLocks noRot="1" noChangeAspect="1" noMove="1" noResize="1" noEditPoints="1" noAdjustHandles="1" noChangeArrowheads="1" noChangeShapeType="1" noTextEdit="1"/>
              </p:cNvSpPr>
              <p:nvPr/>
            </p:nvSpPr>
            <p:spPr>
              <a:xfrm>
                <a:off x="7102806" y="5308149"/>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19A21A8D-5313-F4CE-7DCF-13306F22A797}"/>
                  </a:ext>
                </a:extLst>
              </p:cNvPr>
              <p:cNvSpPr txBox="1"/>
              <p:nvPr/>
            </p:nvSpPr>
            <p:spPr>
              <a:xfrm>
                <a:off x="7805114" y="53015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19A21A8D-5313-F4CE-7DCF-13306F22A797}"/>
                  </a:ext>
                </a:extLst>
              </p:cNvPr>
              <p:cNvSpPr txBox="1">
                <a:spLocks noRot="1" noChangeAspect="1" noMove="1" noResize="1" noEditPoints="1" noAdjustHandles="1" noChangeArrowheads="1" noChangeShapeType="1" noTextEdit="1"/>
              </p:cNvSpPr>
              <p:nvPr/>
            </p:nvSpPr>
            <p:spPr>
              <a:xfrm>
                <a:off x="7805114" y="5301535"/>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38B28BD4-70C7-B940-5660-BBA3CA526257}"/>
                  </a:ext>
                </a:extLst>
              </p:cNvPr>
              <p:cNvSpPr txBox="1"/>
              <p:nvPr/>
            </p:nvSpPr>
            <p:spPr>
              <a:xfrm>
                <a:off x="8537534" y="52949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38B28BD4-70C7-B940-5660-BBA3CA526257}"/>
                  </a:ext>
                </a:extLst>
              </p:cNvPr>
              <p:cNvSpPr txBox="1">
                <a:spLocks noRot="1" noChangeAspect="1" noMove="1" noResize="1" noEditPoints="1" noAdjustHandles="1" noChangeArrowheads="1" noChangeShapeType="1" noTextEdit="1"/>
              </p:cNvSpPr>
              <p:nvPr/>
            </p:nvSpPr>
            <p:spPr>
              <a:xfrm>
                <a:off x="8537534" y="5294921"/>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947F8FA-01C3-4097-A087-7C1EC51F5DEA}"/>
                  </a:ext>
                </a:extLst>
              </p:cNvPr>
              <p:cNvSpPr txBox="1"/>
              <p:nvPr/>
            </p:nvSpPr>
            <p:spPr>
              <a:xfrm>
                <a:off x="9246341" y="52883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D947F8FA-01C3-4097-A087-7C1EC51F5DEA}"/>
                  </a:ext>
                </a:extLst>
              </p:cNvPr>
              <p:cNvSpPr txBox="1">
                <a:spLocks noRot="1" noChangeAspect="1" noMove="1" noResize="1" noEditPoints="1" noAdjustHandles="1" noChangeArrowheads="1" noChangeShapeType="1" noTextEdit="1"/>
              </p:cNvSpPr>
              <p:nvPr/>
            </p:nvSpPr>
            <p:spPr>
              <a:xfrm>
                <a:off x="9246341" y="5288307"/>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C39FEEAC-8E1E-4B9E-F24C-A56283ED7921}"/>
                  </a:ext>
                </a:extLst>
              </p:cNvPr>
              <p:cNvSpPr txBox="1"/>
              <p:nvPr/>
            </p:nvSpPr>
            <p:spPr>
              <a:xfrm>
                <a:off x="4926333" y="45376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C39FEEAC-8E1E-4B9E-F24C-A56283ED7921}"/>
                  </a:ext>
                </a:extLst>
              </p:cNvPr>
              <p:cNvSpPr txBox="1">
                <a:spLocks noRot="1" noChangeAspect="1" noMove="1" noResize="1" noEditPoints="1" noAdjustHandles="1" noChangeArrowheads="1" noChangeShapeType="1" noTextEdit="1"/>
              </p:cNvSpPr>
              <p:nvPr/>
            </p:nvSpPr>
            <p:spPr>
              <a:xfrm>
                <a:off x="4926333" y="4537605"/>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5EB12C0E-E4B4-B598-73A1-44E42A3C6A68}"/>
                  </a:ext>
                </a:extLst>
              </p:cNvPr>
              <p:cNvSpPr txBox="1"/>
              <p:nvPr/>
            </p:nvSpPr>
            <p:spPr>
              <a:xfrm>
                <a:off x="4926333" y="38218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5EB12C0E-E4B4-B598-73A1-44E42A3C6A68}"/>
                  </a:ext>
                </a:extLst>
              </p:cNvPr>
              <p:cNvSpPr txBox="1">
                <a:spLocks noRot="1" noChangeAspect="1" noMove="1" noResize="1" noEditPoints="1" noAdjustHandles="1" noChangeArrowheads="1" noChangeShapeType="1" noTextEdit="1"/>
              </p:cNvSpPr>
              <p:nvPr/>
            </p:nvSpPr>
            <p:spPr>
              <a:xfrm>
                <a:off x="4926333" y="3821806"/>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AACF45CD-9606-714E-0F37-850BDC2CE867}"/>
                  </a:ext>
                </a:extLst>
              </p:cNvPr>
              <p:cNvSpPr txBox="1"/>
              <p:nvPr/>
            </p:nvSpPr>
            <p:spPr>
              <a:xfrm>
                <a:off x="4926333" y="31166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AACF45CD-9606-714E-0F37-850BDC2CE867}"/>
                  </a:ext>
                </a:extLst>
              </p:cNvPr>
              <p:cNvSpPr txBox="1">
                <a:spLocks noRot="1" noChangeAspect="1" noMove="1" noResize="1" noEditPoints="1" noAdjustHandles="1" noChangeArrowheads="1" noChangeShapeType="1" noTextEdit="1"/>
              </p:cNvSpPr>
              <p:nvPr/>
            </p:nvSpPr>
            <p:spPr>
              <a:xfrm>
                <a:off x="4926333" y="3116674"/>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12457637-AF8B-9C0B-356B-A2B12BA5EB8E}"/>
                  </a:ext>
                </a:extLst>
              </p:cNvPr>
              <p:cNvSpPr txBox="1"/>
              <p:nvPr/>
            </p:nvSpPr>
            <p:spPr>
              <a:xfrm>
                <a:off x="4926333" y="23711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12457637-AF8B-9C0B-356B-A2B12BA5EB8E}"/>
                  </a:ext>
                </a:extLst>
              </p:cNvPr>
              <p:cNvSpPr txBox="1">
                <a:spLocks noRot="1" noChangeAspect="1" noMove="1" noResize="1" noEditPoints="1" noAdjustHandles="1" noChangeArrowheads="1" noChangeShapeType="1" noTextEdit="1"/>
              </p:cNvSpPr>
              <p:nvPr/>
            </p:nvSpPr>
            <p:spPr>
              <a:xfrm>
                <a:off x="4926333" y="2371195"/>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1148E3C-2092-45AC-02C2-E4812E6B4B3C}"/>
                  </a:ext>
                </a:extLst>
              </p:cNvPr>
              <p:cNvSpPr txBox="1"/>
              <p:nvPr/>
            </p:nvSpPr>
            <p:spPr>
              <a:xfrm>
                <a:off x="4926332" y="16660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81148E3C-2092-45AC-02C2-E4812E6B4B3C}"/>
                  </a:ext>
                </a:extLst>
              </p:cNvPr>
              <p:cNvSpPr txBox="1">
                <a:spLocks noRot="1" noChangeAspect="1" noMove="1" noResize="1" noEditPoints="1" noAdjustHandles="1" noChangeArrowheads="1" noChangeShapeType="1" noTextEdit="1"/>
              </p:cNvSpPr>
              <p:nvPr/>
            </p:nvSpPr>
            <p:spPr>
              <a:xfrm>
                <a:off x="4926332" y="1666063"/>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919A5B3E-B9D2-B158-8430-DA9F58AE6993}"/>
              </a:ext>
            </a:extLst>
          </p:cNvPr>
          <p:cNvCxnSpPr>
            <a:cxnSpLocks/>
          </p:cNvCxnSpPr>
          <p:nvPr/>
        </p:nvCxnSpPr>
        <p:spPr>
          <a:xfrm flipV="1">
            <a:off x="5693265" y="53044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22513F51-C8F5-3475-5BBE-F45894706796}"/>
              </a:ext>
            </a:extLst>
          </p:cNvPr>
          <p:cNvCxnSpPr>
            <a:cxnSpLocks/>
          </p:cNvCxnSpPr>
          <p:nvPr/>
        </p:nvCxnSpPr>
        <p:spPr>
          <a:xfrm flipV="1">
            <a:off x="5724323" y="10077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CF2AF468-5D4F-EAC7-3E1A-729C45D1E2B3}"/>
                  </a:ext>
                </a:extLst>
              </p:cNvPr>
              <p:cNvSpPr txBox="1"/>
              <p:nvPr/>
            </p:nvSpPr>
            <p:spPr>
              <a:xfrm>
                <a:off x="4850990" y="60141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CF2AF468-5D4F-EAC7-3E1A-729C45D1E2B3}"/>
                  </a:ext>
                </a:extLst>
              </p:cNvPr>
              <p:cNvSpPr txBox="1">
                <a:spLocks noRot="1" noChangeAspect="1" noMove="1" noResize="1" noEditPoints="1" noAdjustHandles="1" noChangeArrowheads="1" noChangeShapeType="1" noTextEdit="1"/>
              </p:cNvSpPr>
              <p:nvPr/>
            </p:nvSpPr>
            <p:spPr>
              <a:xfrm>
                <a:off x="4850990" y="6014133"/>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435B196E-CA6B-7E0A-AC3D-CA083A84EA62}"/>
                  </a:ext>
                </a:extLst>
              </p:cNvPr>
              <p:cNvSpPr txBox="1"/>
              <p:nvPr/>
            </p:nvSpPr>
            <p:spPr>
              <a:xfrm>
                <a:off x="4126287" y="5306754"/>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435B196E-CA6B-7E0A-AC3D-CA083A84EA62}"/>
                  </a:ext>
                </a:extLst>
              </p:cNvPr>
              <p:cNvSpPr txBox="1">
                <a:spLocks noRot="1" noChangeAspect="1" noMove="1" noResize="1" noEditPoints="1" noAdjustHandles="1" noChangeArrowheads="1" noChangeShapeType="1" noTextEdit="1"/>
              </p:cNvSpPr>
              <p:nvPr/>
            </p:nvSpPr>
            <p:spPr>
              <a:xfrm>
                <a:off x="4126287" y="5306754"/>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A32F4518-2C9C-3051-2B81-8501B472E58E}"/>
                  </a:ext>
                </a:extLst>
              </p:cNvPr>
              <p:cNvSpPr txBox="1"/>
              <p:nvPr/>
            </p:nvSpPr>
            <p:spPr>
              <a:xfrm>
                <a:off x="5658937" y="53015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A32F4518-2C9C-3051-2B81-8501B472E58E}"/>
                  </a:ext>
                </a:extLst>
              </p:cNvPr>
              <p:cNvSpPr txBox="1">
                <a:spLocks noRot="1" noChangeAspect="1" noMove="1" noResize="1" noEditPoints="1" noAdjustHandles="1" noChangeArrowheads="1" noChangeShapeType="1" noTextEdit="1"/>
              </p:cNvSpPr>
              <p:nvPr/>
            </p:nvSpPr>
            <p:spPr>
              <a:xfrm>
                <a:off x="5658937" y="5301537"/>
                <a:ext cx="1163547" cy="646331"/>
              </a:xfrm>
              <a:prstGeom prst="rect">
                <a:avLst/>
              </a:prstGeom>
              <a:blipFill>
                <a:blip r:embed="rId18"/>
                <a:stretch>
                  <a:fillRect/>
                </a:stretch>
              </a:blipFill>
            </p:spPr>
            <p:txBody>
              <a:bodyPr/>
              <a:lstStyle/>
              <a:p>
                <a:r>
                  <a:rPr lang="es-ES">
                    <a:noFill/>
                  </a:rPr>
                  <a:t> </a:t>
                </a:r>
              </a:p>
            </p:txBody>
          </p:sp>
        </mc:Fallback>
      </mc:AlternateContent>
      <p:cxnSp>
        <p:nvCxnSpPr>
          <p:cNvPr id="14" name="Conector recto 13">
            <a:extLst>
              <a:ext uri="{FF2B5EF4-FFF2-40B4-BE49-F238E27FC236}">
                <a16:creationId xmlns:a16="http://schemas.microsoft.com/office/drawing/2014/main" id="{F5C53625-5B30-DDF3-0550-5860A66040A1}"/>
              </a:ext>
            </a:extLst>
          </p:cNvPr>
          <p:cNvCxnSpPr>
            <a:cxnSpLocks/>
          </p:cNvCxnSpPr>
          <p:nvPr/>
        </p:nvCxnSpPr>
        <p:spPr>
          <a:xfrm>
            <a:off x="8897058" y="766823"/>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1FECDA92-3F8D-E14C-B9FE-DCF0068AA55A}"/>
              </a:ext>
            </a:extLst>
          </p:cNvPr>
          <p:cNvCxnSpPr>
            <a:cxnSpLocks/>
          </p:cNvCxnSpPr>
          <p:nvPr/>
        </p:nvCxnSpPr>
        <p:spPr>
          <a:xfrm>
            <a:off x="4232344" y="227204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 name="Elipse 1">
            <a:extLst>
              <a:ext uri="{FF2B5EF4-FFF2-40B4-BE49-F238E27FC236}">
                <a16:creationId xmlns:a16="http://schemas.microsoft.com/office/drawing/2014/main" id="{91DE2C76-EDB1-E139-18C3-9C43B0C79514}"/>
              </a:ext>
            </a:extLst>
          </p:cNvPr>
          <p:cNvSpPr/>
          <p:nvPr/>
        </p:nvSpPr>
        <p:spPr>
          <a:xfrm>
            <a:off x="8999740" y="4990013"/>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10</a:t>
            </a:r>
          </a:p>
        </p:txBody>
      </p:sp>
      <p:sp>
        <p:nvSpPr>
          <p:cNvPr id="12" name="Elipse 11">
            <a:extLst>
              <a:ext uri="{FF2B5EF4-FFF2-40B4-BE49-F238E27FC236}">
                <a16:creationId xmlns:a16="http://schemas.microsoft.com/office/drawing/2014/main" id="{892AD969-20A7-18D2-7E2C-251FA689CD3B}"/>
              </a:ext>
            </a:extLst>
          </p:cNvPr>
          <p:cNvSpPr/>
          <p:nvPr/>
        </p:nvSpPr>
        <p:spPr>
          <a:xfrm>
            <a:off x="5402668" y="4991780"/>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0</a:t>
            </a:r>
          </a:p>
        </p:txBody>
      </p:sp>
      <p:sp>
        <p:nvSpPr>
          <p:cNvPr id="36" name="Elipse 35">
            <a:extLst>
              <a:ext uri="{FF2B5EF4-FFF2-40B4-BE49-F238E27FC236}">
                <a16:creationId xmlns:a16="http://schemas.microsoft.com/office/drawing/2014/main" id="{393B6793-CD56-4AB7-8D66-5FD60F72E887}"/>
              </a:ext>
            </a:extLst>
          </p:cNvPr>
          <p:cNvSpPr/>
          <p:nvPr/>
        </p:nvSpPr>
        <p:spPr>
          <a:xfrm>
            <a:off x="5395076" y="2834981"/>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3</a:t>
            </a:r>
          </a:p>
        </p:txBody>
      </p:sp>
      <p:sp>
        <p:nvSpPr>
          <p:cNvPr id="7" name="Elipse 6">
            <a:extLst>
              <a:ext uri="{FF2B5EF4-FFF2-40B4-BE49-F238E27FC236}">
                <a16:creationId xmlns:a16="http://schemas.microsoft.com/office/drawing/2014/main" id="{88DF1411-764E-D843-CEFD-6EDB4881C755}"/>
              </a:ext>
            </a:extLst>
          </p:cNvPr>
          <p:cNvSpPr/>
          <p:nvPr/>
        </p:nvSpPr>
        <p:spPr>
          <a:xfrm>
            <a:off x="8998334" y="2834981"/>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13</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807E3C1-00D5-4892-E907-10AC0D76CABA}"/>
                  </a:ext>
                </a:extLst>
              </p:cNvPr>
              <p:cNvSpPr txBox="1"/>
              <p:nvPr/>
            </p:nvSpPr>
            <p:spPr>
              <a:xfrm>
                <a:off x="9989298" y="531833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13" name="CuadroTexto 12">
                <a:extLst>
                  <a:ext uri="{FF2B5EF4-FFF2-40B4-BE49-F238E27FC236}">
                    <a16:creationId xmlns:a16="http://schemas.microsoft.com/office/drawing/2014/main" id="{2807E3C1-00D5-4892-E907-10AC0D76CABA}"/>
                  </a:ext>
                </a:extLst>
              </p:cNvPr>
              <p:cNvSpPr txBox="1">
                <a:spLocks noRot="1" noChangeAspect="1" noMove="1" noResize="1" noEditPoints="1" noAdjustHandles="1" noChangeArrowheads="1" noChangeShapeType="1" noTextEdit="1"/>
              </p:cNvSpPr>
              <p:nvPr/>
            </p:nvSpPr>
            <p:spPr>
              <a:xfrm>
                <a:off x="9989298" y="5318333"/>
                <a:ext cx="1163547" cy="646331"/>
              </a:xfrm>
              <a:prstGeom prst="rect">
                <a:avLst/>
              </a:prstGeom>
              <a:blipFill>
                <a:blip r:embed="rId19"/>
                <a:stretch>
                  <a:fillRect/>
                </a:stretch>
              </a:blipFill>
            </p:spPr>
            <p:txBody>
              <a:bodyPr/>
              <a:lstStyle/>
              <a:p>
                <a:r>
                  <a:rPr lang="es-ES">
                    <a:noFill/>
                  </a:rPr>
                  <a:t> </a:t>
                </a:r>
              </a:p>
            </p:txBody>
          </p:sp>
        </mc:Fallback>
      </mc:AlternateContent>
      <p:sp>
        <p:nvSpPr>
          <p:cNvPr id="5" name="Marcador de número de diapositiva 5">
            <a:extLst>
              <a:ext uri="{FF2B5EF4-FFF2-40B4-BE49-F238E27FC236}">
                <a16:creationId xmlns:a16="http://schemas.microsoft.com/office/drawing/2014/main" id="{8D28B407-4E7B-2602-E3DC-3B8399272D30}"/>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58</a:t>
            </a:fld>
            <a:endParaRPr lang="en-US" noProof="0" dirty="0"/>
          </a:p>
        </p:txBody>
      </p:sp>
    </p:spTree>
    <p:extLst>
      <p:ext uri="{BB962C8B-B14F-4D97-AF65-F5344CB8AC3E}">
        <p14:creationId xmlns:p14="http://schemas.microsoft.com/office/powerpoint/2010/main" val="41440900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3FFC4-08C7-527B-E6D4-C6084D1C414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DC9D10A7-FB3D-FEA7-053A-7830D64887F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246D2DD4-0370-0699-4BBA-54A656F62EFC}"/>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DD5D2CB-EC61-979A-5EAC-4E8CCC6A4604}"/>
                  </a:ext>
                </a:extLst>
              </p:cNvPr>
              <p:cNvSpPr>
                <a:spLocks noGrp="1"/>
              </p:cNvSpPr>
              <p:nvPr>
                <p:ph idx="1"/>
              </p:nvPr>
            </p:nvSpPr>
            <p:spPr>
              <a:xfrm>
                <a:off x="629412" y="1522914"/>
                <a:ext cx="4190306"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Optimal solution:</a:t>
                </a:r>
              </a:p>
              <a:p>
                <a:pPr marL="0" indent="0">
                  <a:buClr>
                    <a:srgbClr val="0070C0"/>
                  </a:buClr>
                  <a:buSzPct val="100000"/>
                  <a:buNone/>
                </a:pPr>
                <a:endParaRPr lang="es-ES" sz="1800" i="1"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=5</m:t>
                      </m:r>
                    </m:oMath>
                  </m:oMathPara>
                </a14:m>
                <a:endParaRPr lang="es-ES" sz="3600" b="0" i="0"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=3</m:t>
                      </m:r>
                    </m:oMath>
                  </m:oMathPara>
                </a14:m>
                <a:endParaRPr lang="es-ES" sz="3600" dirty="0">
                  <a:latin typeface="Gill Sans Nova" panose="020B0602020104020203" pitchFamily="34"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𝑧</m:t>
                          </m:r>
                        </m:e>
                        <m:sup>
                          <m:r>
                            <a:rPr lang="es-ES" sz="3600" b="0" i="1" smtClean="0">
                              <a:latin typeface="Cambria Math" panose="02040503050406030204" pitchFamily="18" charset="0"/>
                            </a:rPr>
                            <m:t>∗</m:t>
                          </m:r>
                        </m:sup>
                      </m:sSup>
                      <m:r>
                        <a:rPr lang="es-ES" sz="3600" b="0" i="1" smtClean="0">
                          <a:latin typeface="Cambria Math" panose="02040503050406030204" pitchFamily="18" charset="0"/>
                        </a:rPr>
                        <m:t>=13</m:t>
                      </m:r>
                    </m:oMath>
                  </m:oMathPara>
                </a14:m>
                <a:endParaRPr lang="es-ES" sz="3600" dirty="0">
                  <a:latin typeface="Cambria Math" panose="02040503050406030204" pitchFamily="18"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DD5D2CB-EC61-979A-5EAC-4E8CCC6A4604}"/>
                  </a:ext>
                </a:extLst>
              </p:cNvPr>
              <p:cNvSpPr>
                <a:spLocks noGrp="1" noRot="1" noChangeAspect="1" noMove="1" noResize="1" noEditPoints="1" noAdjustHandles="1" noChangeArrowheads="1" noChangeShapeType="1" noTextEdit="1"/>
              </p:cNvSpPr>
              <p:nvPr>
                <p:ph idx="1"/>
              </p:nvPr>
            </p:nvSpPr>
            <p:spPr>
              <a:xfrm>
                <a:off x="629412" y="1522914"/>
                <a:ext cx="4190306" cy="4788985"/>
              </a:xfrm>
              <a:blipFill>
                <a:blip r:embed="rId3"/>
                <a:stretch>
                  <a:fillRect l="-4360"/>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989171B8-437A-35D7-9AC8-214162409409}"/>
              </a:ext>
            </a:extLst>
          </p:cNvPr>
          <p:cNvSpPr/>
          <p:nvPr/>
        </p:nvSpPr>
        <p:spPr>
          <a:xfrm>
            <a:off x="6521514" y="2810515"/>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22CE3AFA-86A8-F134-1BB4-DBC1FA24D3B8}"/>
              </a:ext>
            </a:extLst>
          </p:cNvPr>
          <p:cNvGraphicFramePr>
            <a:graphicFrameLocks noGrp="1"/>
          </p:cNvGraphicFramePr>
          <p:nvPr>
            <p:extLst>
              <p:ext uri="{D42A27DB-BD31-4B8C-83A1-F6EECF244321}">
                <p14:modId xmlns:p14="http://schemas.microsoft.com/office/powerpoint/2010/main" val="2912711078"/>
              </p:ext>
            </p:extLst>
          </p:nvPr>
        </p:nvGraphicFramePr>
        <p:xfrm>
          <a:off x="5801345" y="1365141"/>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30AFAF8-0C35-FAE7-2918-3F13810FAFBE}"/>
                  </a:ext>
                </a:extLst>
              </p:cNvPr>
              <p:cNvSpPr txBox="1"/>
              <p:nvPr/>
            </p:nvSpPr>
            <p:spPr>
              <a:xfrm>
                <a:off x="5617385" y="483609"/>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830AFAF8-0C35-FAE7-2918-3F13810FAFBE}"/>
                  </a:ext>
                </a:extLst>
              </p:cNvPr>
              <p:cNvSpPr txBox="1">
                <a:spLocks noRot="1" noChangeAspect="1" noMove="1" noResize="1" noEditPoints="1" noAdjustHandles="1" noChangeArrowheads="1" noChangeShapeType="1" noTextEdit="1"/>
              </p:cNvSpPr>
              <p:nvPr/>
            </p:nvSpPr>
            <p:spPr>
              <a:xfrm>
                <a:off x="5617385" y="483609"/>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FA6C9FB-AB95-7C57-5EB0-7A0D8B2CD898}"/>
                  </a:ext>
                </a:extLst>
              </p:cNvPr>
              <p:cNvSpPr txBox="1"/>
              <p:nvPr/>
            </p:nvSpPr>
            <p:spPr>
              <a:xfrm>
                <a:off x="572418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3FA6C9FB-AB95-7C57-5EB0-7A0D8B2CD898}"/>
                  </a:ext>
                </a:extLst>
              </p:cNvPr>
              <p:cNvSpPr txBox="1">
                <a:spLocks noRot="1" noChangeAspect="1" noMove="1" noResize="1" noEditPoints="1" noAdjustHandles="1" noChangeArrowheads="1" noChangeShapeType="1" noTextEdit="1"/>
              </p:cNvSpPr>
              <p:nvPr/>
            </p:nvSpPr>
            <p:spPr>
              <a:xfrm>
                <a:off x="5724184" y="4951339"/>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C50058F-AF88-5AD6-AE75-70353DACF9F4}"/>
                  </a:ext>
                </a:extLst>
              </p:cNvPr>
              <p:cNvSpPr txBox="1"/>
              <p:nvPr/>
            </p:nvSpPr>
            <p:spPr>
              <a:xfrm>
                <a:off x="7189949" y="495133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6C50058F-AF88-5AD6-AE75-70353DACF9F4}"/>
                  </a:ext>
                </a:extLst>
              </p:cNvPr>
              <p:cNvSpPr txBox="1">
                <a:spLocks noRot="1" noChangeAspect="1" noMove="1" noResize="1" noEditPoints="1" noAdjustHandles="1" noChangeArrowheads="1" noChangeShapeType="1" noTextEdit="1"/>
              </p:cNvSpPr>
              <p:nvPr/>
            </p:nvSpPr>
            <p:spPr>
              <a:xfrm>
                <a:off x="7189949" y="4951338"/>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6AF484C-DFCB-CB33-CE0B-0C5B9353DEE4}"/>
                  </a:ext>
                </a:extLst>
              </p:cNvPr>
              <p:cNvSpPr txBox="1"/>
              <p:nvPr/>
            </p:nvSpPr>
            <p:spPr>
              <a:xfrm>
                <a:off x="7900473" y="495795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E6AF484C-DFCB-CB33-CE0B-0C5B9353DEE4}"/>
                  </a:ext>
                </a:extLst>
              </p:cNvPr>
              <p:cNvSpPr txBox="1">
                <a:spLocks noRot="1" noChangeAspect="1" noMove="1" noResize="1" noEditPoints="1" noAdjustHandles="1" noChangeArrowheads="1" noChangeShapeType="1" noTextEdit="1"/>
              </p:cNvSpPr>
              <p:nvPr/>
            </p:nvSpPr>
            <p:spPr>
              <a:xfrm>
                <a:off x="7900473" y="4957951"/>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22944CC-4E9C-C2CF-C23F-EA852DC3C235}"/>
                  </a:ext>
                </a:extLst>
              </p:cNvPr>
              <p:cNvSpPr txBox="1"/>
              <p:nvPr/>
            </p:nvSpPr>
            <p:spPr>
              <a:xfrm>
                <a:off x="8602781" y="49513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622944CC-4E9C-C2CF-C23F-EA852DC3C235}"/>
                  </a:ext>
                </a:extLst>
              </p:cNvPr>
              <p:cNvSpPr txBox="1">
                <a:spLocks noRot="1" noChangeAspect="1" noMove="1" noResize="1" noEditPoints="1" noAdjustHandles="1" noChangeArrowheads="1" noChangeShapeType="1" noTextEdit="1"/>
              </p:cNvSpPr>
              <p:nvPr/>
            </p:nvSpPr>
            <p:spPr>
              <a:xfrm>
                <a:off x="8602781" y="4951337"/>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5A4F3BE-3F9E-F98C-24D0-62DC161C2157}"/>
                  </a:ext>
                </a:extLst>
              </p:cNvPr>
              <p:cNvSpPr txBox="1"/>
              <p:nvPr/>
            </p:nvSpPr>
            <p:spPr>
              <a:xfrm>
                <a:off x="9335201" y="494472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F5A4F3BE-3F9E-F98C-24D0-62DC161C2157}"/>
                  </a:ext>
                </a:extLst>
              </p:cNvPr>
              <p:cNvSpPr txBox="1">
                <a:spLocks noRot="1" noChangeAspect="1" noMove="1" noResize="1" noEditPoints="1" noAdjustHandles="1" noChangeArrowheads="1" noChangeShapeType="1" noTextEdit="1"/>
              </p:cNvSpPr>
              <p:nvPr/>
            </p:nvSpPr>
            <p:spPr>
              <a:xfrm>
                <a:off x="9335201" y="4944723"/>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8E9FA48-A3A4-AEB5-BC73-F93C237059D4}"/>
                  </a:ext>
                </a:extLst>
              </p:cNvPr>
              <p:cNvSpPr txBox="1"/>
              <p:nvPr/>
            </p:nvSpPr>
            <p:spPr>
              <a:xfrm>
                <a:off x="10044008" y="493810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C8E9FA48-A3A4-AEB5-BC73-F93C237059D4}"/>
                  </a:ext>
                </a:extLst>
              </p:cNvPr>
              <p:cNvSpPr txBox="1">
                <a:spLocks noRot="1" noChangeAspect="1" noMove="1" noResize="1" noEditPoints="1" noAdjustHandles="1" noChangeArrowheads="1" noChangeShapeType="1" noTextEdit="1"/>
              </p:cNvSpPr>
              <p:nvPr/>
            </p:nvSpPr>
            <p:spPr>
              <a:xfrm>
                <a:off x="10044008" y="4938109"/>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1755AA6D-3466-2966-E066-8A7DF985BB40}"/>
                  </a:ext>
                </a:extLst>
              </p:cNvPr>
              <p:cNvSpPr txBox="1"/>
              <p:nvPr/>
            </p:nvSpPr>
            <p:spPr>
              <a:xfrm>
                <a:off x="5724000" y="4187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1755AA6D-3466-2966-E066-8A7DF985BB40}"/>
                  </a:ext>
                </a:extLst>
              </p:cNvPr>
              <p:cNvSpPr txBox="1">
                <a:spLocks noRot="1" noChangeAspect="1" noMove="1" noResize="1" noEditPoints="1" noAdjustHandles="1" noChangeArrowheads="1" noChangeShapeType="1" noTextEdit="1"/>
              </p:cNvSpPr>
              <p:nvPr/>
            </p:nvSpPr>
            <p:spPr>
              <a:xfrm>
                <a:off x="5724000" y="4187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448301A1-E9D9-3EE7-BAA9-E1B0D2FDC6E7}"/>
                  </a:ext>
                </a:extLst>
              </p:cNvPr>
              <p:cNvSpPr txBox="1"/>
              <p:nvPr/>
            </p:nvSpPr>
            <p:spPr>
              <a:xfrm>
                <a:off x="5724000" y="34716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448301A1-E9D9-3EE7-BAA9-E1B0D2FDC6E7}"/>
                  </a:ext>
                </a:extLst>
              </p:cNvPr>
              <p:cNvSpPr txBox="1">
                <a:spLocks noRot="1" noChangeAspect="1" noMove="1" noResize="1" noEditPoints="1" noAdjustHandles="1" noChangeArrowheads="1" noChangeShapeType="1" noTextEdit="1"/>
              </p:cNvSpPr>
              <p:nvPr/>
            </p:nvSpPr>
            <p:spPr>
              <a:xfrm>
                <a:off x="5724000" y="3471608"/>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A6EB05A-CC9D-E5B5-460B-DE9684B0EAAF}"/>
                  </a:ext>
                </a:extLst>
              </p:cNvPr>
              <p:cNvSpPr txBox="1"/>
              <p:nvPr/>
            </p:nvSpPr>
            <p:spPr>
              <a:xfrm>
                <a:off x="5724000" y="276647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2A6EB05A-CC9D-E5B5-460B-DE9684B0EAAF}"/>
                  </a:ext>
                </a:extLst>
              </p:cNvPr>
              <p:cNvSpPr txBox="1">
                <a:spLocks noRot="1" noChangeAspect="1" noMove="1" noResize="1" noEditPoints="1" noAdjustHandles="1" noChangeArrowheads="1" noChangeShapeType="1" noTextEdit="1"/>
              </p:cNvSpPr>
              <p:nvPr/>
            </p:nvSpPr>
            <p:spPr>
              <a:xfrm>
                <a:off x="5724000" y="276647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88A332B-6E28-97FC-3A6D-CE0879CF71BA}"/>
                  </a:ext>
                </a:extLst>
              </p:cNvPr>
              <p:cNvSpPr txBox="1"/>
              <p:nvPr/>
            </p:nvSpPr>
            <p:spPr>
              <a:xfrm>
                <a:off x="5724000" y="202099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F88A332B-6E28-97FC-3A6D-CE0879CF71BA}"/>
                  </a:ext>
                </a:extLst>
              </p:cNvPr>
              <p:cNvSpPr txBox="1">
                <a:spLocks noRot="1" noChangeAspect="1" noMove="1" noResize="1" noEditPoints="1" noAdjustHandles="1" noChangeArrowheads="1" noChangeShapeType="1" noTextEdit="1"/>
              </p:cNvSpPr>
              <p:nvPr/>
            </p:nvSpPr>
            <p:spPr>
              <a:xfrm>
                <a:off x="5724000" y="2020997"/>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A0D28743-CED2-8383-F7B9-AE7BF2435A22}"/>
                  </a:ext>
                </a:extLst>
              </p:cNvPr>
              <p:cNvSpPr txBox="1"/>
              <p:nvPr/>
            </p:nvSpPr>
            <p:spPr>
              <a:xfrm>
                <a:off x="5723999" y="131586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A0D28743-CED2-8383-F7B9-AE7BF2435A22}"/>
                  </a:ext>
                </a:extLst>
              </p:cNvPr>
              <p:cNvSpPr txBox="1">
                <a:spLocks noRot="1" noChangeAspect="1" noMove="1" noResize="1" noEditPoints="1" noAdjustHandles="1" noChangeArrowheads="1" noChangeShapeType="1" noTextEdit="1"/>
              </p:cNvSpPr>
              <p:nvPr/>
            </p:nvSpPr>
            <p:spPr>
              <a:xfrm>
                <a:off x="5723999" y="1315865"/>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4873C813-76BB-EBAC-A160-6BD36D1A6B97}"/>
              </a:ext>
            </a:extLst>
          </p:cNvPr>
          <p:cNvCxnSpPr>
            <a:cxnSpLocks/>
          </p:cNvCxnSpPr>
          <p:nvPr/>
        </p:nvCxnSpPr>
        <p:spPr>
          <a:xfrm flipV="1">
            <a:off x="6490932" y="4954291"/>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9DF660FB-7792-38CE-41EE-760E777266F7}"/>
              </a:ext>
            </a:extLst>
          </p:cNvPr>
          <p:cNvCxnSpPr>
            <a:cxnSpLocks/>
          </p:cNvCxnSpPr>
          <p:nvPr/>
        </p:nvCxnSpPr>
        <p:spPr>
          <a:xfrm flipV="1">
            <a:off x="6521990" y="657511"/>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107A329-81F1-70A3-B71A-9E53040A3A95}"/>
                  </a:ext>
                </a:extLst>
              </p:cNvPr>
              <p:cNvSpPr txBox="1"/>
              <p:nvPr/>
            </p:nvSpPr>
            <p:spPr>
              <a:xfrm>
                <a:off x="5648657" y="5663935"/>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2107A329-81F1-70A3-B71A-9E53040A3A95}"/>
                  </a:ext>
                </a:extLst>
              </p:cNvPr>
              <p:cNvSpPr txBox="1">
                <a:spLocks noRot="1" noChangeAspect="1" noMove="1" noResize="1" noEditPoints="1" noAdjustHandles="1" noChangeArrowheads="1" noChangeShapeType="1" noTextEdit="1"/>
              </p:cNvSpPr>
              <p:nvPr/>
            </p:nvSpPr>
            <p:spPr>
              <a:xfrm>
                <a:off x="5648657" y="5663935"/>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3484B56E-AC50-1810-4BB9-3E3FDA2B5813}"/>
                  </a:ext>
                </a:extLst>
              </p:cNvPr>
              <p:cNvSpPr txBox="1"/>
              <p:nvPr/>
            </p:nvSpPr>
            <p:spPr>
              <a:xfrm>
                <a:off x="4923954" y="4956556"/>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3484B56E-AC50-1810-4BB9-3E3FDA2B5813}"/>
                  </a:ext>
                </a:extLst>
              </p:cNvPr>
              <p:cNvSpPr txBox="1">
                <a:spLocks noRot="1" noChangeAspect="1" noMove="1" noResize="1" noEditPoints="1" noAdjustHandles="1" noChangeArrowheads="1" noChangeShapeType="1" noTextEdit="1"/>
              </p:cNvSpPr>
              <p:nvPr/>
            </p:nvSpPr>
            <p:spPr>
              <a:xfrm>
                <a:off x="4923954" y="4956556"/>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6C1DD58B-4AD3-FFD6-B345-A58D0AA11506}"/>
                  </a:ext>
                </a:extLst>
              </p:cNvPr>
              <p:cNvSpPr txBox="1"/>
              <p:nvPr/>
            </p:nvSpPr>
            <p:spPr>
              <a:xfrm>
                <a:off x="645660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6C1DD58B-4AD3-FFD6-B345-A58D0AA11506}"/>
                  </a:ext>
                </a:extLst>
              </p:cNvPr>
              <p:cNvSpPr txBox="1">
                <a:spLocks noRot="1" noChangeAspect="1" noMove="1" noResize="1" noEditPoints="1" noAdjustHandles="1" noChangeArrowheads="1" noChangeShapeType="1" noTextEdit="1"/>
              </p:cNvSpPr>
              <p:nvPr/>
            </p:nvSpPr>
            <p:spPr>
              <a:xfrm>
                <a:off x="6456604" y="4951339"/>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7B0A988F-B232-98CA-89F9-69295E634B64}"/>
                  </a:ext>
                </a:extLst>
              </p:cNvPr>
              <p:cNvSpPr txBox="1"/>
              <p:nvPr/>
            </p:nvSpPr>
            <p:spPr>
              <a:xfrm>
                <a:off x="10776428" y="497413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 name="CuadroTexto 4">
                <a:extLst>
                  <a:ext uri="{FF2B5EF4-FFF2-40B4-BE49-F238E27FC236}">
                    <a16:creationId xmlns:a16="http://schemas.microsoft.com/office/drawing/2014/main" id="{7B0A988F-B232-98CA-89F9-69295E634B64}"/>
                  </a:ext>
                </a:extLst>
              </p:cNvPr>
              <p:cNvSpPr txBox="1">
                <a:spLocks noRot="1" noChangeAspect="1" noMove="1" noResize="1" noEditPoints="1" noAdjustHandles="1" noChangeArrowheads="1" noChangeShapeType="1" noTextEdit="1"/>
              </p:cNvSpPr>
              <p:nvPr/>
            </p:nvSpPr>
            <p:spPr>
              <a:xfrm>
                <a:off x="10776428" y="4974131"/>
                <a:ext cx="1163547" cy="646331"/>
              </a:xfrm>
              <a:prstGeom prst="rect">
                <a:avLst/>
              </a:prstGeom>
              <a:blipFill>
                <a:blip r:embed="rId19"/>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1E842C17-D865-DF9E-1F42-B991BBE5FC8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59</a:t>
            </a:fld>
            <a:endParaRPr lang="en-US" noProof="0" dirty="0"/>
          </a:p>
        </p:txBody>
      </p:sp>
      <p:sp>
        <p:nvSpPr>
          <p:cNvPr id="12" name="Elipse 11">
            <a:extLst>
              <a:ext uri="{FF2B5EF4-FFF2-40B4-BE49-F238E27FC236}">
                <a16:creationId xmlns:a16="http://schemas.microsoft.com/office/drawing/2014/main" id="{698693D1-2560-B320-5DAF-771C0B08F836}"/>
              </a:ext>
            </a:extLst>
          </p:cNvPr>
          <p:cNvSpPr/>
          <p:nvPr/>
        </p:nvSpPr>
        <p:spPr>
          <a:xfrm>
            <a:off x="9993464" y="2684515"/>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6500574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EB41-E4C5-E791-AB8E-39691633BE78}"/>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D9C49AFD-0202-D176-AC5E-122B78778283}"/>
              </a:ext>
            </a:extLst>
          </p:cNvPr>
          <p:cNvSpPr/>
          <p:nvPr/>
        </p:nvSpPr>
        <p:spPr>
          <a:xfrm>
            <a:off x="4296169" y="3382694"/>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E5B474FF-C1E5-041D-6117-D6C10DCD5897}"/>
              </a:ext>
            </a:extLst>
          </p:cNvPr>
          <p:cNvGraphicFramePr>
            <a:graphicFrameLocks noGrp="1"/>
          </p:cNvGraphicFramePr>
          <p:nvPr>
            <p:extLst>
              <p:ext uri="{D42A27DB-BD31-4B8C-83A1-F6EECF244321}">
                <p14:modId xmlns:p14="http://schemas.microsoft.com/office/powerpoint/2010/main" val="1442878338"/>
              </p:ext>
            </p:extLst>
          </p:nvPr>
        </p:nvGraphicFramePr>
        <p:xfrm>
          <a:off x="3576000" y="1937320"/>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CA3B524-DDFE-5D41-12FC-FA9F310A6B83}"/>
                  </a:ext>
                </a:extLst>
              </p:cNvPr>
              <p:cNvSpPr txBox="1"/>
              <p:nvPr/>
            </p:nvSpPr>
            <p:spPr>
              <a:xfrm>
                <a:off x="3392040" y="1055788"/>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6CA3B524-DDFE-5D41-12FC-FA9F310A6B83}"/>
                  </a:ext>
                </a:extLst>
              </p:cNvPr>
              <p:cNvSpPr txBox="1">
                <a:spLocks noRot="1" noChangeAspect="1" noMove="1" noResize="1" noEditPoints="1" noAdjustHandles="1" noChangeArrowheads="1" noChangeShapeType="1" noTextEdit="1"/>
              </p:cNvSpPr>
              <p:nvPr/>
            </p:nvSpPr>
            <p:spPr>
              <a:xfrm>
                <a:off x="3392040" y="1055788"/>
                <a:ext cx="904128" cy="646331"/>
              </a:xfrm>
              <a:prstGeom prst="rect">
                <a:avLst/>
              </a:prstGeom>
              <a:blipFill>
                <a:blip r:embed="rId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999A81E-15F0-AA23-C141-6198E124A9DF}"/>
                  </a:ext>
                </a:extLst>
              </p:cNvPr>
              <p:cNvSpPr txBox="1"/>
              <p:nvPr/>
            </p:nvSpPr>
            <p:spPr>
              <a:xfrm>
                <a:off x="3498839" y="552351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B999A81E-15F0-AA23-C141-6198E124A9DF}"/>
                  </a:ext>
                </a:extLst>
              </p:cNvPr>
              <p:cNvSpPr txBox="1">
                <a:spLocks noRot="1" noChangeAspect="1" noMove="1" noResize="1" noEditPoints="1" noAdjustHandles="1" noChangeArrowheads="1" noChangeShapeType="1" noTextEdit="1"/>
              </p:cNvSpPr>
              <p:nvPr/>
            </p:nvSpPr>
            <p:spPr>
              <a:xfrm>
                <a:off x="3498839" y="5523518"/>
                <a:ext cx="1163547"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3F15036E-D76F-932C-03CB-B86287D7916F}"/>
                  </a:ext>
                </a:extLst>
              </p:cNvPr>
              <p:cNvSpPr txBox="1"/>
              <p:nvPr/>
            </p:nvSpPr>
            <p:spPr>
              <a:xfrm>
                <a:off x="4964604" y="552351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3F15036E-D76F-932C-03CB-B86287D7916F}"/>
                  </a:ext>
                </a:extLst>
              </p:cNvPr>
              <p:cNvSpPr txBox="1">
                <a:spLocks noRot="1" noChangeAspect="1" noMove="1" noResize="1" noEditPoints="1" noAdjustHandles="1" noChangeArrowheads="1" noChangeShapeType="1" noTextEdit="1"/>
              </p:cNvSpPr>
              <p:nvPr/>
            </p:nvSpPr>
            <p:spPr>
              <a:xfrm>
                <a:off x="4964604" y="5523517"/>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04A474C-48F9-BACF-5D5E-2B044BAE3276}"/>
                  </a:ext>
                </a:extLst>
              </p:cNvPr>
              <p:cNvSpPr txBox="1"/>
              <p:nvPr/>
            </p:nvSpPr>
            <p:spPr>
              <a:xfrm>
                <a:off x="5675128" y="5530130"/>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704A474C-48F9-BACF-5D5E-2B044BAE3276}"/>
                  </a:ext>
                </a:extLst>
              </p:cNvPr>
              <p:cNvSpPr txBox="1">
                <a:spLocks noRot="1" noChangeAspect="1" noMove="1" noResize="1" noEditPoints="1" noAdjustHandles="1" noChangeArrowheads="1" noChangeShapeType="1" noTextEdit="1"/>
              </p:cNvSpPr>
              <p:nvPr/>
            </p:nvSpPr>
            <p:spPr>
              <a:xfrm>
                <a:off x="5675128" y="5530130"/>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3CC72D2-7E39-5035-D8A1-93BC1153EDD7}"/>
                  </a:ext>
                </a:extLst>
              </p:cNvPr>
              <p:cNvSpPr txBox="1"/>
              <p:nvPr/>
            </p:nvSpPr>
            <p:spPr>
              <a:xfrm>
                <a:off x="6377436" y="552351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B3CC72D2-7E39-5035-D8A1-93BC1153EDD7}"/>
                  </a:ext>
                </a:extLst>
              </p:cNvPr>
              <p:cNvSpPr txBox="1">
                <a:spLocks noRot="1" noChangeAspect="1" noMove="1" noResize="1" noEditPoints="1" noAdjustHandles="1" noChangeArrowheads="1" noChangeShapeType="1" noTextEdit="1"/>
              </p:cNvSpPr>
              <p:nvPr/>
            </p:nvSpPr>
            <p:spPr>
              <a:xfrm>
                <a:off x="6377436" y="552351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1E7A9A-1AA2-579D-D0B4-F25D4562DFBE}"/>
                  </a:ext>
                </a:extLst>
              </p:cNvPr>
              <p:cNvSpPr txBox="1"/>
              <p:nvPr/>
            </p:nvSpPr>
            <p:spPr>
              <a:xfrm>
                <a:off x="7109856" y="5516902"/>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831E7A9A-1AA2-579D-D0B4-F25D4562DFBE}"/>
                  </a:ext>
                </a:extLst>
              </p:cNvPr>
              <p:cNvSpPr txBox="1">
                <a:spLocks noRot="1" noChangeAspect="1" noMove="1" noResize="1" noEditPoints="1" noAdjustHandles="1" noChangeArrowheads="1" noChangeShapeType="1" noTextEdit="1"/>
              </p:cNvSpPr>
              <p:nvPr/>
            </p:nvSpPr>
            <p:spPr>
              <a:xfrm>
                <a:off x="7109856" y="5516902"/>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0939933-D288-77B5-E43A-3638B7F576AA}"/>
                  </a:ext>
                </a:extLst>
              </p:cNvPr>
              <p:cNvSpPr txBox="1"/>
              <p:nvPr/>
            </p:nvSpPr>
            <p:spPr>
              <a:xfrm>
                <a:off x="7818663" y="551028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E0939933-D288-77B5-E43A-3638B7F576AA}"/>
                  </a:ext>
                </a:extLst>
              </p:cNvPr>
              <p:cNvSpPr txBox="1">
                <a:spLocks noRot="1" noChangeAspect="1" noMove="1" noResize="1" noEditPoints="1" noAdjustHandles="1" noChangeArrowheads="1" noChangeShapeType="1" noTextEdit="1"/>
              </p:cNvSpPr>
              <p:nvPr/>
            </p:nvSpPr>
            <p:spPr>
              <a:xfrm>
                <a:off x="7818663" y="5510288"/>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301813B-3237-0A41-3D81-1ECB1D217601}"/>
                  </a:ext>
                </a:extLst>
              </p:cNvPr>
              <p:cNvSpPr txBox="1"/>
              <p:nvPr/>
            </p:nvSpPr>
            <p:spPr>
              <a:xfrm>
                <a:off x="3498655" y="475958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B301813B-3237-0A41-3D81-1ECB1D217601}"/>
                  </a:ext>
                </a:extLst>
              </p:cNvPr>
              <p:cNvSpPr txBox="1">
                <a:spLocks noRot="1" noChangeAspect="1" noMove="1" noResize="1" noEditPoints="1" noAdjustHandles="1" noChangeArrowheads="1" noChangeShapeType="1" noTextEdit="1"/>
              </p:cNvSpPr>
              <p:nvPr/>
            </p:nvSpPr>
            <p:spPr>
              <a:xfrm>
                <a:off x="3498655" y="4759586"/>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C7CF722-778C-91BB-3C41-658FCFFC3E37}"/>
                  </a:ext>
                </a:extLst>
              </p:cNvPr>
              <p:cNvSpPr txBox="1"/>
              <p:nvPr/>
            </p:nvSpPr>
            <p:spPr>
              <a:xfrm>
                <a:off x="3498655" y="404378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9C7CF722-778C-91BB-3C41-658FCFFC3E37}"/>
                  </a:ext>
                </a:extLst>
              </p:cNvPr>
              <p:cNvSpPr txBox="1">
                <a:spLocks noRot="1" noChangeAspect="1" noMove="1" noResize="1" noEditPoints="1" noAdjustHandles="1" noChangeArrowheads="1" noChangeShapeType="1" noTextEdit="1"/>
              </p:cNvSpPr>
              <p:nvPr/>
            </p:nvSpPr>
            <p:spPr>
              <a:xfrm>
                <a:off x="3498655" y="404378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F8C871D0-E5A9-8332-A1B0-DC2332F11056}"/>
                  </a:ext>
                </a:extLst>
              </p:cNvPr>
              <p:cNvSpPr txBox="1"/>
              <p:nvPr/>
            </p:nvSpPr>
            <p:spPr>
              <a:xfrm>
                <a:off x="3498655" y="333865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F8C871D0-E5A9-8332-A1B0-DC2332F11056}"/>
                  </a:ext>
                </a:extLst>
              </p:cNvPr>
              <p:cNvSpPr txBox="1">
                <a:spLocks noRot="1" noChangeAspect="1" noMove="1" noResize="1" noEditPoints="1" noAdjustHandles="1" noChangeArrowheads="1" noChangeShapeType="1" noTextEdit="1"/>
              </p:cNvSpPr>
              <p:nvPr/>
            </p:nvSpPr>
            <p:spPr>
              <a:xfrm>
                <a:off x="3498655" y="333865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CC6E612-31FD-B0CB-FCCE-980FB30765DB}"/>
                  </a:ext>
                </a:extLst>
              </p:cNvPr>
              <p:cNvSpPr txBox="1"/>
              <p:nvPr/>
            </p:nvSpPr>
            <p:spPr>
              <a:xfrm>
                <a:off x="3498655" y="259317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2CC6E612-31FD-B0CB-FCCE-980FB30765DB}"/>
                  </a:ext>
                </a:extLst>
              </p:cNvPr>
              <p:cNvSpPr txBox="1">
                <a:spLocks noRot="1" noChangeAspect="1" noMove="1" noResize="1" noEditPoints="1" noAdjustHandles="1" noChangeArrowheads="1" noChangeShapeType="1" noTextEdit="1"/>
              </p:cNvSpPr>
              <p:nvPr/>
            </p:nvSpPr>
            <p:spPr>
              <a:xfrm>
                <a:off x="3498655" y="259317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BB9714C-865E-5CE2-9FEA-33F815954DD8}"/>
                  </a:ext>
                </a:extLst>
              </p:cNvPr>
              <p:cNvSpPr txBox="1"/>
              <p:nvPr/>
            </p:nvSpPr>
            <p:spPr>
              <a:xfrm>
                <a:off x="3498654" y="188804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9BB9714C-865E-5CE2-9FEA-33F815954DD8}"/>
                  </a:ext>
                </a:extLst>
              </p:cNvPr>
              <p:cNvSpPr txBox="1">
                <a:spLocks noRot="1" noChangeAspect="1" noMove="1" noResize="1" noEditPoints="1" noAdjustHandles="1" noChangeArrowheads="1" noChangeShapeType="1" noTextEdit="1"/>
              </p:cNvSpPr>
              <p:nvPr/>
            </p:nvSpPr>
            <p:spPr>
              <a:xfrm>
                <a:off x="3498654" y="1888044"/>
                <a:ext cx="1163547" cy="646331"/>
              </a:xfrm>
              <a:prstGeom prst="rect">
                <a:avLst/>
              </a:prstGeom>
              <a:blipFill>
                <a:blip r:embed="rId14"/>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BCB6D6B9-A46C-CD95-E114-D1D00197FE81}"/>
              </a:ext>
            </a:extLst>
          </p:cNvPr>
          <p:cNvCxnSpPr>
            <a:cxnSpLocks/>
          </p:cNvCxnSpPr>
          <p:nvPr/>
        </p:nvCxnSpPr>
        <p:spPr>
          <a:xfrm flipV="1">
            <a:off x="4265587" y="5526470"/>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6ED60185-64BB-60EA-ECCC-89E07C057E8B}"/>
              </a:ext>
            </a:extLst>
          </p:cNvPr>
          <p:cNvCxnSpPr>
            <a:cxnSpLocks/>
          </p:cNvCxnSpPr>
          <p:nvPr/>
        </p:nvCxnSpPr>
        <p:spPr>
          <a:xfrm flipV="1">
            <a:off x="4296645" y="1229690"/>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6F9603D6-8D48-603C-8DE4-DE9E5FD796F4}"/>
                  </a:ext>
                </a:extLst>
              </p:cNvPr>
              <p:cNvSpPr txBox="1"/>
              <p:nvPr/>
            </p:nvSpPr>
            <p:spPr>
              <a:xfrm>
                <a:off x="3423312" y="6236114"/>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6F9603D6-8D48-603C-8DE4-DE9E5FD796F4}"/>
                  </a:ext>
                </a:extLst>
              </p:cNvPr>
              <p:cNvSpPr txBox="1">
                <a:spLocks noRot="1" noChangeAspect="1" noMove="1" noResize="1" noEditPoints="1" noAdjustHandles="1" noChangeArrowheads="1" noChangeShapeType="1" noTextEdit="1"/>
              </p:cNvSpPr>
              <p:nvPr/>
            </p:nvSpPr>
            <p:spPr>
              <a:xfrm>
                <a:off x="3423312" y="6236114"/>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AF250F6B-95A7-E8F2-BE9B-A72AD25B6C09}"/>
                  </a:ext>
                </a:extLst>
              </p:cNvPr>
              <p:cNvSpPr txBox="1"/>
              <p:nvPr/>
            </p:nvSpPr>
            <p:spPr>
              <a:xfrm>
                <a:off x="2698609" y="5528735"/>
                <a:ext cx="1163547" cy="646331"/>
              </a:xfrm>
              <a:prstGeom prst="rect">
                <a:avLst/>
              </a:prstGeom>
              <a:noFill/>
            </p:spPr>
            <p:txBody>
              <a:bodyPr wrap="square">
                <a:spAutoFit/>
              </a:bodyPr>
              <a:lstStyle/>
              <a:p>
                <a:pPr/>
                <a14:m>
                  <m:oMathPara xmlns:m="http://schemas.openxmlformats.org/officeDocument/2006/math">
                    <m:oMath>
                      <m:r>
                        <a:rPr lang="es-ES" sz="3600" i="1">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AF250F6B-95A7-E8F2-BE9B-A72AD25B6C09}"/>
                  </a:ext>
                </a:extLst>
              </p:cNvPr>
              <p:cNvSpPr txBox="1">
                <a:spLocks noRot="1" noChangeAspect="1" noMove="1" noResize="1" noEditPoints="1" noAdjustHandles="1" noChangeArrowheads="1" noChangeShapeType="1" noTextEdit="1"/>
              </p:cNvSpPr>
              <p:nvPr/>
            </p:nvSpPr>
            <p:spPr>
              <a:xfrm>
                <a:off x="2698609" y="5528735"/>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29B7141D-A6A8-107E-3F2E-49C2BD1F58C9}"/>
                  </a:ext>
                </a:extLst>
              </p:cNvPr>
              <p:cNvSpPr txBox="1"/>
              <p:nvPr/>
            </p:nvSpPr>
            <p:spPr>
              <a:xfrm>
                <a:off x="4231259" y="552351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29B7141D-A6A8-107E-3F2E-49C2BD1F58C9}"/>
                  </a:ext>
                </a:extLst>
              </p:cNvPr>
              <p:cNvSpPr txBox="1">
                <a:spLocks noRot="1" noChangeAspect="1" noMove="1" noResize="1" noEditPoints="1" noAdjustHandles="1" noChangeArrowheads="1" noChangeShapeType="1" noTextEdit="1"/>
              </p:cNvSpPr>
              <p:nvPr/>
            </p:nvSpPr>
            <p:spPr>
              <a:xfrm>
                <a:off x="4231259" y="5523518"/>
                <a:ext cx="1163547" cy="646331"/>
              </a:xfrm>
              <a:prstGeom prst="rect">
                <a:avLst/>
              </a:prstGeom>
              <a:blipFill>
                <a:blip r:embed="rId17"/>
                <a:stretch>
                  <a:fillRect/>
                </a:stretch>
              </a:blipFill>
            </p:spPr>
            <p:txBody>
              <a:bodyPr/>
              <a:lstStyle/>
              <a:p>
                <a:r>
                  <a:rPr lang="es-ES">
                    <a:noFill/>
                  </a:rPr>
                  <a:t> </a:t>
                </a:r>
              </a:p>
            </p:txBody>
          </p:sp>
        </mc:Fallback>
      </mc:AlternateContent>
      <p:sp>
        <p:nvSpPr>
          <p:cNvPr id="2" name="Elipse 1">
            <a:extLst>
              <a:ext uri="{FF2B5EF4-FFF2-40B4-BE49-F238E27FC236}">
                <a16:creationId xmlns:a16="http://schemas.microsoft.com/office/drawing/2014/main" id="{106F4E5E-EC73-C485-10CE-1700D443E352}"/>
              </a:ext>
            </a:extLst>
          </p:cNvPr>
          <p:cNvSpPr/>
          <p:nvPr/>
        </p:nvSpPr>
        <p:spPr>
          <a:xfrm>
            <a:off x="7572062" y="5211994"/>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10</a:t>
            </a:r>
          </a:p>
        </p:txBody>
      </p:sp>
      <p:sp>
        <p:nvSpPr>
          <p:cNvPr id="12" name="Elipse 11">
            <a:extLst>
              <a:ext uri="{FF2B5EF4-FFF2-40B4-BE49-F238E27FC236}">
                <a16:creationId xmlns:a16="http://schemas.microsoft.com/office/drawing/2014/main" id="{4FA8CAE6-2E37-E7ED-C7EA-EFBC2C1E4CAE}"/>
              </a:ext>
            </a:extLst>
          </p:cNvPr>
          <p:cNvSpPr/>
          <p:nvPr/>
        </p:nvSpPr>
        <p:spPr>
          <a:xfrm>
            <a:off x="3974990" y="5213761"/>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0</a:t>
            </a:r>
          </a:p>
        </p:txBody>
      </p:sp>
      <p:sp>
        <p:nvSpPr>
          <p:cNvPr id="36" name="Elipse 35">
            <a:extLst>
              <a:ext uri="{FF2B5EF4-FFF2-40B4-BE49-F238E27FC236}">
                <a16:creationId xmlns:a16="http://schemas.microsoft.com/office/drawing/2014/main" id="{C60468F3-6D36-A96A-5F04-047C6F738D24}"/>
              </a:ext>
            </a:extLst>
          </p:cNvPr>
          <p:cNvSpPr/>
          <p:nvPr/>
        </p:nvSpPr>
        <p:spPr>
          <a:xfrm>
            <a:off x="3967398" y="3056962"/>
            <a:ext cx="648000" cy="648000"/>
          </a:xfrm>
          <a:prstGeom prst="ellipse">
            <a:avLst/>
          </a:prstGeom>
          <a:solidFill>
            <a:schemeClr val="accent2"/>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3</a:t>
            </a:r>
          </a:p>
        </p:txBody>
      </p:sp>
      <p:sp>
        <p:nvSpPr>
          <p:cNvPr id="7" name="Elipse 6">
            <a:extLst>
              <a:ext uri="{FF2B5EF4-FFF2-40B4-BE49-F238E27FC236}">
                <a16:creationId xmlns:a16="http://schemas.microsoft.com/office/drawing/2014/main" id="{8C52069F-0F11-34F3-20C1-21192B7D3778}"/>
              </a:ext>
            </a:extLst>
          </p:cNvPr>
          <p:cNvSpPr/>
          <p:nvPr/>
        </p:nvSpPr>
        <p:spPr>
          <a:xfrm>
            <a:off x="7570656" y="3056962"/>
            <a:ext cx="648000" cy="648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b="1" dirty="0">
                <a:latin typeface="Gill Sans Nova" panose="020B0602020104020203" pitchFamily="34" charset="0"/>
              </a:rPr>
              <a:t>13</a:t>
            </a:r>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AFF71334-8C90-CA64-F434-67FB3154E074}"/>
                  </a:ext>
                </a:extLst>
              </p:cNvPr>
              <p:cNvSpPr txBox="1"/>
              <p:nvPr/>
            </p:nvSpPr>
            <p:spPr>
              <a:xfrm>
                <a:off x="8584988" y="5546310"/>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33" name="CuadroTexto 32">
                <a:extLst>
                  <a:ext uri="{FF2B5EF4-FFF2-40B4-BE49-F238E27FC236}">
                    <a16:creationId xmlns:a16="http://schemas.microsoft.com/office/drawing/2014/main" id="{AFF71334-8C90-CA64-F434-67FB3154E074}"/>
                  </a:ext>
                </a:extLst>
              </p:cNvPr>
              <p:cNvSpPr txBox="1">
                <a:spLocks noRot="1" noChangeAspect="1" noMove="1" noResize="1" noEditPoints="1" noAdjustHandles="1" noChangeArrowheads="1" noChangeShapeType="1" noTextEdit="1"/>
              </p:cNvSpPr>
              <p:nvPr/>
            </p:nvSpPr>
            <p:spPr>
              <a:xfrm>
                <a:off x="8584988" y="5546310"/>
                <a:ext cx="1163547" cy="646331"/>
              </a:xfrm>
              <a:prstGeom prst="rect">
                <a:avLst/>
              </a:prstGeom>
              <a:blipFill>
                <a:blip r:embed="rId18"/>
                <a:stretch>
                  <a:fillRect/>
                </a:stretch>
              </a:blipFill>
            </p:spPr>
            <p:txBody>
              <a:bodyPr/>
              <a:lstStyle/>
              <a:p>
                <a:r>
                  <a:rPr lang="es-ES">
                    <a:noFill/>
                  </a:rPr>
                  <a:t> </a:t>
                </a:r>
              </a:p>
            </p:txBody>
          </p:sp>
        </mc:Fallback>
      </mc:AlternateContent>
      <p:sp>
        <p:nvSpPr>
          <p:cNvPr id="13" name="Flecha: a la derecha 12">
            <a:extLst>
              <a:ext uri="{FF2B5EF4-FFF2-40B4-BE49-F238E27FC236}">
                <a16:creationId xmlns:a16="http://schemas.microsoft.com/office/drawing/2014/main" id="{FF3D1EB6-D3CE-889A-C00E-189227D4E72A}"/>
              </a:ext>
            </a:extLst>
          </p:cNvPr>
          <p:cNvSpPr/>
          <p:nvPr/>
        </p:nvSpPr>
        <p:spPr>
          <a:xfrm rot="16200000">
            <a:off x="7001814" y="4210294"/>
            <a:ext cx="1293063" cy="370478"/>
          </a:xfrm>
          <a:prstGeom prst="rightArrow">
            <a:avLst>
              <a:gd name="adj1" fmla="val 50000"/>
              <a:gd name="adj2" fmla="val 84439"/>
            </a:avLst>
          </a:prstGeom>
          <a:solidFill>
            <a:srgbClr val="FFFF00"/>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Flecha: a la derecha 13">
            <a:extLst>
              <a:ext uri="{FF2B5EF4-FFF2-40B4-BE49-F238E27FC236}">
                <a16:creationId xmlns:a16="http://schemas.microsoft.com/office/drawing/2014/main" id="{4FF84CC1-B314-6138-E5E0-DD3A8EE032A4}"/>
              </a:ext>
            </a:extLst>
          </p:cNvPr>
          <p:cNvSpPr/>
          <p:nvPr/>
        </p:nvSpPr>
        <p:spPr>
          <a:xfrm>
            <a:off x="4662201" y="5051621"/>
            <a:ext cx="2800905" cy="370478"/>
          </a:xfrm>
          <a:prstGeom prst="rightArrow">
            <a:avLst>
              <a:gd name="adj1" fmla="val 50000"/>
              <a:gd name="adj2" fmla="val 84439"/>
            </a:avLst>
          </a:prstGeom>
          <a:solidFill>
            <a:srgbClr val="FFFF00"/>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Marcador de número de diapositiva 5">
            <a:extLst>
              <a:ext uri="{FF2B5EF4-FFF2-40B4-BE49-F238E27FC236}">
                <a16:creationId xmlns:a16="http://schemas.microsoft.com/office/drawing/2014/main" id="{792EAE23-E050-956B-C3A2-FFE1A893CD6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60</a:t>
            </a:fld>
            <a:endParaRPr lang="en-US" noProof="0" dirty="0"/>
          </a:p>
        </p:txBody>
      </p:sp>
      <p:sp>
        <p:nvSpPr>
          <p:cNvPr id="31" name="Título 1">
            <a:extLst>
              <a:ext uri="{FF2B5EF4-FFF2-40B4-BE49-F238E27FC236}">
                <a16:creationId xmlns:a16="http://schemas.microsoft.com/office/drawing/2014/main" id="{EF9F30F7-FCF8-B6D3-E328-64EF3ABCC032}"/>
              </a:ext>
            </a:extLst>
          </p:cNvPr>
          <p:cNvSpPr>
            <a:spLocks noGrp="1"/>
          </p:cNvSpPr>
          <p:nvPr>
            <p:ph type="title"/>
          </p:nvPr>
        </p:nvSpPr>
        <p:spPr>
          <a:xfrm>
            <a:off x="420625" y="254955"/>
            <a:ext cx="4241576" cy="686433"/>
          </a:xfrm>
        </p:spPr>
        <p:txBody>
          <a:bodyPr>
            <a:noAutofit/>
          </a:bodyPr>
          <a:lstStyle/>
          <a:p>
            <a:r>
              <a:rPr lang="en-US" sz="4800" dirty="0">
                <a:latin typeface="Gill Sans Nova" panose="020B0602020104020203" pitchFamily="34" charset="0"/>
              </a:rPr>
              <a:t>Simplex Method</a:t>
            </a:r>
            <a:endParaRPr lang="en-US" sz="4000" noProof="0" dirty="0">
              <a:latin typeface="Gill Sans Nova" panose="020B0602020104020203" pitchFamily="34" charset="0"/>
            </a:endParaRPr>
          </a:p>
        </p:txBody>
      </p:sp>
      <p:sp>
        <p:nvSpPr>
          <p:cNvPr id="32" name="Rectángulo 31">
            <a:extLst>
              <a:ext uri="{FF2B5EF4-FFF2-40B4-BE49-F238E27FC236}">
                <a16:creationId xmlns:a16="http://schemas.microsoft.com/office/drawing/2014/main" id="{1EDA910E-3FCC-1E69-BC00-0938BAE79B1D}"/>
              </a:ext>
            </a:extLst>
          </p:cNvPr>
          <p:cNvSpPr/>
          <p:nvPr/>
        </p:nvSpPr>
        <p:spPr>
          <a:xfrm>
            <a:off x="420625" y="941380"/>
            <a:ext cx="4241576"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7880955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F8C5B-C89E-B6A8-BF82-0A9BBBAD2913}"/>
            </a:ext>
          </a:extLst>
        </p:cNvPr>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D0AD5B66-6227-A7EE-0480-20D6BAE1A057}"/>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Channel of Prof. Yong Wang (Binghamton University):</a:t>
            </a:r>
          </a:p>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Basic Feasible Solution: </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https://www.youtube.com/watch?v=0P5OAcXdUec</a:t>
            </a:r>
          </a:p>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Graphical Explanation:</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https://www.youtube.com/watch?v=Mz__0uBb2-U </a:t>
            </a:r>
            <a:endParaRPr lang="en-US" sz="3600" noProof="0" dirty="0">
              <a:solidFill>
                <a:srgbClr val="0070C0"/>
              </a:solidFill>
              <a:latin typeface="Gill Sans Nova" panose="020B0602020104020203" pitchFamily="34" charset="0"/>
            </a:endParaRPr>
          </a:p>
        </p:txBody>
      </p:sp>
      <p:sp>
        <p:nvSpPr>
          <p:cNvPr id="2" name="Marcador de número de diapositiva 5">
            <a:extLst>
              <a:ext uri="{FF2B5EF4-FFF2-40B4-BE49-F238E27FC236}">
                <a16:creationId xmlns:a16="http://schemas.microsoft.com/office/drawing/2014/main" id="{61D5EB80-61BE-3E72-7E66-6ADB735C546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61</a:t>
            </a:fld>
            <a:endParaRPr lang="en-US" noProof="0" dirty="0"/>
          </a:p>
        </p:txBody>
      </p:sp>
      <p:sp>
        <p:nvSpPr>
          <p:cNvPr id="6" name="Título 1">
            <a:extLst>
              <a:ext uri="{FF2B5EF4-FFF2-40B4-BE49-F238E27FC236}">
                <a16:creationId xmlns:a16="http://schemas.microsoft.com/office/drawing/2014/main" id="{777AD4E7-43A1-6FE5-EDD8-0C99613BAE28}"/>
              </a:ext>
            </a:extLst>
          </p:cNvPr>
          <p:cNvSpPr>
            <a:spLocks noGrp="1"/>
          </p:cNvSpPr>
          <p:nvPr>
            <p:ph type="title"/>
          </p:nvPr>
        </p:nvSpPr>
        <p:spPr>
          <a:xfrm>
            <a:off x="420625" y="254955"/>
            <a:ext cx="4241576" cy="686433"/>
          </a:xfrm>
        </p:spPr>
        <p:txBody>
          <a:bodyPr>
            <a:noAutofit/>
          </a:bodyPr>
          <a:lstStyle/>
          <a:p>
            <a:r>
              <a:rPr lang="en-US" sz="4800" dirty="0">
                <a:latin typeface="Gill Sans Nova" panose="020B0602020104020203" pitchFamily="34" charset="0"/>
              </a:rPr>
              <a:t>Simplex Method</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615BB7EC-B505-2FD9-E03A-D22C883C7BFF}"/>
              </a:ext>
            </a:extLst>
          </p:cNvPr>
          <p:cNvSpPr/>
          <p:nvPr/>
        </p:nvSpPr>
        <p:spPr>
          <a:xfrm>
            <a:off x="420625" y="941380"/>
            <a:ext cx="4241576"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6053841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124ED-B5F0-E75C-0F6A-61D740D18F7F}"/>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65B35A0A-AF1E-E90E-0B9C-97A4BAE62C25}"/>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1A0B0C38-17C4-8D45-2647-8F647617C6E8}"/>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1B83D38-FDE5-7FF1-6A90-A534D51D9274}"/>
                  </a:ext>
                </a:extLst>
              </p:cNvPr>
              <p:cNvSpPr>
                <a:spLocks noGrp="1"/>
              </p:cNvSpPr>
              <p:nvPr>
                <p:ph idx="1"/>
              </p:nvPr>
            </p:nvSpPr>
            <p:spPr>
              <a:xfrm>
                <a:off x="629412" y="1522914"/>
                <a:ext cx="4845302"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1" i="1" noProof="0" smtClean="0">
                              <a:solidFill>
                                <a:srgbClr val="0070C0"/>
                              </a:solidFill>
                              <a:latin typeface="Cambria Math" panose="02040503050406030204" pitchFamily="18" charset="0"/>
                            </a:rPr>
                          </m:ctrlPr>
                        </m:funcPr>
                        <m:fName>
                          <m:limLow>
                            <m:limLowPr>
                              <m:ctrlPr>
                                <a:rPr lang="es-ES" sz="3600" b="1" i="1" noProof="0" smtClean="0">
                                  <a:solidFill>
                                    <a:srgbClr val="0070C0"/>
                                  </a:solidFill>
                                  <a:latin typeface="Cambria Math" panose="02040503050406030204" pitchFamily="18" charset="0"/>
                                </a:rPr>
                              </m:ctrlPr>
                            </m:limLowPr>
                            <m:e>
                              <m:r>
                                <a:rPr lang="es-ES" sz="3600" b="1" i="1" noProof="0" smtClean="0">
                                  <a:solidFill>
                                    <a:srgbClr val="0070C0"/>
                                  </a:solidFill>
                                  <a:latin typeface="Cambria Math" panose="02040503050406030204" pitchFamily="18" charset="0"/>
                                </a:rPr>
                                <m:t>𝒎𝒊𝒏</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d>
                        <m:dPr>
                          <m:ctrlPr>
                            <a:rPr lang="es-ES" sz="3600" i="1">
                              <a:latin typeface="Cambria Math" panose="02040503050406030204" pitchFamily="18" charset="0"/>
                            </a:rPr>
                          </m:ctrlPr>
                        </m:dPr>
                        <m:e>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e>
                      </m:d>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21B83D38-FDE5-7FF1-6A90-A534D51D9274}"/>
                  </a:ext>
                </a:extLst>
              </p:cNvPr>
              <p:cNvSpPr>
                <a:spLocks noGrp="1" noRot="1" noChangeAspect="1" noMove="1" noResize="1" noEditPoints="1" noAdjustHandles="1" noChangeArrowheads="1" noChangeShapeType="1" noTextEdit="1"/>
              </p:cNvSpPr>
              <p:nvPr>
                <p:ph idx="1"/>
              </p:nvPr>
            </p:nvSpPr>
            <p:spPr>
              <a:xfrm>
                <a:off x="629412" y="1522914"/>
                <a:ext cx="4845302" cy="4788985"/>
              </a:xfrm>
              <a:blipFill>
                <a:blip r:embed="rId3"/>
                <a:stretch>
                  <a:fillRect l="-3774"/>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C46F6066-7260-EA6D-E2E0-43D1BC56D637}"/>
              </a:ext>
            </a:extLst>
          </p:cNvPr>
          <p:cNvSpPr/>
          <p:nvPr/>
        </p:nvSpPr>
        <p:spPr>
          <a:xfrm>
            <a:off x="6521514" y="2810515"/>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CEF140D8-4618-BA4F-99CA-5583945667FD}"/>
              </a:ext>
            </a:extLst>
          </p:cNvPr>
          <p:cNvGraphicFramePr>
            <a:graphicFrameLocks noGrp="1"/>
          </p:cNvGraphicFramePr>
          <p:nvPr/>
        </p:nvGraphicFramePr>
        <p:xfrm>
          <a:off x="5801345" y="1365141"/>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7FC614A-928A-62AD-F15F-7D7EFC011848}"/>
                  </a:ext>
                </a:extLst>
              </p:cNvPr>
              <p:cNvSpPr txBox="1"/>
              <p:nvPr/>
            </p:nvSpPr>
            <p:spPr>
              <a:xfrm>
                <a:off x="5617385" y="483609"/>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830AFAF8-0C35-FAE7-2918-3F13810FAFBE}"/>
                  </a:ext>
                </a:extLst>
              </p:cNvPr>
              <p:cNvSpPr txBox="1">
                <a:spLocks noRot="1" noChangeAspect="1" noMove="1" noResize="1" noEditPoints="1" noAdjustHandles="1" noChangeArrowheads="1" noChangeShapeType="1" noTextEdit="1"/>
              </p:cNvSpPr>
              <p:nvPr/>
            </p:nvSpPr>
            <p:spPr>
              <a:xfrm>
                <a:off x="5617385" y="483609"/>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BB93BFE-6D1D-2B7D-34CA-B601967D0120}"/>
                  </a:ext>
                </a:extLst>
              </p:cNvPr>
              <p:cNvSpPr txBox="1"/>
              <p:nvPr/>
            </p:nvSpPr>
            <p:spPr>
              <a:xfrm>
                <a:off x="572418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3FA6C9FB-AB95-7C57-5EB0-7A0D8B2CD898}"/>
                  </a:ext>
                </a:extLst>
              </p:cNvPr>
              <p:cNvSpPr txBox="1">
                <a:spLocks noRot="1" noChangeAspect="1" noMove="1" noResize="1" noEditPoints="1" noAdjustHandles="1" noChangeArrowheads="1" noChangeShapeType="1" noTextEdit="1"/>
              </p:cNvSpPr>
              <p:nvPr/>
            </p:nvSpPr>
            <p:spPr>
              <a:xfrm>
                <a:off x="5724184" y="4951339"/>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61EB135-B19F-DBC8-39D5-0D8A504CC40E}"/>
                  </a:ext>
                </a:extLst>
              </p:cNvPr>
              <p:cNvSpPr txBox="1"/>
              <p:nvPr/>
            </p:nvSpPr>
            <p:spPr>
              <a:xfrm>
                <a:off x="7189949" y="495133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6C50058F-AF88-5AD6-AE75-70353DACF9F4}"/>
                  </a:ext>
                </a:extLst>
              </p:cNvPr>
              <p:cNvSpPr txBox="1">
                <a:spLocks noRot="1" noChangeAspect="1" noMove="1" noResize="1" noEditPoints="1" noAdjustHandles="1" noChangeArrowheads="1" noChangeShapeType="1" noTextEdit="1"/>
              </p:cNvSpPr>
              <p:nvPr/>
            </p:nvSpPr>
            <p:spPr>
              <a:xfrm>
                <a:off x="7189949" y="4951338"/>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DBFE8D6-27B9-FF95-9A80-0FA6B3CBD186}"/>
                  </a:ext>
                </a:extLst>
              </p:cNvPr>
              <p:cNvSpPr txBox="1"/>
              <p:nvPr/>
            </p:nvSpPr>
            <p:spPr>
              <a:xfrm>
                <a:off x="7900473" y="495795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E6AF484C-DFCB-CB33-CE0B-0C5B9353DEE4}"/>
                  </a:ext>
                </a:extLst>
              </p:cNvPr>
              <p:cNvSpPr txBox="1">
                <a:spLocks noRot="1" noChangeAspect="1" noMove="1" noResize="1" noEditPoints="1" noAdjustHandles="1" noChangeArrowheads="1" noChangeShapeType="1" noTextEdit="1"/>
              </p:cNvSpPr>
              <p:nvPr/>
            </p:nvSpPr>
            <p:spPr>
              <a:xfrm>
                <a:off x="7900473" y="4957951"/>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59A02FC-A598-6DF9-F40B-5695C76F4993}"/>
                  </a:ext>
                </a:extLst>
              </p:cNvPr>
              <p:cNvSpPr txBox="1"/>
              <p:nvPr/>
            </p:nvSpPr>
            <p:spPr>
              <a:xfrm>
                <a:off x="8602781" y="49513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622944CC-4E9C-C2CF-C23F-EA852DC3C235}"/>
                  </a:ext>
                </a:extLst>
              </p:cNvPr>
              <p:cNvSpPr txBox="1">
                <a:spLocks noRot="1" noChangeAspect="1" noMove="1" noResize="1" noEditPoints="1" noAdjustHandles="1" noChangeArrowheads="1" noChangeShapeType="1" noTextEdit="1"/>
              </p:cNvSpPr>
              <p:nvPr/>
            </p:nvSpPr>
            <p:spPr>
              <a:xfrm>
                <a:off x="8602781" y="4951337"/>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7F608ABE-A7FB-768B-70C9-941013C69E12}"/>
                  </a:ext>
                </a:extLst>
              </p:cNvPr>
              <p:cNvSpPr txBox="1"/>
              <p:nvPr/>
            </p:nvSpPr>
            <p:spPr>
              <a:xfrm>
                <a:off x="9335201" y="494472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F5A4F3BE-3F9E-F98C-24D0-62DC161C2157}"/>
                  </a:ext>
                </a:extLst>
              </p:cNvPr>
              <p:cNvSpPr txBox="1">
                <a:spLocks noRot="1" noChangeAspect="1" noMove="1" noResize="1" noEditPoints="1" noAdjustHandles="1" noChangeArrowheads="1" noChangeShapeType="1" noTextEdit="1"/>
              </p:cNvSpPr>
              <p:nvPr/>
            </p:nvSpPr>
            <p:spPr>
              <a:xfrm>
                <a:off x="9335201" y="4944723"/>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8219CDB5-D7FE-9FB8-A62D-18E023EC273A}"/>
                  </a:ext>
                </a:extLst>
              </p:cNvPr>
              <p:cNvSpPr txBox="1"/>
              <p:nvPr/>
            </p:nvSpPr>
            <p:spPr>
              <a:xfrm>
                <a:off x="10044008" y="493810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C8E9FA48-A3A4-AEB5-BC73-F93C237059D4}"/>
                  </a:ext>
                </a:extLst>
              </p:cNvPr>
              <p:cNvSpPr txBox="1">
                <a:spLocks noRot="1" noChangeAspect="1" noMove="1" noResize="1" noEditPoints="1" noAdjustHandles="1" noChangeArrowheads="1" noChangeShapeType="1" noTextEdit="1"/>
              </p:cNvSpPr>
              <p:nvPr/>
            </p:nvSpPr>
            <p:spPr>
              <a:xfrm>
                <a:off x="10044008" y="4938109"/>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55F70E2C-C18B-3E3E-397A-C31BE8E65EA7}"/>
                  </a:ext>
                </a:extLst>
              </p:cNvPr>
              <p:cNvSpPr txBox="1"/>
              <p:nvPr/>
            </p:nvSpPr>
            <p:spPr>
              <a:xfrm>
                <a:off x="5724000" y="4187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1755AA6D-3466-2966-E066-8A7DF985BB40}"/>
                  </a:ext>
                </a:extLst>
              </p:cNvPr>
              <p:cNvSpPr txBox="1">
                <a:spLocks noRot="1" noChangeAspect="1" noMove="1" noResize="1" noEditPoints="1" noAdjustHandles="1" noChangeArrowheads="1" noChangeShapeType="1" noTextEdit="1"/>
              </p:cNvSpPr>
              <p:nvPr/>
            </p:nvSpPr>
            <p:spPr>
              <a:xfrm>
                <a:off x="5724000" y="4187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5C7DDCF6-9179-BC20-220F-D46A2676BC66}"/>
                  </a:ext>
                </a:extLst>
              </p:cNvPr>
              <p:cNvSpPr txBox="1"/>
              <p:nvPr/>
            </p:nvSpPr>
            <p:spPr>
              <a:xfrm>
                <a:off x="5724000" y="34716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448301A1-E9D9-3EE7-BAA9-E1B0D2FDC6E7}"/>
                  </a:ext>
                </a:extLst>
              </p:cNvPr>
              <p:cNvSpPr txBox="1">
                <a:spLocks noRot="1" noChangeAspect="1" noMove="1" noResize="1" noEditPoints="1" noAdjustHandles="1" noChangeArrowheads="1" noChangeShapeType="1" noTextEdit="1"/>
              </p:cNvSpPr>
              <p:nvPr/>
            </p:nvSpPr>
            <p:spPr>
              <a:xfrm>
                <a:off x="5724000" y="3471608"/>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FCD22A8-5371-65FD-7549-3A914EE22C84}"/>
                  </a:ext>
                </a:extLst>
              </p:cNvPr>
              <p:cNvSpPr txBox="1"/>
              <p:nvPr/>
            </p:nvSpPr>
            <p:spPr>
              <a:xfrm>
                <a:off x="5724000" y="276647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2A6EB05A-CC9D-E5B5-460B-DE9684B0EAAF}"/>
                  </a:ext>
                </a:extLst>
              </p:cNvPr>
              <p:cNvSpPr txBox="1">
                <a:spLocks noRot="1" noChangeAspect="1" noMove="1" noResize="1" noEditPoints="1" noAdjustHandles="1" noChangeArrowheads="1" noChangeShapeType="1" noTextEdit="1"/>
              </p:cNvSpPr>
              <p:nvPr/>
            </p:nvSpPr>
            <p:spPr>
              <a:xfrm>
                <a:off x="5724000" y="276647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D5BB279-915D-7B19-D866-8B4F808AF578}"/>
                  </a:ext>
                </a:extLst>
              </p:cNvPr>
              <p:cNvSpPr txBox="1"/>
              <p:nvPr/>
            </p:nvSpPr>
            <p:spPr>
              <a:xfrm>
                <a:off x="5724000" y="202099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F88A332B-6E28-97FC-3A6D-CE0879CF71BA}"/>
                  </a:ext>
                </a:extLst>
              </p:cNvPr>
              <p:cNvSpPr txBox="1">
                <a:spLocks noRot="1" noChangeAspect="1" noMove="1" noResize="1" noEditPoints="1" noAdjustHandles="1" noChangeArrowheads="1" noChangeShapeType="1" noTextEdit="1"/>
              </p:cNvSpPr>
              <p:nvPr/>
            </p:nvSpPr>
            <p:spPr>
              <a:xfrm>
                <a:off x="5724000" y="2020997"/>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EC8577E-3461-B33C-2263-29C2E4D1397C}"/>
                  </a:ext>
                </a:extLst>
              </p:cNvPr>
              <p:cNvSpPr txBox="1"/>
              <p:nvPr/>
            </p:nvSpPr>
            <p:spPr>
              <a:xfrm>
                <a:off x="5723999" y="131586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A0D28743-CED2-8383-F7B9-AE7BF2435A22}"/>
                  </a:ext>
                </a:extLst>
              </p:cNvPr>
              <p:cNvSpPr txBox="1">
                <a:spLocks noRot="1" noChangeAspect="1" noMove="1" noResize="1" noEditPoints="1" noAdjustHandles="1" noChangeArrowheads="1" noChangeShapeType="1" noTextEdit="1"/>
              </p:cNvSpPr>
              <p:nvPr/>
            </p:nvSpPr>
            <p:spPr>
              <a:xfrm>
                <a:off x="5723999" y="1315865"/>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BA494B30-5FCF-0E48-5C70-FC85453533F6}"/>
              </a:ext>
            </a:extLst>
          </p:cNvPr>
          <p:cNvCxnSpPr>
            <a:cxnSpLocks/>
          </p:cNvCxnSpPr>
          <p:nvPr/>
        </p:nvCxnSpPr>
        <p:spPr>
          <a:xfrm flipV="1">
            <a:off x="6490932" y="4954291"/>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DC5903B6-8323-9143-0317-B5D8FA0DA053}"/>
              </a:ext>
            </a:extLst>
          </p:cNvPr>
          <p:cNvCxnSpPr>
            <a:cxnSpLocks/>
          </p:cNvCxnSpPr>
          <p:nvPr/>
        </p:nvCxnSpPr>
        <p:spPr>
          <a:xfrm flipV="1">
            <a:off x="6521990" y="657511"/>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C424E-F00D-2A85-4584-EFF6E8A5A193}"/>
                  </a:ext>
                </a:extLst>
              </p:cNvPr>
              <p:cNvSpPr txBox="1"/>
              <p:nvPr/>
            </p:nvSpPr>
            <p:spPr>
              <a:xfrm>
                <a:off x="5648657" y="5663935"/>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E7AC424E-F00D-2A85-4584-EFF6E8A5A193}"/>
                  </a:ext>
                </a:extLst>
              </p:cNvPr>
              <p:cNvSpPr txBox="1">
                <a:spLocks noRot="1" noChangeAspect="1" noMove="1" noResize="1" noEditPoints="1" noAdjustHandles="1" noChangeArrowheads="1" noChangeShapeType="1" noTextEdit="1"/>
              </p:cNvSpPr>
              <p:nvPr/>
            </p:nvSpPr>
            <p:spPr>
              <a:xfrm>
                <a:off x="5648657" y="5663935"/>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35532025-581D-D5DF-9E52-D9028A6BE8E0}"/>
                  </a:ext>
                </a:extLst>
              </p:cNvPr>
              <p:cNvSpPr txBox="1"/>
              <p:nvPr/>
            </p:nvSpPr>
            <p:spPr>
              <a:xfrm>
                <a:off x="4923954" y="4956556"/>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35532025-581D-D5DF-9E52-D9028A6BE8E0}"/>
                  </a:ext>
                </a:extLst>
              </p:cNvPr>
              <p:cNvSpPr txBox="1">
                <a:spLocks noRot="1" noChangeAspect="1" noMove="1" noResize="1" noEditPoints="1" noAdjustHandles="1" noChangeArrowheads="1" noChangeShapeType="1" noTextEdit="1"/>
              </p:cNvSpPr>
              <p:nvPr/>
            </p:nvSpPr>
            <p:spPr>
              <a:xfrm>
                <a:off x="4923954" y="4956556"/>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F4FD8208-5D38-DC19-B0AA-21B5394A4178}"/>
                  </a:ext>
                </a:extLst>
              </p:cNvPr>
              <p:cNvSpPr txBox="1"/>
              <p:nvPr/>
            </p:nvSpPr>
            <p:spPr>
              <a:xfrm>
                <a:off x="645660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6C1DD58B-4AD3-FFD6-B345-A58D0AA11506}"/>
                  </a:ext>
                </a:extLst>
              </p:cNvPr>
              <p:cNvSpPr txBox="1">
                <a:spLocks noRot="1" noChangeAspect="1" noMove="1" noResize="1" noEditPoints="1" noAdjustHandles="1" noChangeArrowheads="1" noChangeShapeType="1" noTextEdit="1"/>
              </p:cNvSpPr>
              <p:nvPr/>
            </p:nvSpPr>
            <p:spPr>
              <a:xfrm>
                <a:off x="6456604" y="4951339"/>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C2EC7EB9-23D3-B433-3274-D30E77E8327F}"/>
                  </a:ext>
                </a:extLst>
              </p:cNvPr>
              <p:cNvSpPr txBox="1"/>
              <p:nvPr/>
            </p:nvSpPr>
            <p:spPr>
              <a:xfrm>
                <a:off x="10776428" y="497413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 name="CuadroTexto 4">
                <a:extLst>
                  <a:ext uri="{FF2B5EF4-FFF2-40B4-BE49-F238E27FC236}">
                    <a16:creationId xmlns:a16="http://schemas.microsoft.com/office/drawing/2014/main" id="{C2EC7EB9-23D3-B433-3274-D30E77E8327F}"/>
                  </a:ext>
                </a:extLst>
              </p:cNvPr>
              <p:cNvSpPr txBox="1">
                <a:spLocks noRot="1" noChangeAspect="1" noMove="1" noResize="1" noEditPoints="1" noAdjustHandles="1" noChangeArrowheads="1" noChangeShapeType="1" noTextEdit="1"/>
              </p:cNvSpPr>
              <p:nvPr/>
            </p:nvSpPr>
            <p:spPr>
              <a:xfrm>
                <a:off x="10776428" y="4974131"/>
                <a:ext cx="1163547" cy="646331"/>
              </a:xfrm>
              <a:prstGeom prst="rect">
                <a:avLst/>
              </a:prstGeom>
              <a:blipFill>
                <a:blip r:embed="rId19"/>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74F14C8D-FDA4-DFFD-14EE-881AE3EA18D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62</a:t>
            </a:fld>
            <a:endParaRPr lang="en-US" noProof="0" dirty="0"/>
          </a:p>
        </p:txBody>
      </p:sp>
    </p:spTree>
    <p:extLst>
      <p:ext uri="{BB962C8B-B14F-4D97-AF65-F5344CB8AC3E}">
        <p14:creationId xmlns:p14="http://schemas.microsoft.com/office/powerpoint/2010/main" val="7815479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A3A19-F833-599B-2020-D3A658238ED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0D0A1197-CEA4-4503-8CB8-18EBD78DDD2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1819B0DC-D96B-8BE0-D4EB-2031BC28E6F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F18C266-FF07-1DA3-F4E8-627B0C38A8C9}"/>
                  </a:ext>
                </a:extLst>
              </p:cNvPr>
              <p:cNvSpPr>
                <a:spLocks noGrp="1"/>
              </p:cNvSpPr>
              <p:nvPr>
                <p:ph idx="1"/>
              </p:nvPr>
            </p:nvSpPr>
            <p:spPr>
              <a:xfrm>
                <a:off x="629412" y="1522914"/>
                <a:ext cx="4845302"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d>
                        <m:dPr>
                          <m:ctrlPr>
                            <a:rPr lang="es-ES" sz="3600" i="1">
                              <a:latin typeface="Cambria Math" panose="02040503050406030204" pitchFamily="18" charset="0"/>
                            </a:rPr>
                          </m:ctrlPr>
                        </m:dPr>
                        <m:e>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e>
                      </m:d>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Optimal solution:</a:t>
                </a:r>
                <a:endParaRPr lang="es-ES" sz="1800" i="1"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=5</m:t>
                      </m:r>
                    </m:oMath>
                  </m:oMathPara>
                </a14:m>
                <a:endParaRPr lang="es-ES" sz="3600" b="0" i="0"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=3</m:t>
                      </m:r>
                    </m:oMath>
                  </m:oMathPara>
                </a14:m>
                <a:endParaRPr lang="es-ES" sz="3600" dirty="0">
                  <a:latin typeface="Gill Sans Nova" panose="020B0602020104020203" pitchFamily="34"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𝑧</m:t>
                          </m:r>
                        </m:e>
                        <m:sup>
                          <m:r>
                            <a:rPr lang="es-ES" sz="3600" b="0" i="1" smtClean="0">
                              <a:latin typeface="Cambria Math" panose="02040503050406030204" pitchFamily="18" charset="0"/>
                            </a:rPr>
                            <m:t>∗</m:t>
                          </m:r>
                        </m:sup>
                      </m:sSup>
                      <m:r>
                        <a:rPr lang="es-ES" sz="3600" b="0" i="1" smtClean="0">
                          <a:latin typeface="Cambria Math" panose="02040503050406030204" pitchFamily="18" charset="0"/>
                        </a:rPr>
                        <m:t>=−13</m:t>
                      </m:r>
                    </m:oMath>
                  </m:oMathPara>
                </a14:m>
                <a:endParaRPr lang="es-ES" sz="3600" dirty="0">
                  <a:latin typeface="Cambria Math" panose="02040503050406030204" pitchFamily="18" charset="0"/>
                </a:endParaRP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0F18C266-FF07-1DA3-F4E8-627B0C38A8C9}"/>
                  </a:ext>
                </a:extLst>
              </p:cNvPr>
              <p:cNvSpPr>
                <a:spLocks noGrp="1" noRot="1" noChangeAspect="1" noMove="1" noResize="1" noEditPoints="1" noAdjustHandles="1" noChangeArrowheads="1" noChangeShapeType="1" noTextEdit="1"/>
              </p:cNvSpPr>
              <p:nvPr>
                <p:ph idx="1"/>
              </p:nvPr>
            </p:nvSpPr>
            <p:spPr>
              <a:xfrm>
                <a:off x="629412" y="1522914"/>
                <a:ext cx="4845302" cy="4788985"/>
              </a:xfrm>
              <a:blipFill>
                <a:blip r:embed="rId3"/>
                <a:stretch>
                  <a:fillRect l="-3774"/>
                </a:stretch>
              </a:blipFill>
            </p:spPr>
            <p:txBody>
              <a:bodyPr/>
              <a:lstStyle/>
              <a:p>
                <a:r>
                  <a:rPr lang="es-ES">
                    <a:noFill/>
                  </a:rPr>
                  <a:t> </a:t>
                </a:r>
              </a:p>
            </p:txBody>
          </p:sp>
        </mc:Fallback>
      </mc:AlternateContent>
      <p:sp>
        <p:nvSpPr>
          <p:cNvPr id="4" name="Rectángulo 3">
            <a:extLst>
              <a:ext uri="{FF2B5EF4-FFF2-40B4-BE49-F238E27FC236}">
                <a16:creationId xmlns:a16="http://schemas.microsoft.com/office/drawing/2014/main" id="{52C1A651-EEC0-E821-13A0-5EC3D7416656}"/>
              </a:ext>
            </a:extLst>
          </p:cNvPr>
          <p:cNvSpPr/>
          <p:nvPr/>
        </p:nvSpPr>
        <p:spPr>
          <a:xfrm>
            <a:off x="6521514" y="2810515"/>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8" name="Tabla 7">
            <a:extLst>
              <a:ext uri="{FF2B5EF4-FFF2-40B4-BE49-F238E27FC236}">
                <a16:creationId xmlns:a16="http://schemas.microsoft.com/office/drawing/2014/main" id="{4F017486-0D74-68F0-892E-4978C7D290FB}"/>
              </a:ext>
            </a:extLst>
          </p:cNvPr>
          <p:cNvGraphicFramePr>
            <a:graphicFrameLocks noGrp="1"/>
          </p:cNvGraphicFramePr>
          <p:nvPr/>
        </p:nvGraphicFramePr>
        <p:xfrm>
          <a:off x="5801345" y="1365141"/>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48975AA-F086-C3EB-A145-A24B97F02D69}"/>
                  </a:ext>
                </a:extLst>
              </p:cNvPr>
              <p:cNvSpPr txBox="1"/>
              <p:nvPr/>
            </p:nvSpPr>
            <p:spPr>
              <a:xfrm>
                <a:off x="5617385" y="483609"/>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9" name="CuadroTexto 8">
                <a:extLst>
                  <a:ext uri="{FF2B5EF4-FFF2-40B4-BE49-F238E27FC236}">
                    <a16:creationId xmlns:a16="http://schemas.microsoft.com/office/drawing/2014/main" id="{830AFAF8-0C35-FAE7-2918-3F13810FAFBE}"/>
                  </a:ext>
                </a:extLst>
              </p:cNvPr>
              <p:cNvSpPr txBox="1">
                <a:spLocks noRot="1" noChangeAspect="1" noMove="1" noResize="1" noEditPoints="1" noAdjustHandles="1" noChangeArrowheads="1" noChangeShapeType="1" noTextEdit="1"/>
              </p:cNvSpPr>
              <p:nvPr/>
            </p:nvSpPr>
            <p:spPr>
              <a:xfrm>
                <a:off x="5617385" y="483609"/>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27F24BE-EA85-D761-9968-9E81EEB32357}"/>
                  </a:ext>
                </a:extLst>
              </p:cNvPr>
              <p:cNvSpPr txBox="1"/>
              <p:nvPr/>
            </p:nvSpPr>
            <p:spPr>
              <a:xfrm>
                <a:off x="572418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10" name="CuadroTexto 9">
                <a:extLst>
                  <a:ext uri="{FF2B5EF4-FFF2-40B4-BE49-F238E27FC236}">
                    <a16:creationId xmlns:a16="http://schemas.microsoft.com/office/drawing/2014/main" id="{3FA6C9FB-AB95-7C57-5EB0-7A0D8B2CD898}"/>
                  </a:ext>
                </a:extLst>
              </p:cNvPr>
              <p:cNvSpPr txBox="1">
                <a:spLocks noRot="1" noChangeAspect="1" noMove="1" noResize="1" noEditPoints="1" noAdjustHandles="1" noChangeArrowheads="1" noChangeShapeType="1" noTextEdit="1"/>
              </p:cNvSpPr>
              <p:nvPr/>
            </p:nvSpPr>
            <p:spPr>
              <a:xfrm>
                <a:off x="5724184" y="4951339"/>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99EE80C-2A72-467B-9C65-E5BB13409CD3}"/>
                  </a:ext>
                </a:extLst>
              </p:cNvPr>
              <p:cNvSpPr txBox="1"/>
              <p:nvPr/>
            </p:nvSpPr>
            <p:spPr>
              <a:xfrm>
                <a:off x="7189949" y="495133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1" name="CuadroTexto 10">
                <a:extLst>
                  <a:ext uri="{FF2B5EF4-FFF2-40B4-BE49-F238E27FC236}">
                    <a16:creationId xmlns:a16="http://schemas.microsoft.com/office/drawing/2014/main" id="{6C50058F-AF88-5AD6-AE75-70353DACF9F4}"/>
                  </a:ext>
                </a:extLst>
              </p:cNvPr>
              <p:cNvSpPr txBox="1">
                <a:spLocks noRot="1" noChangeAspect="1" noMove="1" noResize="1" noEditPoints="1" noAdjustHandles="1" noChangeArrowheads="1" noChangeShapeType="1" noTextEdit="1"/>
              </p:cNvSpPr>
              <p:nvPr/>
            </p:nvSpPr>
            <p:spPr>
              <a:xfrm>
                <a:off x="7189949" y="4951338"/>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61874C6-D09E-031F-1918-33AFDC59B4B7}"/>
                  </a:ext>
                </a:extLst>
              </p:cNvPr>
              <p:cNvSpPr txBox="1"/>
              <p:nvPr/>
            </p:nvSpPr>
            <p:spPr>
              <a:xfrm>
                <a:off x="7900473" y="495795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5" name="CuadroTexto 14">
                <a:extLst>
                  <a:ext uri="{FF2B5EF4-FFF2-40B4-BE49-F238E27FC236}">
                    <a16:creationId xmlns:a16="http://schemas.microsoft.com/office/drawing/2014/main" id="{E6AF484C-DFCB-CB33-CE0B-0C5B9353DEE4}"/>
                  </a:ext>
                </a:extLst>
              </p:cNvPr>
              <p:cNvSpPr txBox="1">
                <a:spLocks noRot="1" noChangeAspect="1" noMove="1" noResize="1" noEditPoints="1" noAdjustHandles="1" noChangeArrowheads="1" noChangeShapeType="1" noTextEdit="1"/>
              </p:cNvSpPr>
              <p:nvPr/>
            </p:nvSpPr>
            <p:spPr>
              <a:xfrm>
                <a:off x="7900473" y="4957951"/>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DDD46E5-F0C5-F092-E41B-564DC2F63D37}"/>
                  </a:ext>
                </a:extLst>
              </p:cNvPr>
              <p:cNvSpPr txBox="1"/>
              <p:nvPr/>
            </p:nvSpPr>
            <p:spPr>
              <a:xfrm>
                <a:off x="8602781" y="49513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7" name="CuadroTexto 16">
                <a:extLst>
                  <a:ext uri="{FF2B5EF4-FFF2-40B4-BE49-F238E27FC236}">
                    <a16:creationId xmlns:a16="http://schemas.microsoft.com/office/drawing/2014/main" id="{622944CC-4E9C-C2CF-C23F-EA852DC3C235}"/>
                  </a:ext>
                </a:extLst>
              </p:cNvPr>
              <p:cNvSpPr txBox="1">
                <a:spLocks noRot="1" noChangeAspect="1" noMove="1" noResize="1" noEditPoints="1" noAdjustHandles="1" noChangeArrowheads="1" noChangeShapeType="1" noTextEdit="1"/>
              </p:cNvSpPr>
              <p:nvPr/>
            </p:nvSpPr>
            <p:spPr>
              <a:xfrm>
                <a:off x="8602781" y="4951337"/>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673A57E1-7C22-9274-BF22-060E70A885EF}"/>
                  </a:ext>
                </a:extLst>
              </p:cNvPr>
              <p:cNvSpPr txBox="1"/>
              <p:nvPr/>
            </p:nvSpPr>
            <p:spPr>
              <a:xfrm>
                <a:off x="9335201" y="494472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9" name="CuadroTexto 18">
                <a:extLst>
                  <a:ext uri="{FF2B5EF4-FFF2-40B4-BE49-F238E27FC236}">
                    <a16:creationId xmlns:a16="http://schemas.microsoft.com/office/drawing/2014/main" id="{F5A4F3BE-3F9E-F98C-24D0-62DC161C2157}"/>
                  </a:ext>
                </a:extLst>
              </p:cNvPr>
              <p:cNvSpPr txBox="1">
                <a:spLocks noRot="1" noChangeAspect="1" noMove="1" noResize="1" noEditPoints="1" noAdjustHandles="1" noChangeArrowheads="1" noChangeShapeType="1" noTextEdit="1"/>
              </p:cNvSpPr>
              <p:nvPr/>
            </p:nvSpPr>
            <p:spPr>
              <a:xfrm>
                <a:off x="9335201" y="4944723"/>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9B9D509F-F01C-D458-69A1-7E2EC1ED5C6B}"/>
                  </a:ext>
                </a:extLst>
              </p:cNvPr>
              <p:cNvSpPr txBox="1"/>
              <p:nvPr/>
            </p:nvSpPr>
            <p:spPr>
              <a:xfrm>
                <a:off x="10044008" y="493810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20" name="CuadroTexto 19">
                <a:extLst>
                  <a:ext uri="{FF2B5EF4-FFF2-40B4-BE49-F238E27FC236}">
                    <a16:creationId xmlns:a16="http://schemas.microsoft.com/office/drawing/2014/main" id="{C8E9FA48-A3A4-AEB5-BC73-F93C237059D4}"/>
                  </a:ext>
                </a:extLst>
              </p:cNvPr>
              <p:cNvSpPr txBox="1">
                <a:spLocks noRot="1" noChangeAspect="1" noMove="1" noResize="1" noEditPoints="1" noAdjustHandles="1" noChangeArrowheads="1" noChangeShapeType="1" noTextEdit="1"/>
              </p:cNvSpPr>
              <p:nvPr/>
            </p:nvSpPr>
            <p:spPr>
              <a:xfrm>
                <a:off x="10044008" y="4938109"/>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828EDC5-8C43-45FD-3D85-42A3DFBB115B}"/>
                  </a:ext>
                </a:extLst>
              </p:cNvPr>
              <p:cNvSpPr txBox="1"/>
              <p:nvPr/>
            </p:nvSpPr>
            <p:spPr>
              <a:xfrm>
                <a:off x="5724000" y="4187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1" name="CuadroTexto 20">
                <a:extLst>
                  <a:ext uri="{FF2B5EF4-FFF2-40B4-BE49-F238E27FC236}">
                    <a16:creationId xmlns:a16="http://schemas.microsoft.com/office/drawing/2014/main" id="{1755AA6D-3466-2966-E066-8A7DF985BB40}"/>
                  </a:ext>
                </a:extLst>
              </p:cNvPr>
              <p:cNvSpPr txBox="1">
                <a:spLocks noRot="1" noChangeAspect="1" noMove="1" noResize="1" noEditPoints="1" noAdjustHandles="1" noChangeArrowheads="1" noChangeShapeType="1" noTextEdit="1"/>
              </p:cNvSpPr>
              <p:nvPr/>
            </p:nvSpPr>
            <p:spPr>
              <a:xfrm>
                <a:off x="5724000" y="4187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F31C6A4F-5ACA-3A81-1DDB-6FBA682222BB}"/>
                  </a:ext>
                </a:extLst>
              </p:cNvPr>
              <p:cNvSpPr txBox="1"/>
              <p:nvPr/>
            </p:nvSpPr>
            <p:spPr>
              <a:xfrm>
                <a:off x="5724000" y="34716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22" name="CuadroTexto 21">
                <a:extLst>
                  <a:ext uri="{FF2B5EF4-FFF2-40B4-BE49-F238E27FC236}">
                    <a16:creationId xmlns:a16="http://schemas.microsoft.com/office/drawing/2014/main" id="{448301A1-E9D9-3EE7-BAA9-E1B0D2FDC6E7}"/>
                  </a:ext>
                </a:extLst>
              </p:cNvPr>
              <p:cNvSpPr txBox="1">
                <a:spLocks noRot="1" noChangeAspect="1" noMove="1" noResize="1" noEditPoints="1" noAdjustHandles="1" noChangeArrowheads="1" noChangeShapeType="1" noTextEdit="1"/>
              </p:cNvSpPr>
              <p:nvPr/>
            </p:nvSpPr>
            <p:spPr>
              <a:xfrm>
                <a:off x="5724000" y="3471608"/>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BB806434-062F-F7A4-286E-4949BD55AA21}"/>
                  </a:ext>
                </a:extLst>
              </p:cNvPr>
              <p:cNvSpPr txBox="1"/>
              <p:nvPr/>
            </p:nvSpPr>
            <p:spPr>
              <a:xfrm>
                <a:off x="5724000" y="276647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23" name="CuadroTexto 22">
                <a:extLst>
                  <a:ext uri="{FF2B5EF4-FFF2-40B4-BE49-F238E27FC236}">
                    <a16:creationId xmlns:a16="http://schemas.microsoft.com/office/drawing/2014/main" id="{2A6EB05A-CC9D-E5B5-460B-DE9684B0EAAF}"/>
                  </a:ext>
                </a:extLst>
              </p:cNvPr>
              <p:cNvSpPr txBox="1">
                <a:spLocks noRot="1" noChangeAspect="1" noMove="1" noResize="1" noEditPoints="1" noAdjustHandles="1" noChangeArrowheads="1" noChangeShapeType="1" noTextEdit="1"/>
              </p:cNvSpPr>
              <p:nvPr/>
            </p:nvSpPr>
            <p:spPr>
              <a:xfrm>
                <a:off x="5724000" y="276647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7FADC1B-1ECD-C9D8-66E9-7E98BADB5B23}"/>
                  </a:ext>
                </a:extLst>
              </p:cNvPr>
              <p:cNvSpPr txBox="1"/>
              <p:nvPr/>
            </p:nvSpPr>
            <p:spPr>
              <a:xfrm>
                <a:off x="5724000" y="202099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4" name="CuadroTexto 23">
                <a:extLst>
                  <a:ext uri="{FF2B5EF4-FFF2-40B4-BE49-F238E27FC236}">
                    <a16:creationId xmlns:a16="http://schemas.microsoft.com/office/drawing/2014/main" id="{F88A332B-6E28-97FC-3A6D-CE0879CF71BA}"/>
                  </a:ext>
                </a:extLst>
              </p:cNvPr>
              <p:cNvSpPr txBox="1">
                <a:spLocks noRot="1" noChangeAspect="1" noMove="1" noResize="1" noEditPoints="1" noAdjustHandles="1" noChangeArrowheads="1" noChangeShapeType="1" noTextEdit="1"/>
              </p:cNvSpPr>
              <p:nvPr/>
            </p:nvSpPr>
            <p:spPr>
              <a:xfrm>
                <a:off x="5724000" y="2020997"/>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D97F8A0-B4D0-2DCB-9180-B0C06CDE42D4}"/>
                  </a:ext>
                </a:extLst>
              </p:cNvPr>
              <p:cNvSpPr txBox="1"/>
              <p:nvPr/>
            </p:nvSpPr>
            <p:spPr>
              <a:xfrm>
                <a:off x="5723999" y="131586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5" name="CuadroTexto 24">
                <a:extLst>
                  <a:ext uri="{FF2B5EF4-FFF2-40B4-BE49-F238E27FC236}">
                    <a16:creationId xmlns:a16="http://schemas.microsoft.com/office/drawing/2014/main" id="{A0D28743-CED2-8383-F7B9-AE7BF2435A22}"/>
                  </a:ext>
                </a:extLst>
              </p:cNvPr>
              <p:cNvSpPr txBox="1">
                <a:spLocks noRot="1" noChangeAspect="1" noMove="1" noResize="1" noEditPoints="1" noAdjustHandles="1" noChangeArrowheads="1" noChangeShapeType="1" noTextEdit="1"/>
              </p:cNvSpPr>
              <p:nvPr/>
            </p:nvSpPr>
            <p:spPr>
              <a:xfrm>
                <a:off x="5723999" y="1315865"/>
                <a:ext cx="1163547" cy="646331"/>
              </a:xfrm>
              <a:prstGeom prst="rect">
                <a:avLst/>
              </a:prstGeom>
              <a:blipFill>
                <a:blip r:embed="rId15"/>
                <a:stretch>
                  <a:fillRect/>
                </a:stretch>
              </a:blipFill>
            </p:spPr>
            <p:txBody>
              <a:bodyPr/>
              <a:lstStyle/>
              <a:p>
                <a:r>
                  <a:rPr lang="es-ES">
                    <a:noFill/>
                  </a:rPr>
                  <a:t> </a:t>
                </a:r>
              </a:p>
            </p:txBody>
          </p:sp>
        </mc:Fallback>
      </mc:AlternateContent>
      <p:cxnSp>
        <p:nvCxnSpPr>
          <p:cNvPr id="26" name="Conector recto de flecha 25">
            <a:extLst>
              <a:ext uri="{FF2B5EF4-FFF2-40B4-BE49-F238E27FC236}">
                <a16:creationId xmlns:a16="http://schemas.microsoft.com/office/drawing/2014/main" id="{9E13CCB4-41E5-BCB1-864B-DE6370E22F7F}"/>
              </a:ext>
            </a:extLst>
          </p:cNvPr>
          <p:cNvCxnSpPr>
            <a:cxnSpLocks/>
          </p:cNvCxnSpPr>
          <p:nvPr/>
        </p:nvCxnSpPr>
        <p:spPr>
          <a:xfrm flipV="1">
            <a:off x="6490932" y="4954291"/>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07B73EAB-7A84-DEBB-335C-93FE6C8BD0E8}"/>
              </a:ext>
            </a:extLst>
          </p:cNvPr>
          <p:cNvCxnSpPr>
            <a:cxnSpLocks/>
          </p:cNvCxnSpPr>
          <p:nvPr/>
        </p:nvCxnSpPr>
        <p:spPr>
          <a:xfrm flipV="1">
            <a:off x="6521990" y="657511"/>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561C37C7-08D8-DA77-21DC-B9837E52DE00}"/>
                  </a:ext>
                </a:extLst>
              </p:cNvPr>
              <p:cNvSpPr txBox="1"/>
              <p:nvPr/>
            </p:nvSpPr>
            <p:spPr>
              <a:xfrm>
                <a:off x="5648657" y="5663935"/>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561C37C7-08D8-DA77-21DC-B9837E52DE00}"/>
                  </a:ext>
                </a:extLst>
              </p:cNvPr>
              <p:cNvSpPr txBox="1">
                <a:spLocks noRot="1" noChangeAspect="1" noMove="1" noResize="1" noEditPoints="1" noAdjustHandles="1" noChangeArrowheads="1" noChangeShapeType="1" noTextEdit="1"/>
              </p:cNvSpPr>
              <p:nvPr/>
            </p:nvSpPr>
            <p:spPr>
              <a:xfrm>
                <a:off x="5648657" y="5663935"/>
                <a:ext cx="1163547" cy="646331"/>
              </a:xfrm>
              <a:prstGeom prst="rect">
                <a:avLst/>
              </a:prstGeom>
              <a:blipFill>
                <a:blip r:embed="rId1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E1AEAC5B-C1CF-04A6-EF41-044CF9A70E23}"/>
                  </a:ext>
                </a:extLst>
              </p:cNvPr>
              <p:cNvSpPr txBox="1"/>
              <p:nvPr/>
            </p:nvSpPr>
            <p:spPr>
              <a:xfrm>
                <a:off x="4923954" y="4956556"/>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9" name="CuadroTexto 28">
                <a:extLst>
                  <a:ext uri="{FF2B5EF4-FFF2-40B4-BE49-F238E27FC236}">
                    <a16:creationId xmlns:a16="http://schemas.microsoft.com/office/drawing/2014/main" id="{E1AEAC5B-C1CF-04A6-EF41-044CF9A70E23}"/>
                  </a:ext>
                </a:extLst>
              </p:cNvPr>
              <p:cNvSpPr txBox="1">
                <a:spLocks noRot="1" noChangeAspect="1" noMove="1" noResize="1" noEditPoints="1" noAdjustHandles="1" noChangeArrowheads="1" noChangeShapeType="1" noTextEdit="1"/>
              </p:cNvSpPr>
              <p:nvPr/>
            </p:nvSpPr>
            <p:spPr>
              <a:xfrm>
                <a:off x="4923954" y="4956556"/>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237EDDBF-2CCD-63AC-8636-7A9319FD4CED}"/>
                  </a:ext>
                </a:extLst>
              </p:cNvPr>
              <p:cNvSpPr txBox="1"/>
              <p:nvPr/>
            </p:nvSpPr>
            <p:spPr>
              <a:xfrm>
                <a:off x="6456604" y="495133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30" name="CuadroTexto 29">
                <a:extLst>
                  <a:ext uri="{FF2B5EF4-FFF2-40B4-BE49-F238E27FC236}">
                    <a16:creationId xmlns:a16="http://schemas.microsoft.com/office/drawing/2014/main" id="{6C1DD58B-4AD3-FFD6-B345-A58D0AA11506}"/>
                  </a:ext>
                </a:extLst>
              </p:cNvPr>
              <p:cNvSpPr txBox="1">
                <a:spLocks noRot="1" noChangeAspect="1" noMove="1" noResize="1" noEditPoints="1" noAdjustHandles="1" noChangeArrowheads="1" noChangeShapeType="1" noTextEdit="1"/>
              </p:cNvSpPr>
              <p:nvPr/>
            </p:nvSpPr>
            <p:spPr>
              <a:xfrm>
                <a:off x="6456604" y="4951339"/>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5963F192-97DA-9B3B-8E80-1DE20B86AB5F}"/>
                  </a:ext>
                </a:extLst>
              </p:cNvPr>
              <p:cNvSpPr txBox="1"/>
              <p:nvPr/>
            </p:nvSpPr>
            <p:spPr>
              <a:xfrm>
                <a:off x="10776428" y="497413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5" name="CuadroTexto 4">
                <a:extLst>
                  <a:ext uri="{FF2B5EF4-FFF2-40B4-BE49-F238E27FC236}">
                    <a16:creationId xmlns:a16="http://schemas.microsoft.com/office/drawing/2014/main" id="{5963F192-97DA-9B3B-8E80-1DE20B86AB5F}"/>
                  </a:ext>
                </a:extLst>
              </p:cNvPr>
              <p:cNvSpPr txBox="1">
                <a:spLocks noRot="1" noChangeAspect="1" noMove="1" noResize="1" noEditPoints="1" noAdjustHandles="1" noChangeArrowheads="1" noChangeShapeType="1" noTextEdit="1"/>
              </p:cNvSpPr>
              <p:nvPr/>
            </p:nvSpPr>
            <p:spPr>
              <a:xfrm>
                <a:off x="10776428" y="4974131"/>
                <a:ext cx="1163547" cy="646331"/>
              </a:xfrm>
              <a:prstGeom prst="rect">
                <a:avLst/>
              </a:prstGeom>
              <a:blipFill>
                <a:blip r:embed="rId19"/>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988AEE6B-AB40-AF52-917B-30380C903FD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63</a:t>
            </a:fld>
            <a:endParaRPr lang="en-US" noProof="0" dirty="0"/>
          </a:p>
        </p:txBody>
      </p:sp>
      <p:sp>
        <p:nvSpPr>
          <p:cNvPr id="12" name="Elipse 11">
            <a:extLst>
              <a:ext uri="{FF2B5EF4-FFF2-40B4-BE49-F238E27FC236}">
                <a16:creationId xmlns:a16="http://schemas.microsoft.com/office/drawing/2014/main" id="{29FF3A2F-2DC8-AF45-A9B0-914F204E82A9}"/>
              </a:ext>
            </a:extLst>
          </p:cNvPr>
          <p:cNvSpPr/>
          <p:nvPr/>
        </p:nvSpPr>
        <p:spPr>
          <a:xfrm>
            <a:off x="9993464" y="2684515"/>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1891481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A1418-E847-766E-EB37-FC2C169830AE}"/>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C4A978FC-4B7C-65D7-D658-B1C562DD154C}"/>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6BAD48C6-6524-D14C-154C-88E5D46E86D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3</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EA4DED5-C38A-2151-BBD7-A98A19EFA26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2CD9A0B-6B17-8751-13F4-7339884FB79B}"/>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oMath>
                  </m:oMathPara>
                </a14:m>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22CD9A0B-6B17-8751-13F4-7339884FB79B}"/>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2EE148A-A32E-A86A-B17F-7CA1394663B1}"/>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72EE148A-A32E-A86A-B17F-7CA1394663B1}"/>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B9E0F9A-4A92-D582-65A6-E5BAE6976123}"/>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9B9E0F9A-4A92-D582-65A6-E5BAE6976123}"/>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A9D70598-7D4B-3084-7422-A92DCF55F655}"/>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A9D70598-7D4B-3084-7422-A92DCF55F65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5E7B913-4313-A9FB-8BF0-B49470B31781}"/>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25E7B913-4313-A9FB-8BF0-B49470B31781}"/>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4953277-4A42-402E-04D9-FEDA3300F31C}"/>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94953277-4A42-402E-04D9-FEDA3300F31C}"/>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9AEAF22-BDAB-761F-3617-D473BDED2195}"/>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D9AEAF22-BDAB-761F-3617-D473BDED2195}"/>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C3F81BD3-1AE4-EC1D-85BC-E34E5327FB04}"/>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C3F81BD3-1AE4-EC1D-85BC-E34E5327FB04}"/>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950A5BA-2DFD-8827-3BB1-56FCF73CAE5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D950A5BA-2DFD-8827-3BB1-56FCF73CAE54}"/>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A22A4E80-F9E6-07C5-5860-E04D9CB33332}"/>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A22A4E80-F9E6-07C5-5860-E04D9CB33332}"/>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1D9398C-2268-3BCE-AC8A-F1CC9C25E130}"/>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E1D9398C-2268-3BCE-AC8A-F1CC9C25E130}"/>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D2D411E-2917-4E30-13F2-D038F9C216BC}"/>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CD2D411E-2917-4E30-13F2-D038F9C216BC}"/>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1A9DF22E-90B7-77D2-82A5-553B955BC250}"/>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1A9DF22E-90B7-77D2-82A5-553B955BC250}"/>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1977346-ABE0-3CC8-A18B-FCE835080E95}"/>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31977346-ABE0-3CC8-A18B-FCE835080E95}"/>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F217F776-07C8-4122-A128-AC01E9CB5E7B}"/>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BBD9B206-E1CE-EE15-1C79-1FC38EBAB119}"/>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10BDA647-EF12-6624-5C77-2DF8FADF7FE4}"/>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10BDA647-EF12-6624-5C77-2DF8FADF7FE4}"/>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8C2698E-5FBF-21A4-257B-1BBFE0A7EB4A}"/>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F8C2698E-5FBF-21A4-257B-1BBFE0A7EB4A}"/>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5D90E4DF-B245-4161-A07A-D5836AA88D16}"/>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5D90E4DF-B245-4161-A07A-D5836AA88D16}"/>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4" name="Marcador de número de diapositiva 5">
            <a:extLst>
              <a:ext uri="{FF2B5EF4-FFF2-40B4-BE49-F238E27FC236}">
                <a16:creationId xmlns:a16="http://schemas.microsoft.com/office/drawing/2014/main" id="{37CB7A51-49BC-1355-AAA8-6095F48BCE5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64</a:t>
            </a:fld>
            <a:endParaRPr lang="en-US" noProof="0" dirty="0"/>
          </a:p>
        </p:txBody>
      </p:sp>
    </p:spTree>
    <p:extLst>
      <p:ext uri="{BB962C8B-B14F-4D97-AF65-F5344CB8AC3E}">
        <p14:creationId xmlns:p14="http://schemas.microsoft.com/office/powerpoint/2010/main" val="18822207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905BA-73FE-BA19-BCB9-0C5DAB9186DC}"/>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20B34017-0CAE-FF26-B55C-5A1F662E9DAB}"/>
              </a:ext>
            </a:extLst>
          </p:cNvPr>
          <p:cNvSpPr/>
          <p:nvPr/>
        </p:nvSpPr>
        <p:spPr>
          <a:xfrm>
            <a:off x="6174407" y="1132648"/>
            <a:ext cx="4618204" cy="395483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4F539E3E-3093-7FFC-2185-C5F719F13945}"/>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7281CA9A-2B6D-532D-F2AD-79F2DB26196D}"/>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3</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2CC8BBB-B5F6-045B-B0A7-11E49893A6A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390ED37-6B92-FE7C-06B4-AA5E1BAB7A03}"/>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oMath>
                  </m:oMathPara>
                </a14:m>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390ED37-6B92-FE7C-06B4-AA5E1BAB7A03}"/>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18002E0-9FA8-039F-E084-E089731FF12A}"/>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18002E0-9FA8-039F-E084-E089731FF12A}"/>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F3A1F061-4C0C-4524-7FFA-19C0C381234B}"/>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F3A1F061-4C0C-4524-7FFA-19C0C381234B}"/>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2C49B8C-A7C0-F9AD-9B9B-7A8E14E0420F}"/>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B2C49B8C-A7C0-F9AD-9B9B-7A8E14E0420F}"/>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43BF147-F6A9-692F-7028-006199F41535}"/>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543BF147-F6A9-692F-7028-006199F41535}"/>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0518632-D1EF-6429-6E99-E5E950AE354D}"/>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70518632-D1EF-6429-6E99-E5E950AE354D}"/>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FEA2BE9-7D52-2A8D-B579-6DEC6B2C1C41}"/>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0FEA2BE9-7D52-2A8D-B579-6DEC6B2C1C41}"/>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55CA725-B84E-E546-4EB5-637A169C59F1}"/>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D55CA725-B84E-E546-4EB5-637A169C59F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52F0A69-F74F-D5D7-8BCB-D49A6A028FD6}"/>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52F0A69-F74F-D5D7-8BCB-D49A6A028FD6}"/>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50CAA52-992A-BE68-FF5F-413897F583F7}"/>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50CAA52-992A-BE68-FF5F-413897F583F7}"/>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7FE5CC9-1330-CB95-09BE-AA48E6B669D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77FE5CC9-1330-CB95-09BE-AA48E6B669D6}"/>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A694956-5C42-FE90-32D7-19616FE50B3C}"/>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3A694956-5C42-FE90-32D7-19616FE50B3C}"/>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E0CB7CE-A57E-B7A4-EFBA-17A58606569C}"/>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8E0CB7CE-A57E-B7A4-EFBA-17A58606569C}"/>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A58166B-F29E-DCF0-9CBF-9360360D3857}"/>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2A58166B-F29E-DCF0-9CBF-9360360D3857}"/>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E8945AA0-4625-DE95-90A3-1C7BFF1DA7E0}"/>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2A108063-5025-6D27-697D-1D4E895E7DFA}"/>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81DA5ABA-D31F-A04F-C7B2-4C63C72542D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81DA5ABA-D31F-A04F-C7B2-4C63C72542D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1179850-F333-0B3D-9F12-6F7EB95C2632}"/>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F1179850-F333-0B3D-9F12-6F7EB95C2632}"/>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35AC181-4730-2687-DDA4-FE095EBC6403}"/>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235AC181-4730-2687-DDA4-FE095EBC6403}"/>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25" name="Marcador de número de diapositiva 5">
            <a:extLst>
              <a:ext uri="{FF2B5EF4-FFF2-40B4-BE49-F238E27FC236}">
                <a16:creationId xmlns:a16="http://schemas.microsoft.com/office/drawing/2014/main" id="{7854988A-83DB-2740-FFAB-198CBB1303A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65</a:t>
            </a:fld>
            <a:endParaRPr lang="en-US" noProof="0" dirty="0"/>
          </a:p>
        </p:txBody>
      </p:sp>
    </p:spTree>
    <p:extLst>
      <p:ext uri="{BB962C8B-B14F-4D97-AF65-F5344CB8AC3E}">
        <p14:creationId xmlns:p14="http://schemas.microsoft.com/office/powerpoint/2010/main" val="145986230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2BC33-466A-06CD-BCA4-69A184CF632D}"/>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6F5684DF-A0A7-B013-A32F-515F2E5E2AA3}"/>
              </a:ext>
            </a:extLst>
          </p:cNvPr>
          <p:cNvSpPr/>
          <p:nvPr/>
        </p:nvSpPr>
        <p:spPr>
          <a:xfrm>
            <a:off x="6174407" y="1132648"/>
            <a:ext cx="4618204" cy="395483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F9B449B9-40D6-4477-9DA8-894965FE726E}"/>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FCEA0818-A04F-139A-8D1D-953F979E0C14}"/>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3</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8D92FD8-EBAE-38D4-DEFE-F33AEB43DE6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7B0ED44-53B0-29AE-3728-689E47B382DF}"/>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0≤</m:t>
                      </m:r>
                      <m:r>
                        <a:rPr lang="es-ES" sz="3600" b="0" i="1" noProof="0" smtClean="0">
                          <a:latin typeface="Cambria Math" panose="02040503050406030204" pitchFamily="18" charset="0"/>
                        </a:rPr>
                        <m:t>𝑥</m:t>
                      </m:r>
                    </m:oMath>
                  </m:oMathPara>
                </a14:m>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m:rPr>
                          <m:sty m:val="p"/>
                        </m:rPr>
                        <a:rPr lang="es-ES" sz="3600" b="0" i="1" smtClean="0">
                          <a:latin typeface="Cambria Math" panose="02040503050406030204" pitchFamily="18" charset="0"/>
                        </a:rPr>
                        <m:t>y</m:t>
                      </m:r>
                    </m:oMath>
                  </m:oMathPara>
                </a14:m>
                <a:endParaRPr lang="en-U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highlight>
                      <a:srgbClr val="FFFF00"/>
                    </a:highlight>
                    <a:latin typeface="Gill Sans Nova" panose="020B0602020104020203" pitchFamily="34" charset="0"/>
                  </a:rPr>
                  <a:t>Unbounded</a:t>
                </a:r>
                <a:r>
                  <a:rPr lang="en-US" sz="3600" dirty="0">
                    <a:latin typeface="Gill Sans Nova" panose="020B0602020104020203" pitchFamily="34" charset="0"/>
                  </a:rPr>
                  <a:t> problem</a:t>
                </a:r>
              </a:p>
            </p:txBody>
          </p:sp>
        </mc:Choice>
        <mc:Fallback xmlns="">
          <p:sp>
            <p:nvSpPr>
              <p:cNvPr id="3" name="Marcador de contenido 2">
                <a:extLst>
                  <a:ext uri="{FF2B5EF4-FFF2-40B4-BE49-F238E27FC236}">
                    <a16:creationId xmlns:a16="http://schemas.microsoft.com/office/drawing/2014/main" id="{37B0ED44-53B0-29AE-3728-689E47B382DF}"/>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r="-2811"/>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9F33B1F8-51D7-1C9C-94C9-23263A3B4EA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66</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0488D50-AB3F-9B1D-589B-3C16AF95F77E}"/>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70488D50-AB3F-9B1D-589B-3C16AF95F77E}"/>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A254F231-2470-F7FD-23B1-EBEA5D845F54}"/>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254F231-2470-F7FD-23B1-EBEA5D845F54}"/>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EA477C6-F2E3-9FC7-67F4-960D43B9929E}"/>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CEA477C6-F2E3-9FC7-67F4-960D43B9929E}"/>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57598E0-AAD7-04D2-42D0-3940AC1AFFA7}"/>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957598E0-AAD7-04D2-42D0-3940AC1AFFA7}"/>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AF2B305-B00C-8C01-99FE-5C3007C83D5F}"/>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6AF2B305-B00C-8C01-99FE-5C3007C83D5F}"/>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4F0E198-2877-B3DA-84EA-42572C98842F}"/>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B4F0E198-2877-B3DA-84EA-42572C98842F}"/>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BC82480-8B48-5A42-EF87-3A052F0534AB}"/>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5BC82480-8B48-5A42-EF87-3A052F0534AB}"/>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26DC524-200C-86E8-6121-88035D1908C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D26DC524-200C-86E8-6121-88035D1908C4}"/>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0ACF1C7A-C460-20B1-6255-93580C658440}"/>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0ACF1C7A-C460-20B1-6255-93580C658440}"/>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62D54DD-0BB5-0F55-1201-A288202FD725}"/>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062D54DD-0BB5-0F55-1201-A288202FD725}"/>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88F0A97-6918-412D-343B-507D4B7EE1F1}"/>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B88F0A97-6918-412D-343B-507D4B7EE1F1}"/>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766CA365-D274-88D3-F34F-1D8E2CE06C5D}"/>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766CA365-D274-88D3-F34F-1D8E2CE06C5D}"/>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49C4037-9A28-6A71-F7D0-0A25840CD431}"/>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249C4037-9A28-6A71-F7D0-0A25840CD431}"/>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0980980D-A047-2BB4-7F75-4B20BED5AB2D}"/>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94924E6D-05D3-5937-E612-48FC32588F71}"/>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D1E854A-DA2C-64BF-9851-E4FDEA53D522}"/>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0D1E854A-DA2C-64BF-9851-E4FDEA53D522}"/>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6BF35A-745F-F088-1536-C06FA005FA78}"/>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5F6BF35A-745F-F088-1536-C06FA005FA78}"/>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8F70538B-A0DB-438E-6E91-604445D1D30B}"/>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8F70538B-A0DB-438E-6E91-604445D1D30B}"/>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1918742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5F15-9A58-465A-AFD9-99D5E0CC8F1F}"/>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D8F19976-ACB7-C2A2-5F31-883260F4BE4E}"/>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4</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DAC8A37-73D4-348D-1434-B3D893FB215C}"/>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6E75FCF-F139-93D4-D934-6A602F76171E}"/>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4</m:t>
                      </m:r>
                      <m:r>
                        <a:rPr lang="es-ES" sz="3600" i="1">
                          <a:latin typeface="Cambria Math" panose="02040503050406030204" pitchFamily="18" charset="0"/>
                        </a:rPr>
                        <m:t>≤</m:t>
                      </m:r>
                      <m:r>
                        <a:rPr lang="es-ES" sz="3600" i="1">
                          <a:latin typeface="Cambria Math" panose="02040503050406030204" pitchFamily="18" charset="0"/>
                        </a:rPr>
                        <m:t>𝑦</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66E75FCF-F139-93D4-D934-6A602F76171E}"/>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4150E623-2E47-BD03-C1E4-5183E6F6146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67</a:t>
            </a:fld>
            <a:endParaRPr lang="en-US" noProof="0" dirty="0"/>
          </a:p>
        </p:txBody>
      </p:sp>
    </p:spTree>
    <p:extLst>
      <p:ext uri="{BB962C8B-B14F-4D97-AF65-F5344CB8AC3E}">
        <p14:creationId xmlns:p14="http://schemas.microsoft.com/office/powerpoint/2010/main" val="35061548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6C8BD-F76C-0D5F-AE89-25D2CE4126E4}"/>
            </a:ext>
          </a:extLst>
        </p:cNvPr>
        <p:cNvGrpSpPr/>
        <p:nvPr/>
      </p:nvGrpSpPr>
      <p:grpSpPr>
        <a:xfrm>
          <a:off x="0" y="0"/>
          <a:ext cx="0" cy="0"/>
          <a:chOff x="0" y="0"/>
          <a:chExt cx="0" cy="0"/>
        </a:xfrm>
      </p:grpSpPr>
      <p:sp>
        <p:nvSpPr>
          <p:cNvPr id="27" name="Rectángulo 26">
            <a:extLst>
              <a:ext uri="{FF2B5EF4-FFF2-40B4-BE49-F238E27FC236}">
                <a16:creationId xmlns:a16="http://schemas.microsoft.com/office/drawing/2014/main" id="{4602B67E-3B45-283A-E247-E7219A1BB6EA}"/>
              </a:ext>
            </a:extLst>
          </p:cNvPr>
          <p:cNvSpPr/>
          <p:nvPr/>
        </p:nvSpPr>
        <p:spPr>
          <a:xfrm>
            <a:off x="5082139" y="1202267"/>
            <a:ext cx="5775854" cy="1013883"/>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Rectángulo 24">
            <a:extLst>
              <a:ext uri="{FF2B5EF4-FFF2-40B4-BE49-F238E27FC236}">
                <a16:creationId xmlns:a16="http://schemas.microsoft.com/office/drawing/2014/main" id="{6A5D3193-08E3-2C0D-FC6A-512685993DA1}"/>
              </a:ext>
            </a:extLst>
          </p:cNvPr>
          <p:cNvSpPr/>
          <p:nvPr/>
        </p:nvSpPr>
        <p:spPr>
          <a:xfrm>
            <a:off x="6180425" y="2929894"/>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90C93C5A-B9D5-C2F1-AE72-7707007515FD}"/>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C8FDFCED-E1E8-52D5-1283-7762EC8D5043}"/>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4</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4625BF9-F0FF-14A4-370D-8DC11505B975}"/>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286FADB-22FB-5908-055C-6D529BE04BAA}"/>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4</m:t>
                      </m:r>
                      <m:r>
                        <a:rPr lang="es-ES" sz="3600" i="1">
                          <a:latin typeface="Cambria Math" panose="02040503050406030204" pitchFamily="18" charset="0"/>
                        </a:rPr>
                        <m:t>≤</m:t>
                      </m:r>
                      <m:r>
                        <a:rPr lang="es-ES" sz="3600" i="1">
                          <a:latin typeface="Cambria Math" panose="02040503050406030204" pitchFamily="18" charset="0"/>
                        </a:rPr>
                        <m:t>𝑦</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286FADB-22FB-5908-055C-6D529BE04BAA}"/>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0BBA9802-C0A3-330C-6256-365E7ED876E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68</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4461B8E-84FA-45FC-0596-66EC7BB8E588}"/>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74461B8E-84FA-45FC-0596-66EC7BB8E588}"/>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990CCEC-C9E0-14B7-DA65-FF1D46155800}"/>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1990CCEC-C9E0-14B7-DA65-FF1D46155800}"/>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98BF169-D03F-8444-299D-42304BC8F27A}"/>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C98BF169-D03F-8444-299D-42304BC8F27A}"/>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24D3655-23F7-8C55-022D-EFDAE021EF86}"/>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924D3655-23F7-8C55-022D-EFDAE021EF8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86D7EA2D-E6C3-021B-97E1-FA929A24D104}"/>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86D7EA2D-E6C3-021B-97E1-FA929A24D104}"/>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AC4A07D-C11A-582F-FC78-DAB4094B84DD}"/>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CAC4A07D-C11A-582F-FC78-DAB4094B84DD}"/>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F05CC35-A4EA-DF20-A381-6D94EE87B151}"/>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AF05CC35-A4EA-DF20-A381-6D94EE87B15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1D159143-BE16-1BC0-3174-5D776DD082A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1D159143-BE16-1BC0-3174-5D776DD082A4}"/>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AFE46AF-A0DD-14A1-C4A4-8AE62D79C07E}"/>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8AFE46AF-A0DD-14A1-C4A4-8AE62D79C07E}"/>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FD2C599-A7E5-CF88-0D7D-8D957AF9643E}"/>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2FD2C599-A7E5-CF88-0D7D-8D957AF9643E}"/>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9C9AB67-8757-F742-1E22-5DAAF91B62A0}"/>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79C9AB67-8757-F742-1E22-5DAAF91B62A0}"/>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378BA6C0-87AF-5D4C-4F59-047DE67A86E6}"/>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378BA6C0-87AF-5D4C-4F59-047DE67A86E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7B58D4C1-1782-B7C8-C76D-27E15554CEB5}"/>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7B58D4C1-1782-B7C8-C76D-27E15554CEB5}"/>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06A31219-29BD-9098-60AD-FC2686CD2F53}"/>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4511AF88-034D-6F26-F92D-6646E1E41CB3}"/>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821914C4-F559-488C-2059-8FA9FE51762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821914C4-F559-488C-2059-8FA9FE51762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9021178-37DF-4AEA-28AF-D1D41D644E4F}"/>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79021178-37DF-4AEA-28AF-D1D41D644E4F}"/>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09FB5CBD-CB37-903C-37C4-747A52617BC2}"/>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09FB5CBD-CB37-903C-37C4-747A52617BC2}"/>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8634172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05A6B-1415-5AD6-7FDB-5D1A4166B448}"/>
            </a:ext>
          </a:extLst>
        </p:cNvPr>
        <p:cNvGrpSpPr/>
        <p:nvPr/>
      </p:nvGrpSpPr>
      <p:grpSpPr>
        <a:xfrm>
          <a:off x="0" y="0"/>
          <a:ext cx="0" cy="0"/>
          <a:chOff x="0" y="0"/>
          <a:chExt cx="0" cy="0"/>
        </a:xfrm>
      </p:grpSpPr>
      <p:sp>
        <p:nvSpPr>
          <p:cNvPr id="26" name="Rectángulo 25">
            <a:extLst>
              <a:ext uri="{FF2B5EF4-FFF2-40B4-BE49-F238E27FC236}">
                <a16:creationId xmlns:a16="http://schemas.microsoft.com/office/drawing/2014/main" id="{563007C7-E453-5C84-5609-EE52BD72B7E0}"/>
              </a:ext>
            </a:extLst>
          </p:cNvPr>
          <p:cNvSpPr/>
          <p:nvPr/>
        </p:nvSpPr>
        <p:spPr>
          <a:xfrm>
            <a:off x="5082139" y="1202267"/>
            <a:ext cx="5775854" cy="1013883"/>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5" name="Rectángulo 24">
            <a:extLst>
              <a:ext uri="{FF2B5EF4-FFF2-40B4-BE49-F238E27FC236}">
                <a16:creationId xmlns:a16="http://schemas.microsoft.com/office/drawing/2014/main" id="{952CAA49-FB2F-DF3F-3DF3-7A40A39701A0}"/>
              </a:ext>
            </a:extLst>
          </p:cNvPr>
          <p:cNvSpPr/>
          <p:nvPr/>
        </p:nvSpPr>
        <p:spPr>
          <a:xfrm>
            <a:off x="6180425" y="2929894"/>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073650B1-3BFD-6239-EA83-8F9B5A767CD4}"/>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BE0C1C10-04B6-0C06-AA0A-489EC1834FB0}"/>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4</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C8D63E8D-ADD1-0DBB-F3AC-033B346238D5}"/>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5ACC841-5274-1B37-DCB1-26D1D2A3781E}"/>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4</m:t>
                      </m:r>
                      <m:r>
                        <a:rPr lang="es-ES" sz="3600" i="1">
                          <a:latin typeface="Cambria Math" panose="02040503050406030204" pitchFamily="18" charset="0"/>
                        </a:rPr>
                        <m:t>≤</m:t>
                      </m:r>
                      <m:r>
                        <a:rPr lang="es-ES" sz="3600" i="1">
                          <a:latin typeface="Cambria Math" panose="02040503050406030204" pitchFamily="18" charset="0"/>
                        </a:rPr>
                        <m:t>𝑦</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b="1" dirty="0">
                    <a:solidFill>
                      <a:srgbClr val="FF0000"/>
                    </a:solidFill>
                    <a:latin typeface="Gill Sans Nova" panose="020B0602020104020203" pitchFamily="34" charset="0"/>
                  </a:rPr>
                  <a:t>Infeasible</a:t>
                </a:r>
                <a:r>
                  <a:rPr lang="en-US" sz="3600" dirty="0">
                    <a:latin typeface="Gill Sans Nova" panose="020B0602020104020203" pitchFamily="34" charset="0"/>
                  </a:rPr>
                  <a:t> problem</a:t>
                </a:r>
              </a:p>
            </p:txBody>
          </p:sp>
        </mc:Choice>
        <mc:Fallback xmlns="">
          <p:sp>
            <p:nvSpPr>
              <p:cNvPr id="3" name="Marcador de contenido 2">
                <a:extLst>
                  <a:ext uri="{FF2B5EF4-FFF2-40B4-BE49-F238E27FC236}">
                    <a16:creationId xmlns:a16="http://schemas.microsoft.com/office/drawing/2014/main" id="{25ACC841-5274-1B37-DCB1-26D1D2A3781E}"/>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65C0FDAA-845B-0096-EF0C-A1CA0ED082A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69</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CC3B483-A8E9-69C0-438D-BB076520BA83}"/>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0CC3B483-A8E9-69C0-438D-BB076520BA83}"/>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896E884-F727-359B-E4B4-4906F867242C}"/>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C896E884-F727-359B-E4B4-4906F867242C}"/>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618B155-E3C7-DA42-D76E-4621910087AF}"/>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8618B155-E3C7-DA42-D76E-4621910087AF}"/>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7EFD7D3-648E-298F-46EC-101C4AE4C224}"/>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57EFD7D3-648E-298F-46EC-101C4AE4C224}"/>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99C4B2D5-3C48-93E3-6CBD-E468C208B5F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99C4B2D5-3C48-93E3-6CBD-E468C208B5F1}"/>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E62E831-F369-58D3-4341-26650CD9954F}"/>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7E62E831-F369-58D3-4341-26650CD9954F}"/>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A358FD8-AEBD-4692-3041-4906A4D2842F}"/>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DA358FD8-AEBD-4692-3041-4906A4D2842F}"/>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02F87980-DE95-5D5E-C6D6-191400DD5913}"/>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02F87980-DE95-5D5E-C6D6-191400DD5913}"/>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3F4B0CD4-98A8-C787-DFD2-FF1403C8F6F1}"/>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3F4B0CD4-98A8-C787-DFD2-FF1403C8F6F1}"/>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6D31A5A-9077-D390-7054-62C43E8F6414}"/>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26D31A5A-9077-D390-7054-62C43E8F6414}"/>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396BCAB-41D3-C27C-4001-0C6F8EC05275}"/>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2396BCAB-41D3-C27C-4001-0C6F8EC05275}"/>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3FAE308-7A65-39E1-B6AF-D1321AC59CF9}"/>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FAE308-7A65-39E1-B6AF-D1321AC59CF9}"/>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A4B026C-348D-32BE-704C-0BA144E6F543}"/>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DA4B026C-348D-32BE-704C-0BA144E6F543}"/>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89E5A129-EEF4-6E59-1D4D-23DB60263D16}"/>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E19BC959-542C-A321-A844-00F84E9E5266}"/>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73CED9C-AA0D-73AB-86DF-506CCE4F026C}"/>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373CED9C-AA0D-73AB-86DF-506CCE4F026C}"/>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CA2C38C-6BFC-85BB-C7AA-30654FB6FA92}"/>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2CA2C38C-6BFC-85BB-C7AA-30654FB6FA92}"/>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AADEF89C-B48F-3CD7-E797-C21F7F02101A}"/>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AADEF89C-B48F-3CD7-E797-C21F7F02101A}"/>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2941905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3CB1A-62FC-8008-B5B5-3C35C730F647}"/>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A8EEF8A0-7BBF-BF67-6F82-394F0CA778F3}"/>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D9429AF4-B9AE-9A02-BD06-F477F7482CC0}"/>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8382FDB1-BDA8-A0E1-13BC-425BAE9224B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5DD2693B-0236-4F1B-4B4E-5FC5177D95FE}"/>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5DD2693B-0236-4F1B-4B4E-5FC5177D95FE}"/>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783F2833-46F4-96F7-85AD-88D9F209208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70</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C2312D91-915B-F9C2-FBEE-C2CB8C329146}"/>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C2312D91-915B-F9C2-FBEE-C2CB8C329146}"/>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5E55E2A-E3F0-565C-87EC-B7AC241504BC}"/>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35E55E2A-E3F0-565C-87EC-B7AC241504BC}"/>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EA17079-9051-16F9-D6A3-A20EA3CE554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7EA17079-9051-16F9-D6A3-A20EA3CE554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7C4E8BF-2079-B795-DC3F-32B3B742A7EE}"/>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67C4E8BF-2079-B795-DC3F-32B3B742A7EE}"/>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F0D3496-26A2-C3C9-71FC-69E5AC4B7532}"/>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4F0D3496-26A2-C3C9-71FC-69E5AC4B7532}"/>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473FA68A-EC2B-682F-7466-53825C7EBC38}"/>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473FA68A-EC2B-682F-7466-53825C7EBC38}"/>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6B6475E-622E-0512-21A9-57C2DDC57C6A}"/>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66B6475E-622E-0512-21A9-57C2DDC57C6A}"/>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3DAB828-3C1D-3EF0-E879-4397F3D53AD0}"/>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D3DAB828-3C1D-3EF0-E879-4397F3D53AD0}"/>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8616308-CFAC-5BED-00C4-B093C267A84C}"/>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F8616308-CFAC-5BED-00C4-B093C267A84C}"/>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1A637A0-C640-39AC-1A67-89112B2AA603}"/>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51A637A0-C640-39AC-1A67-89112B2AA60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D0EA95D-4605-D55F-1D0C-1EF3E9AE6485}"/>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3D0EA95D-4605-D55F-1D0C-1EF3E9AE6485}"/>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A0743FC-6D76-42D1-F548-2D030343DEBA}"/>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DA0743FC-6D76-42D1-F548-2D030343DEBA}"/>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5A7E4175-C764-A832-86CB-05435E90624D}"/>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A7E4175-C764-A832-86CB-05435E90624D}"/>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981EA464-1398-0870-90FC-FBACEAA6E457}"/>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5504F07E-83E0-0CDF-3980-93B7D62CBB76}"/>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4873286-B439-CFC6-8BC5-DB3799E43A27}"/>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E4873286-B439-CFC6-8BC5-DB3799E43A27}"/>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AC109DF6-547C-8E15-D74C-16DCD90606EA}"/>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AC109DF6-547C-8E15-D74C-16DCD90606EA}"/>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C079DEEA-4A3A-C3F8-FD46-2344752C82D6}"/>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C079DEEA-4A3A-C3F8-FD46-2344752C82D6}"/>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5994367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A7FF2-505B-7A93-96DD-4436831F0E26}"/>
            </a:ext>
          </a:extLst>
        </p:cNvPr>
        <p:cNvGrpSpPr/>
        <p:nvPr/>
      </p:nvGrpSpPr>
      <p:grpSpPr>
        <a:xfrm>
          <a:off x="0" y="0"/>
          <a:ext cx="0" cy="0"/>
          <a:chOff x="0" y="0"/>
          <a:chExt cx="0" cy="0"/>
        </a:xfrm>
      </p:grpSpPr>
      <p:sp>
        <p:nvSpPr>
          <p:cNvPr id="25" name="Rectángulo 24">
            <a:extLst>
              <a:ext uri="{FF2B5EF4-FFF2-40B4-BE49-F238E27FC236}">
                <a16:creationId xmlns:a16="http://schemas.microsoft.com/office/drawing/2014/main" id="{2A8F8DAD-24BB-A78D-60DC-E34F5C94C577}"/>
              </a:ext>
            </a:extLst>
          </p:cNvPr>
          <p:cNvSpPr/>
          <p:nvPr/>
        </p:nvSpPr>
        <p:spPr>
          <a:xfrm rot="2672368">
            <a:off x="3716601" y="3358546"/>
            <a:ext cx="5970621" cy="3074599"/>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 name="Rectángulo 26">
            <a:extLst>
              <a:ext uri="{FF2B5EF4-FFF2-40B4-BE49-F238E27FC236}">
                <a16:creationId xmlns:a16="http://schemas.microsoft.com/office/drawing/2014/main" id="{DE1AC614-1146-F8EF-399F-DFE0DF94BE0D}"/>
              </a:ext>
            </a:extLst>
          </p:cNvPr>
          <p:cNvSpPr/>
          <p:nvPr/>
        </p:nvSpPr>
        <p:spPr>
          <a:xfrm>
            <a:off x="6180425" y="2929894"/>
            <a:ext cx="3597950" cy="2154048"/>
          </a:xfrm>
          <a:prstGeom prst="rect">
            <a:avLst/>
          </a:pr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7845DA06-5037-67D8-F688-5BEF73C8C611}"/>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4B4E3FB4-BD60-6FB1-EE55-FD4B046978A0}"/>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A3A74AC-25B0-2270-B838-D65173D2F4FA}"/>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4F170E8-415E-984A-3E1A-9DD6DA7EA2FD}"/>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F4F170E8-415E-984A-3E1A-9DD6DA7EA2FD}"/>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AF413AF0-BB15-2F74-CEC6-CC309466428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71</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A443058-482E-BBA1-56F1-E0566DCBE976}"/>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4A443058-482E-BBA1-56F1-E0566DCBE976}"/>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E567288-16FA-85C8-1A9D-A196345233DC}"/>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1E567288-16FA-85C8-1A9D-A196345233DC}"/>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58D9348-EBB3-7295-64DA-9DFC9EDFE06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258D9348-EBB3-7295-64DA-9DFC9EDFE06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4FEF5EA-1A7A-54B5-2FD9-DB1BB33AF8A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D4FEF5EA-1A7A-54B5-2FD9-DB1BB33AF8AB}"/>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3F51D90-D210-5A81-1660-ADE12BBCF1DE}"/>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23F51D90-D210-5A81-1660-ADE12BBCF1DE}"/>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17D4FD4A-6B36-8E4C-AFBD-51B990999ED1}"/>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17D4FD4A-6B36-8E4C-AFBD-51B990999ED1}"/>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B31C9F1-2DBC-13A4-06AA-F37DAF04246D}"/>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2B31C9F1-2DBC-13A4-06AA-F37DAF04246D}"/>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2D84649-AC16-E099-B52B-2657D9098DEE}"/>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92D84649-AC16-E099-B52B-2657D9098DEE}"/>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1F58101-099C-E433-EB84-C7E7D8C60FC1}"/>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41F58101-099C-E433-EB84-C7E7D8C60FC1}"/>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1C62604-3650-19BC-F9E3-0528728C4E25}"/>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E1C62604-3650-19BC-F9E3-0528728C4E25}"/>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A9A87033-87D4-2E15-6B40-A8F0FCCF1900}"/>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A9A87033-87D4-2E15-6B40-A8F0FCCF1900}"/>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F0C2567-F917-3F34-A6E0-DC9687537732}"/>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AF0C2567-F917-3F34-A6E0-DC9687537732}"/>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90E3F6B-D7D0-6849-2DEB-76E8EBDFFFA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190E3F6B-D7D0-6849-2DEB-76E8EBDFFFAC}"/>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D7334A0B-ED8A-BE25-4085-2633F7A818D4}"/>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116D7EE8-2F51-1DA8-1E27-398880E19FA0}"/>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10C4A51-3758-3A4F-E7E6-D52097794CFD}"/>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E10C4A51-3758-3A4F-E7E6-D52097794CFD}"/>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6B2A414-7667-5B98-1E54-FD9FF6140D47}"/>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26B2A414-7667-5B98-1E54-FD9FF6140D47}"/>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B1989F4B-56FC-22F6-AA1A-01D81274C33E}"/>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B1989F4B-56FC-22F6-AA1A-01D81274C33E}"/>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929369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41299-8844-795E-5B4E-86E7A555F0F5}"/>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B2B6A7CB-D745-7AB4-B6A5-00532F5CB944}"/>
              </a:ext>
            </a:extLst>
          </p:cNvPr>
          <p:cNvSpPr/>
          <p:nvPr/>
        </p:nvSpPr>
        <p:spPr>
          <a:xfrm>
            <a:off x="6172200" y="2929467"/>
            <a:ext cx="2870200" cy="217170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Lst>
            <a:ahLst/>
            <a:cxnLst>
              <a:cxn ang="0">
                <a:pos x="csX0" y="csY0"/>
              </a:cxn>
              <a:cxn ang="0">
                <a:pos x="csX1" y="csY1"/>
              </a:cxn>
              <a:cxn ang="0">
                <a:pos x="csX2" y="csY2"/>
              </a:cxn>
              <a:cxn ang="0">
                <a:pos x="csX3" y="csY3"/>
              </a:cxn>
              <a:cxn ang="0">
                <a:pos x="csX4" y="csY4"/>
              </a:cxn>
            </a:cxnLst>
            <a:rect l="l" t="t" r="r" b="b"/>
            <a:pathLst>
              <a:path w="2870200" h="2171700">
                <a:moveTo>
                  <a:pt x="4233" y="8466"/>
                </a:moveTo>
                <a:lnTo>
                  <a:pt x="723900" y="0"/>
                </a:lnTo>
                <a:lnTo>
                  <a:pt x="2870200" y="2163233"/>
                </a:lnTo>
                <a:lnTo>
                  <a:pt x="0" y="2171700"/>
                </a:lnTo>
                <a:cubicBezTo>
                  <a:pt x="4233" y="1450622"/>
                  <a:pt x="8467" y="729544"/>
                  <a:pt x="4233"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8B2425B6-0945-EFD5-B8C9-7A40874DAA00}"/>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89226057-6C36-7990-9019-74F6BBE55DB6}"/>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D7E9A83-F909-3708-967A-DA42E347896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6844274-9516-F1E7-E09B-13B4A4948508}"/>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A6844274-9516-F1E7-E09B-13B4A4948508}"/>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CB5AF51-B3EA-A5A8-2505-6BD7BCA39FB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72</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C67228B-4F24-157D-9660-DDFCD1DB7127}"/>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ACCCCC9E-C976-69B7-449A-6434C47DED72}"/>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970BDE05-9443-A051-1139-53F31BD20795}"/>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A4A0753-C075-A042-1E83-2F6E43B3A536}"/>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93E739E-67C7-BEE8-4F49-B27EAC4789B7}"/>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EEC38B18-CAAD-8EF4-F5B2-8F4D264CF420}"/>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E1F3BBF1-5D4D-A94A-F719-9CC6CB8F66C1}"/>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C800677-F09C-E087-48BC-BD2A3FF29052}"/>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8B8AA27-04CE-48E0-C85F-8CFE5C82A9DB}"/>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E08CBD-7F10-6F94-64B8-03ECF57702E3}"/>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62C824E-AE21-3790-C2F2-8A40725F5C28}"/>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34CFC7E-1C8C-42B7-5D42-96FD8C215596}"/>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5ED52B63-3064-D299-002F-2D8D65779809}"/>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DA8D6A5A-D594-7381-6887-5DD4FBA058EE}"/>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E6154F92-41F6-FA03-3817-4543883E416F}"/>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D5E66AF1-8BAE-A953-420D-F2676AE42E7E}"/>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7A4EF5E-71C9-3EEF-CCFE-5F643EF3B8EB}"/>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5B106F4-82C9-55CF-A529-F4B0698D31B0}"/>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9859169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8058-CDEB-BDCA-7AFC-1090BBAFE791}"/>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CE1778D2-59CA-FA6A-FA8D-6CE67A9BD3CC}"/>
              </a:ext>
            </a:extLst>
          </p:cNvPr>
          <p:cNvSpPr/>
          <p:nvPr/>
        </p:nvSpPr>
        <p:spPr>
          <a:xfrm>
            <a:off x="6172200" y="2929467"/>
            <a:ext cx="2870200" cy="217170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Lst>
            <a:ahLst/>
            <a:cxnLst>
              <a:cxn ang="0">
                <a:pos x="csX0" y="csY0"/>
              </a:cxn>
              <a:cxn ang="0">
                <a:pos x="csX1" y="csY1"/>
              </a:cxn>
              <a:cxn ang="0">
                <a:pos x="csX2" y="csY2"/>
              </a:cxn>
              <a:cxn ang="0">
                <a:pos x="csX3" y="csY3"/>
              </a:cxn>
              <a:cxn ang="0">
                <a:pos x="csX4" y="csY4"/>
              </a:cxn>
            </a:cxnLst>
            <a:rect l="l" t="t" r="r" b="b"/>
            <a:pathLst>
              <a:path w="2870200" h="2171700">
                <a:moveTo>
                  <a:pt x="4233" y="8466"/>
                </a:moveTo>
                <a:lnTo>
                  <a:pt x="723900" y="0"/>
                </a:lnTo>
                <a:lnTo>
                  <a:pt x="2870200" y="2163233"/>
                </a:lnTo>
                <a:lnTo>
                  <a:pt x="0" y="2171700"/>
                </a:lnTo>
                <a:cubicBezTo>
                  <a:pt x="4233" y="1450622"/>
                  <a:pt x="8467" y="729544"/>
                  <a:pt x="4233"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4085E1C0-39F5-229B-BE40-3E6BDB83A3CA}"/>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6EEC1F7D-2C8D-E554-5940-AD3053B72E4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F67EB2E-3AD9-A57C-3194-149C8CBA6B1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CAE7BC1-4936-FCE1-CF89-1415C107771B}"/>
                  </a:ext>
                </a:extLst>
              </p:cNvPr>
              <p:cNvSpPr>
                <a:spLocks noGrp="1"/>
              </p:cNvSpPr>
              <p:nvPr>
                <p:ph idx="1"/>
              </p:nvPr>
            </p:nvSpPr>
            <p:spPr>
              <a:xfrm>
                <a:off x="629412" y="1522914"/>
                <a:ext cx="4117249" cy="5080131"/>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Optimal solution:</a:t>
                </a:r>
                <a:endParaRPr lang="es-ES" sz="1800" i="1"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b="1" i="1">
                              <a:solidFill>
                                <a:srgbClr val="0070C0"/>
                              </a:solidFill>
                              <a:latin typeface="Cambria Math" panose="02040503050406030204" pitchFamily="18" charset="0"/>
                            </a:rPr>
                          </m:ctrlPr>
                        </m:sSupPr>
                        <m:e>
                          <m:r>
                            <a:rPr lang="es-ES" sz="3600" b="1" i="1">
                              <a:solidFill>
                                <a:srgbClr val="0070C0"/>
                              </a:solidFill>
                              <a:latin typeface="Cambria Math" panose="02040503050406030204" pitchFamily="18" charset="0"/>
                            </a:rPr>
                            <m:t>𝒙</m:t>
                          </m:r>
                        </m:e>
                        <m:sup>
                          <m:r>
                            <a:rPr lang="es-ES" sz="3600" b="1" i="1">
                              <a:solidFill>
                                <a:srgbClr val="0070C0"/>
                              </a:solidFill>
                              <a:latin typeface="Cambria Math" panose="02040503050406030204" pitchFamily="18" charset="0"/>
                            </a:rPr>
                            <m:t>∗</m:t>
                          </m:r>
                        </m:sup>
                      </m:sSup>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𝟒</m:t>
                      </m:r>
                    </m:oMath>
                  </m:oMathPara>
                </a14:m>
                <a:endParaRPr lang="es-ES" sz="3600" b="1" dirty="0">
                  <a:solidFill>
                    <a:srgbClr val="0070C0"/>
                  </a:solidFill>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b="1" i="1">
                              <a:solidFill>
                                <a:srgbClr val="0070C0"/>
                              </a:solidFill>
                              <a:latin typeface="Cambria Math" panose="02040503050406030204" pitchFamily="18" charset="0"/>
                            </a:rPr>
                          </m:ctrlPr>
                        </m:sSupPr>
                        <m:e>
                          <m:r>
                            <a:rPr lang="es-ES" sz="3600" b="1" i="1">
                              <a:solidFill>
                                <a:srgbClr val="0070C0"/>
                              </a:solidFill>
                              <a:latin typeface="Cambria Math" panose="02040503050406030204" pitchFamily="18" charset="0"/>
                            </a:rPr>
                            <m:t>𝒚</m:t>
                          </m:r>
                        </m:e>
                        <m:sup>
                          <m:r>
                            <a:rPr lang="es-ES" sz="3600" b="1" i="1">
                              <a:solidFill>
                                <a:srgbClr val="0070C0"/>
                              </a:solidFill>
                              <a:latin typeface="Cambria Math" panose="02040503050406030204" pitchFamily="18" charset="0"/>
                            </a:rPr>
                            <m:t>∗</m:t>
                          </m:r>
                        </m:sup>
                      </m:sSup>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𝟎</m:t>
                      </m:r>
                    </m:oMath>
                  </m:oMathPara>
                </a14:m>
                <a:endParaRPr lang="es-ES" sz="3600" b="1" i="1" dirty="0">
                  <a:solidFill>
                    <a:srgbClr val="0070C0"/>
                  </a:solidFill>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left"/>
                    </m:oMathParaPr>
                    <m:oMath>
                      <m:sSup>
                        <m:sSupPr>
                          <m:ctrlPr>
                            <a:rPr lang="es-ES" sz="3600" b="1" i="1">
                              <a:solidFill>
                                <a:srgbClr val="0070C0"/>
                              </a:solidFill>
                              <a:latin typeface="Cambria Math" panose="02040503050406030204" pitchFamily="18" charset="0"/>
                            </a:rPr>
                          </m:ctrlPr>
                        </m:sSupPr>
                        <m:e>
                          <m:r>
                            <a:rPr lang="es-ES" sz="3600" b="1" i="1">
                              <a:solidFill>
                                <a:srgbClr val="0070C0"/>
                              </a:solidFill>
                              <a:latin typeface="Cambria Math" panose="02040503050406030204" pitchFamily="18" charset="0"/>
                            </a:rPr>
                            <m:t>𝒛</m:t>
                          </m:r>
                        </m:e>
                        <m:sup>
                          <m:r>
                            <a:rPr lang="es-ES" sz="3600" b="1" i="1">
                              <a:solidFill>
                                <a:srgbClr val="0070C0"/>
                              </a:solidFill>
                              <a:latin typeface="Cambria Math" panose="02040503050406030204" pitchFamily="18" charset="0"/>
                            </a:rPr>
                            <m:t>∗</m:t>
                          </m:r>
                        </m:sup>
                      </m:sSup>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𝟖</m:t>
                      </m:r>
                    </m:oMath>
                  </m:oMathPara>
                </a14:m>
                <a:endParaRPr lang="es-ES" sz="3600" b="1" dirty="0">
                  <a:solidFill>
                    <a:srgbClr val="0070C0"/>
                  </a:solidFill>
                  <a:latin typeface="Cambria Math" panose="02040503050406030204" pitchFamily="18" charset="0"/>
                </a:endParaRPr>
              </a:p>
            </p:txBody>
          </p:sp>
        </mc:Choice>
        <mc:Fallback xmlns="">
          <p:sp>
            <p:nvSpPr>
              <p:cNvPr id="3" name="Marcador de contenido 2">
                <a:extLst>
                  <a:ext uri="{FF2B5EF4-FFF2-40B4-BE49-F238E27FC236}">
                    <a16:creationId xmlns:a16="http://schemas.microsoft.com/office/drawing/2014/main" id="{8CAE7BC1-4936-FCE1-CF89-1415C107771B}"/>
                  </a:ext>
                </a:extLst>
              </p:cNvPr>
              <p:cNvSpPr>
                <a:spLocks noGrp="1" noRot="1" noChangeAspect="1" noMove="1" noResize="1" noEditPoints="1" noAdjustHandles="1" noChangeArrowheads="1" noChangeShapeType="1" noTextEdit="1"/>
              </p:cNvSpPr>
              <p:nvPr>
                <p:ph idx="1"/>
              </p:nvPr>
            </p:nvSpPr>
            <p:spPr>
              <a:xfrm>
                <a:off x="629412" y="1522914"/>
                <a:ext cx="4117249" cy="5080131"/>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189BD47-3B13-120A-B974-BFA1FF25AF5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73</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C58B69A-9C2B-4BD6-831E-9EA37E775B4E}"/>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7C58B69A-9C2B-4BD6-831E-9EA37E775B4E}"/>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02B3B20-4D82-A00C-E637-61D090543056}"/>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402B3B20-4D82-A00C-E637-61D090543056}"/>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4218F35-E8BF-8D66-7E08-4E75F208028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24218F35-E8BF-8D66-7E08-4E75F208028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97C96C5-9432-43EF-F08C-EB3C7CA47DD7}"/>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97C96C5-9432-43EF-F08C-EB3C7CA47DD7}"/>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A06614F-9CC2-E861-D816-1B3232FA06EC}"/>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BA06614F-9CC2-E861-D816-1B3232FA06EC}"/>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431564C-5437-68FD-668B-E8D0BCAC5EDF}"/>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7431564C-5437-68FD-668B-E8D0BCAC5EDF}"/>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5AB6F-32C6-C5AB-2882-E51778AEB519}"/>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B255AB6F-32C6-C5AB-2882-E51778AEB519}"/>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1FD0BF2-0BCC-3321-0C2D-E4DD038D6573}"/>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31FD0BF2-0BCC-3321-0C2D-E4DD038D6573}"/>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3279489-AA39-1C9A-A1EC-4A963E08A40C}"/>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43279489-AA39-1C9A-A1EC-4A963E08A40C}"/>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AB73213-36B7-B3A3-9234-86157732AF6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7AB73213-36B7-B3A3-9234-86157732AF66}"/>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F9EFD66-D120-C9D5-70F7-A17983B88C9C}"/>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0F9EFD66-D120-C9D5-70F7-A17983B88C9C}"/>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54BBB533-CF50-782B-6CF7-CFB635E8BB75}"/>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54BBB533-CF50-782B-6CF7-CFB635E8BB75}"/>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0C8F735-72F7-0745-9E99-6E106F8B3D1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30C8F735-72F7-0745-9E99-6E106F8B3D1C}"/>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6040B9C0-8447-8CDE-180C-96BA250BC25B}"/>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8371902A-9070-5D1A-9315-63BA352EC2AA}"/>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8774E58-5394-A28B-E7D7-F81D48B10604}"/>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98774E58-5394-A28B-E7D7-F81D48B10604}"/>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F41F359-53BE-B048-FAD4-FBBE094EF77B}"/>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DF41F359-53BE-B048-FAD4-FBBE094EF77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52A751CC-E0CA-9637-5A75-253D23FB1F3D}"/>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52A751CC-E0CA-9637-5A75-253D23FB1F3D}"/>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cxnSp>
        <p:nvCxnSpPr>
          <p:cNvPr id="25" name="Conector recto 24">
            <a:extLst>
              <a:ext uri="{FF2B5EF4-FFF2-40B4-BE49-F238E27FC236}">
                <a16:creationId xmlns:a16="http://schemas.microsoft.com/office/drawing/2014/main" id="{C3209944-DCE1-DFFA-357A-B19E47AFE6DF}"/>
              </a:ext>
            </a:extLst>
          </p:cNvPr>
          <p:cNvCxnSpPr>
            <a:cxnSpLocks/>
          </p:cNvCxnSpPr>
          <p:nvPr/>
        </p:nvCxnSpPr>
        <p:spPr>
          <a:xfrm>
            <a:off x="7475388" y="1876760"/>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9" name="Elipse 28">
            <a:extLst>
              <a:ext uri="{FF2B5EF4-FFF2-40B4-BE49-F238E27FC236}">
                <a16:creationId xmlns:a16="http://schemas.microsoft.com/office/drawing/2014/main" id="{D306C715-6400-13DE-4E15-441ABC97969C}"/>
              </a:ext>
            </a:extLst>
          </p:cNvPr>
          <p:cNvSpPr/>
          <p:nvPr/>
        </p:nvSpPr>
        <p:spPr>
          <a:xfrm>
            <a:off x="8922551" y="4959635"/>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0" name="Conector recto 29">
            <a:extLst>
              <a:ext uri="{FF2B5EF4-FFF2-40B4-BE49-F238E27FC236}">
                <a16:creationId xmlns:a16="http://schemas.microsoft.com/office/drawing/2014/main" id="{B882A2DC-8CEC-9620-13F1-9CD3C79DED1F}"/>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7132617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FF313-1482-875A-1FB7-176F1F603D6E}"/>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AD8CF38E-590D-7E23-5558-119A2AA3D012}"/>
              </a:ext>
            </a:extLst>
          </p:cNvPr>
          <p:cNvSpPr/>
          <p:nvPr/>
        </p:nvSpPr>
        <p:spPr>
          <a:xfrm>
            <a:off x="6172200" y="2929467"/>
            <a:ext cx="2870200" cy="217170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Lst>
            <a:ahLst/>
            <a:cxnLst>
              <a:cxn ang="0">
                <a:pos x="csX0" y="csY0"/>
              </a:cxn>
              <a:cxn ang="0">
                <a:pos x="csX1" y="csY1"/>
              </a:cxn>
              <a:cxn ang="0">
                <a:pos x="csX2" y="csY2"/>
              </a:cxn>
              <a:cxn ang="0">
                <a:pos x="csX3" y="csY3"/>
              </a:cxn>
              <a:cxn ang="0">
                <a:pos x="csX4" y="csY4"/>
              </a:cxn>
            </a:cxnLst>
            <a:rect l="l" t="t" r="r" b="b"/>
            <a:pathLst>
              <a:path w="2870200" h="2171700">
                <a:moveTo>
                  <a:pt x="4233" y="8466"/>
                </a:moveTo>
                <a:lnTo>
                  <a:pt x="723900" y="0"/>
                </a:lnTo>
                <a:lnTo>
                  <a:pt x="2870200" y="2163233"/>
                </a:lnTo>
                <a:lnTo>
                  <a:pt x="0" y="2171700"/>
                </a:lnTo>
                <a:cubicBezTo>
                  <a:pt x="4233" y="1450622"/>
                  <a:pt x="8467" y="729544"/>
                  <a:pt x="4233"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59A786C4-7871-AE4E-D1FE-7701E93F167E}"/>
              </a:ext>
            </a:extLst>
          </p:cNvPr>
          <p:cNvGraphicFramePr>
            <a:graphicFrameLocks noGrp="1"/>
          </p:cNvGraphicFramePr>
          <p:nvPr>
            <p:extLst>
              <p:ext uri="{D42A27DB-BD31-4B8C-83A1-F6EECF244321}">
                <p14:modId xmlns:p14="http://schemas.microsoft.com/office/powerpoint/2010/main" val="805476008"/>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ADC450C2-FD42-293D-5613-D475A3CB5CDD}"/>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C680FA7-3B79-9CBF-6B31-75D0DE200AB6}"/>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26FE26E-7CB0-99C2-4DE0-1A4592EDA8C9}"/>
                  </a:ext>
                </a:extLst>
              </p:cNvPr>
              <p:cNvSpPr>
                <a:spLocks noGrp="1"/>
              </p:cNvSpPr>
              <p:nvPr>
                <p:ph idx="1"/>
              </p:nvPr>
            </p:nvSpPr>
            <p:spPr>
              <a:xfrm>
                <a:off x="629412" y="1522914"/>
                <a:ext cx="4117249" cy="5080131"/>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0≤</m:t>
                      </m:r>
                      <m:r>
                        <a:rPr lang="es-ES" sz="3600" b="1" i="1" smtClean="0">
                          <a:highlight>
                            <a:srgbClr val="FFFF00"/>
                          </a:highlight>
                          <a:latin typeface="Cambria Math" panose="02040503050406030204" pitchFamily="18" charset="0"/>
                        </a:rPr>
                        <m:t>𝒙</m:t>
                      </m:r>
                      <m:r>
                        <a:rPr lang="es-ES" sz="3600" b="1" i="1" smtClean="0">
                          <a:highlight>
                            <a:srgbClr val="FFFF00"/>
                          </a:highlight>
                          <a:latin typeface="Cambria Math" panose="02040503050406030204" pitchFamily="18" charset="0"/>
                        </a:rPr>
                        <m:t>≤</m:t>
                      </m:r>
                      <m:r>
                        <a:rPr lang="es-ES" sz="3600" b="1" i="1" smtClean="0">
                          <a:highlight>
                            <a:srgbClr val="FFFF00"/>
                          </a:highlight>
                          <a:latin typeface="Cambria Math" panose="02040503050406030204" pitchFamily="18" charset="0"/>
                        </a:rPr>
                        <m:t>𝟓</m:t>
                      </m:r>
                    </m:oMath>
                  </m:oMathPara>
                </a14:m>
                <a:endParaRPr lang="en-US" sz="3600" b="1" dirty="0">
                  <a:highlight>
                    <a:srgbClr val="FFFF00"/>
                  </a:highlight>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highlight>
                            <a:srgbClr val="FFFF00"/>
                          </a:highlight>
                          <a:latin typeface="Cambria Math" panose="02040503050406030204" pitchFamily="18" charset="0"/>
                        </a:rPr>
                        <m:t>𝑦</m:t>
                      </m:r>
                      <m:r>
                        <a:rPr lang="es-ES" sz="3600" i="1">
                          <a:highlight>
                            <a:srgbClr val="FFFF00"/>
                          </a:highlight>
                          <a:latin typeface="Cambria Math" panose="02040503050406030204" pitchFamily="18" charset="0"/>
                        </a:rPr>
                        <m:t>≤3</m:t>
                      </m:r>
                    </m:oMath>
                  </m:oMathPara>
                </a14:m>
                <a:endParaRPr lang="es-ES" sz="3600" i="1" dirty="0">
                  <a:highlight>
                    <a:srgbClr val="FFFF00"/>
                  </a:highlight>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endParaRPr lang="es-ES" sz="1800" dirty="0">
                  <a:latin typeface="Gill Sans Nova" panose="020B0602020104020203" pitchFamily="34" charset="0"/>
                </a:endParaRPr>
              </a:p>
              <a:p>
                <a:pPr marL="0" indent="0" algn="ctr">
                  <a:buClr>
                    <a:srgbClr val="0070C0"/>
                  </a:buClr>
                  <a:buSzPct val="100000"/>
                  <a:buNone/>
                </a:pPr>
                <a:r>
                  <a:rPr lang="en-US" sz="3200" dirty="0">
                    <a:highlight>
                      <a:srgbClr val="FFFF00"/>
                    </a:highlight>
                    <a:latin typeface="Gill Sans Nova" panose="020B0602020104020203" pitchFamily="34" charset="0"/>
                  </a:rPr>
                  <a:t>Inactive constraints</a:t>
                </a:r>
                <a:r>
                  <a:rPr lang="en-US" sz="3200" dirty="0">
                    <a:latin typeface="Gill Sans Nova" panose="020B0602020104020203" pitchFamily="34" charset="0"/>
                  </a:rPr>
                  <a:t> (they do not influence the optimal solution)</a:t>
                </a:r>
              </a:p>
              <a:p>
                <a:pPr marL="0" indent="0">
                  <a:buClr>
                    <a:srgbClr val="0070C0"/>
                  </a:buClr>
                  <a:buSzPct val="100000"/>
                  <a:buNone/>
                </a:pPr>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26FE26E-7CB0-99C2-4DE0-1A4592EDA8C9}"/>
                  </a:ext>
                </a:extLst>
              </p:cNvPr>
              <p:cNvSpPr>
                <a:spLocks noGrp="1" noRot="1" noChangeAspect="1" noMove="1" noResize="1" noEditPoints="1" noAdjustHandles="1" noChangeArrowheads="1" noChangeShapeType="1" noTextEdit="1"/>
              </p:cNvSpPr>
              <p:nvPr>
                <p:ph idx="1"/>
              </p:nvPr>
            </p:nvSpPr>
            <p:spPr>
              <a:xfrm>
                <a:off x="629412" y="1522914"/>
                <a:ext cx="4117249" cy="5080131"/>
              </a:xfrm>
              <a:blipFill>
                <a:blip r:embed="rId3"/>
                <a:stretch>
                  <a:fillRect l="-4438" r="-2811"/>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0980BC3-D73D-2B00-D9CB-D22A2707BAE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74</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669DEB0-52BA-656D-9648-1B8097B7A278}"/>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9669DEB0-52BA-656D-9648-1B8097B7A278}"/>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9416BA8-E593-0C11-9D8E-EC45017EDEA4}"/>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39416BA8-E593-0C11-9D8E-EC45017EDEA4}"/>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E106FE3-D7AC-6074-0DAA-9B268B5679BA}"/>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CE106FE3-D7AC-6074-0DAA-9B268B5679BA}"/>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F5A4F92-1F27-0778-D57B-6E2FBE9D20CC}"/>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BF5A4F92-1F27-0778-D57B-6E2FBE9D20CC}"/>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D3034E36-3DED-1FBE-D19D-137FAA8912E9}"/>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D3034E36-3DED-1FBE-D19D-137FAA8912E9}"/>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1F96DC6-BA7A-16C6-8826-E6BE5ABADFE3}"/>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C1F96DC6-BA7A-16C6-8826-E6BE5ABADFE3}"/>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1217960F-473B-BB9E-80F8-9F90F8CB7039}"/>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1217960F-473B-BB9E-80F8-9F90F8CB7039}"/>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C5B3252-06FE-A0B5-82D6-8974F9300E03}"/>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9C5B3252-06FE-A0B5-82D6-8974F9300E03}"/>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97A93CB-C706-198F-A9C5-BA559F1F7C5E}"/>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297A93CB-C706-198F-A9C5-BA559F1F7C5E}"/>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F0D6EBE-A885-0459-9F7C-0FECF9C06888}"/>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5F0D6EBE-A885-0459-9F7C-0FECF9C06888}"/>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50DF5AF5-5945-7770-3C76-55E788A9FC4E}"/>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50DF5AF5-5945-7770-3C76-55E788A9FC4E}"/>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69D3076C-42AD-6960-2D1F-B784416198E3}"/>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69D3076C-42AD-6960-2D1F-B784416198E3}"/>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AA960C6-5D14-D66F-7B0D-74F6EDE8BB1D}"/>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1AA960C6-5D14-D66F-7B0D-74F6EDE8BB1D}"/>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AE0B5665-3A0C-6218-3321-4829E0E3EAA8}"/>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476E10D7-9C67-CF9A-A710-0ECE7C30AE92}"/>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9EC07C-F05B-3CB0-EFFE-1143DDBD5B78}"/>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4A9EC07C-F05B-3CB0-EFFE-1143DDBD5B78}"/>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F438047-25F6-9DA7-5312-7BA16D604CE9}"/>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8F438047-25F6-9DA7-5312-7BA16D604CE9}"/>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7A9AC23D-C35D-57A6-58AD-63CAA81EBD2C}"/>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7A9AC23D-C35D-57A6-58AD-63CAA81EBD2C}"/>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26" name="Elipse 25">
            <a:extLst>
              <a:ext uri="{FF2B5EF4-FFF2-40B4-BE49-F238E27FC236}">
                <a16:creationId xmlns:a16="http://schemas.microsoft.com/office/drawing/2014/main" id="{648766E4-AF4F-DFA9-6ADF-91926892B23B}"/>
              </a:ext>
            </a:extLst>
          </p:cNvPr>
          <p:cNvSpPr/>
          <p:nvPr/>
        </p:nvSpPr>
        <p:spPr>
          <a:xfrm>
            <a:off x="8922551" y="4959635"/>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536021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327ED-C434-F30D-6427-4075AFE07859}"/>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C588B70-B805-0002-07F8-581674212752}"/>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B29D544-ADAB-CA7E-9415-32EF9968D3FD}"/>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626E817F-AC76-4C3E-D0DE-1A552F4E3F6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75</a:t>
            </a:fld>
            <a:endParaRPr lang="en-US" noProof="0" dirty="0"/>
          </a:p>
        </p:txBody>
      </p:sp>
      <mc:AlternateContent xmlns:mc="http://schemas.openxmlformats.org/markup-compatibility/2006" xmlns:a14="http://schemas.microsoft.com/office/drawing/2010/main">
        <mc:Choice Requires="a14">
          <p:sp>
            <p:nvSpPr>
              <p:cNvPr id="37" name="Marcador de contenido 2">
                <a:extLst>
                  <a:ext uri="{FF2B5EF4-FFF2-40B4-BE49-F238E27FC236}">
                    <a16:creationId xmlns:a16="http://schemas.microsoft.com/office/drawing/2014/main" id="{9D045EFF-C99D-11FC-74CB-55DD997F5E54}"/>
                  </a:ext>
                </a:extLst>
              </p:cNvPr>
              <p:cNvSpPr>
                <a:spLocks noGrp="1"/>
              </p:cNvSpPr>
              <p:nvPr>
                <p:ph idx="1"/>
              </p:nvPr>
            </p:nvSpPr>
            <p:spPr>
              <a:xfrm>
                <a:off x="629412" y="1522914"/>
                <a:ext cx="10933176" cy="5080131"/>
              </a:xfrm>
            </p:spPr>
            <p:txBody>
              <a:bodyPr>
                <a:noAutofit/>
              </a:bodyPr>
              <a:lstStyle/>
              <a:p>
                <a:pPr marL="0" indent="0" algn="just">
                  <a:buClr>
                    <a:srgbClr val="0070C0"/>
                  </a:buClr>
                  <a:buSzPct val="100000"/>
                  <a:buNone/>
                </a:pPr>
                <a:r>
                  <a:rPr lang="en-US" sz="3600" noProof="0" dirty="0">
                    <a:latin typeface="Gill Sans Nova" panose="020B0602020104020203" pitchFamily="34" charset="0"/>
                  </a:rPr>
                  <a:t>Example 1: </a:t>
                </a:r>
                <a14:m>
                  <m:oMath xmlns:m="http://schemas.openxmlformats.org/officeDocument/2006/math">
                    <m:r>
                      <a:rPr lang="en-US" sz="3600" b="0" i="1" noProof="0" smtClean="0">
                        <a:latin typeface="Cambria Math" panose="02040503050406030204" pitchFamily="18" charset="0"/>
                      </a:rPr>
                      <m:t>𝑧</m:t>
                    </m:r>
                    <m:r>
                      <a:rPr lang="en-US" sz="3600" i="1" noProof="0" smtClean="0">
                        <a:latin typeface="Cambria Math" panose="02040503050406030204" pitchFamily="18" charset="0"/>
                      </a:rPr>
                      <m:t>=</m:t>
                    </m:r>
                    <m:r>
                      <a:rPr lang="en-US" sz="3600" b="0" i="1" noProof="0" smtClean="0">
                        <a:latin typeface="Cambria Math" panose="02040503050406030204" pitchFamily="18" charset="0"/>
                      </a:rPr>
                      <m:t>13</m:t>
                    </m:r>
                  </m:oMath>
                </a14:m>
                <a:r>
                  <a:rPr lang="en-US" sz="3600" noProof="0" dirty="0">
                    <a:latin typeface="Cambria Math" panose="02040503050406030204" pitchFamily="18" charset="0"/>
                  </a:rPr>
                  <a:t>.</a:t>
                </a:r>
              </a:p>
              <a:p>
                <a:pPr marL="0" indent="0" algn="just">
                  <a:buClr>
                    <a:srgbClr val="0070C0"/>
                  </a:buClr>
                  <a:buSzPct val="100000"/>
                  <a:buNone/>
                </a:pPr>
                <a:r>
                  <a:rPr lang="en-US" sz="3600" noProof="0" dirty="0">
                    <a:latin typeface="Gill Sans Nova" panose="020B0602020104020203" pitchFamily="34" charset="0"/>
                  </a:rPr>
                  <a:t>Example 5: </a:t>
                </a:r>
                <a14:m>
                  <m:oMath xmlns:m="http://schemas.openxmlformats.org/officeDocument/2006/math">
                    <m:r>
                      <a:rPr lang="en-US" sz="3600" i="1" noProof="0" smtClean="0">
                        <a:latin typeface="Cambria Math" panose="02040503050406030204" pitchFamily="18" charset="0"/>
                      </a:rPr>
                      <m:t>𝑧</m:t>
                    </m:r>
                    <m:r>
                      <a:rPr lang="en-US" sz="3600" i="1" noProof="0" smtClean="0">
                        <a:latin typeface="Cambria Math" panose="02040503050406030204" pitchFamily="18" charset="0"/>
                      </a:rPr>
                      <m:t>=8</m:t>
                    </m:r>
                  </m:oMath>
                </a14:m>
                <a:r>
                  <a:rPr lang="en-US" sz="3600" noProof="0" dirty="0">
                    <a:latin typeface="Cambria Math" panose="02040503050406030204" pitchFamily="18" charset="0"/>
                  </a:rPr>
                  <a: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In a maximization/minimization problem, adding constraints leads to an objective function value lower/greater than or equal to the objective function value obtained without the additional constraints.</a:t>
                </a:r>
              </a:p>
            </p:txBody>
          </p:sp>
        </mc:Choice>
        <mc:Fallback xmlns="">
          <p:sp>
            <p:nvSpPr>
              <p:cNvPr id="37" name="Marcador de contenido 2">
                <a:extLst>
                  <a:ext uri="{FF2B5EF4-FFF2-40B4-BE49-F238E27FC236}">
                    <a16:creationId xmlns:a16="http://schemas.microsoft.com/office/drawing/2014/main" id="{9D045EFF-C99D-11FC-74CB-55DD997F5E54}"/>
                  </a:ext>
                </a:extLst>
              </p:cNvPr>
              <p:cNvSpPr>
                <a:spLocks noGrp="1" noRot="1" noChangeAspect="1" noMove="1" noResize="1" noEditPoints="1" noAdjustHandles="1" noChangeArrowheads="1" noChangeShapeType="1" noTextEdit="1"/>
              </p:cNvSpPr>
              <p:nvPr>
                <p:ph idx="1"/>
              </p:nvPr>
            </p:nvSpPr>
            <p:spPr>
              <a:xfrm>
                <a:off x="629412" y="1522914"/>
                <a:ext cx="10933176" cy="5080131"/>
              </a:xfrm>
              <a:blipFill>
                <a:blip r:embed="rId3"/>
                <a:stretch>
                  <a:fillRect l="-1672" t="-3361" r="-1672"/>
                </a:stretch>
              </a:blipFill>
            </p:spPr>
            <p:txBody>
              <a:bodyPr/>
              <a:lstStyle/>
              <a:p>
                <a:r>
                  <a:rPr lang="es-ES">
                    <a:noFill/>
                  </a:rPr>
                  <a:t> </a:t>
                </a:r>
              </a:p>
            </p:txBody>
          </p:sp>
        </mc:Fallback>
      </mc:AlternateContent>
    </p:spTree>
    <p:extLst>
      <p:ext uri="{BB962C8B-B14F-4D97-AF65-F5344CB8AC3E}">
        <p14:creationId xmlns:p14="http://schemas.microsoft.com/office/powerpoint/2010/main" val="22661264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BDFBC-484A-C01E-B954-B91637EA48EE}"/>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817DE3CC-09F5-51FF-AFF3-34E77B51DB7B}"/>
              </a:ext>
            </a:extLst>
          </p:cNvPr>
          <p:cNvSpPr/>
          <p:nvPr/>
        </p:nvSpPr>
        <p:spPr>
          <a:xfrm>
            <a:off x="6172200" y="2929467"/>
            <a:ext cx="2870200" cy="217170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Lst>
            <a:ahLst/>
            <a:cxnLst>
              <a:cxn ang="0">
                <a:pos x="csX0" y="csY0"/>
              </a:cxn>
              <a:cxn ang="0">
                <a:pos x="csX1" y="csY1"/>
              </a:cxn>
              <a:cxn ang="0">
                <a:pos x="csX2" y="csY2"/>
              </a:cxn>
              <a:cxn ang="0">
                <a:pos x="csX3" y="csY3"/>
              </a:cxn>
              <a:cxn ang="0">
                <a:pos x="csX4" y="csY4"/>
              </a:cxn>
            </a:cxnLst>
            <a:rect l="l" t="t" r="r" b="b"/>
            <a:pathLst>
              <a:path w="2870200" h="2171700">
                <a:moveTo>
                  <a:pt x="4233" y="8466"/>
                </a:moveTo>
                <a:lnTo>
                  <a:pt x="723900" y="0"/>
                </a:lnTo>
                <a:lnTo>
                  <a:pt x="2870200" y="2163233"/>
                </a:lnTo>
                <a:lnTo>
                  <a:pt x="0" y="2171700"/>
                </a:lnTo>
                <a:cubicBezTo>
                  <a:pt x="4233" y="1450622"/>
                  <a:pt x="8467" y="729544"/>
                  <a:pt x="4233"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41B680E2-4F60-3172-5365-F8C4CA77C5CA}"/>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FC5CC5BD-1459-841E-773A-5B3D6E2C3B20}"/>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6</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0F6260E-4CEF-CE23-E3F7-6B742C03CAA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6B5CE3-3AF7-4739-CA25-896DBF7D8035}"/>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𝒙</m:t>
                      </m:r>
                      <m:r>
                        <a:rPr lang="es-ES" sz="3600" b="1" i="1" smtClean="0">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𝒚</m:t>
                      </m:r>
                      <m:r>
                        <a:rPr lang="es-ES" sz="3600" b="1" i="1" smtClean="0">
                          <a:solidFill>
                            <a:srgbClr val="0070C0"/>
                          </a:solidFill>
                          <a:latin typeface="Cambria Math" panose="02040503050406030204" pitchFamily="18" charset="0"/>
                        </a:rPr>
                        <m:t>=</m:t>
                      </m:r>
                      <m:r>
                        <a:rPr lang="es-ES" sz="3600" b="1" i="0" smtClean="0">
                          <a:solidFill>
                            <a:srgbClr val="0070C0"/>
                          </a:solidFill>
                          <a:latin typeface="Cambria Math" panose="02040503050406030204" pitchFamily="18" charset="0"/>
                        </a:rPr>
                        <m:t>𝟏</m:t>
                      </m:r>
                    </m:oMath>
                  </m:oMathPara>
                </a14:m>
                <a:endParaRPr lang="es-ES" sz="3600" b="1" dirty="0">
                  <a:solidFill>
                    <a:srgbClr val="0070C0"/>
                  </a:solidFill>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E6B5CE3-3AF7-4739-CA25-896DBF7D8035}"/>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F44C6FC-08BE-D51B-B049-3B33EF2490A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76</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180BCFD9-A802-CB22-0826-144ADD0CDAD9}"/>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A3A2ADD-086A-BE23-D2BD-960672AD8965}"/>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1476C2C-E74E-73DC-03AA-1376A23039E9}"/>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F16B2C2-47D7-01E9-3064-C15A108330E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AEFE229-A481-43BD-670C-2EC399293BEE}"/>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FC11860-43F6-03DE-57E6-53C813CB3C96}"/>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71F3DFB-C1CF-9B1B-BFC0-BF890CE9C7A5}"/>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817715C1-BC4A-AA06-4E01-667E72AAF289}"/>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BC933508-E83F-6A5B-7FD8-60AC0366927D}"/>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E52E76F-337A-8D0A-CAE5-D10E1E3A00F8}"/>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3BF096B-4F2D-AE23-3710-ACB570252C43}"/>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445DCC6B-7118-651F-B02F-39ED73F785C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729E8429-7814-7523-5287-2255EFF2D216}"/>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62287E33-1A12-CFE7-D644-2C5A33ADD90B}"/>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D30CF5BD-7E61-AE40-9FC6-C2C53916D991}"/>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AE1DEED1-8B2B-C738-1CEC-69C8BD5A63CD}"/>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CFCE8AC-D6B5-BE67-F951-E859AA46FC54}"/>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7DE90A7-8C85-E250-5367-B5B7BEBB60E3}"/>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cxnSp>
        <p:nvCxnSpPr>
          <p:cNvPr id="25" name="Conector recto 24">
            <a:extLst>
              <a:ext uri="{FF2B5EF4-FFF2-40B4-BE49-F238E27FC236}">
                <a16:creationId xmlns:a16="http://schemas.microsoft.com/office/drawing/2014/main" id="{D5A8FBB9-F07E-E975-E552-FE9DADD9AE0B}"/>
              </a:ext>
            </a:extLst>
          </p:cNvPr>
          <p:cNvCxnSpPr>
            <a:cxnSpLocks/>
          </p:cNvCxnSpPr>
          <p:nvPr/>
        </p:nvCxnSpPr>
        <p:spPr>
          <a:xfrm flipV="1">
            <a:off x="5483421" y="1126032"/>
            <a:ext cx="5374576" cy="5381448"/>
          </a:xfrm>
          <a:prstGeom prst="line">
            <a:avLst/>
          </a:prstGeom>
          <a:ln w="31750">
            <a:solidFill>
              <a:srgbClr val="0070C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46815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05CD9-C8FC-7E0C-B0D4-87156E9D33CB}"/>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0A56B8AA-B1EC-D33C-3ECE-8D585C9C8AD7}"/>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B9ED74C5-03F7-065A-801E-01E68A0940E7}"/>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49280C34-8116-36ED-F57C-556E3093681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6</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74986EA-F022-5184-FDF7-03C988A79253}"/>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B027CA7-F4B4-B4EE-0DED-7888AC88E8E7}"/>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1</m:t>
                      </m:r>
                    </m:oMath>
                  </m:oMathPara>
                </a14:m>
                <a:endParaRPr lang="es-ES" sz="3600" dirty="0">
                  <a:solidFill>
                    <a:schemeClr val="tx1"/>
                  </a:solidFill>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B027CA7-F4B4-B4EE-0DED-7888AC88E8E7}"/>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16"/>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C17B7934-CB9B-6834-7C65-DE733FF1851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77</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F3944AF-468E-0DA4-B8F7-08A423C2AA15}"/>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655E66E2-6395-F9DE-123F-42E48E206BB4}"/>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9F327E0-C476-C46E-9B80-51C4B43E79C5}"/>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CB0C45A-BCE4-681F-A513-AAD8F507CDA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82A02D7F-E291-3407-456F-25F9359E7C1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4D86F8D-1677-4E6A-E5E3-BF30B1C90E98}"/>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915A4D0-2321-2903-7977-930606C9A02F}"/>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FEF595E7-3B85-E208-9FC3-7E82C20EE62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C666BEF8-017F-D5F7-C00F-514B933EFB7A}"/>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370ED093-A935-7330-85E0-0FB11E5F739C}"/>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639ABB8-33D6-3861-8FBD-227B1923CA59}"/>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FA2C3792-D676-ECE9-C350-09ACC9443701}"/>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7"/>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62A904D4-2507-ED2B-BEC3-EFCB317FD7B6}"/>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D8A57E71-5F9C-4692-40B2-5B17D805C1AB}"/>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8B458B64-E2C3-7D04-677D-5992B57BDB4F}"/>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2B2B7D09-7C0E-7C21-460B-8CAAD0332FCF}"/>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E0FC193-B6F9-70FA-30C4-129123F2CF3C}"/>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20"/>
                <a:stretch>
                  <a:fillRect/>
                </a:stretch>
              </a:blipFill>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A45F308C-80C7-7979-A5B8-CA7FB7E20157}"/>
              </a:ext>
            </a:extLst>
          </p:cNvPr>
          <p:cNvCxnSpPr>
            <a:cxnSpLocks/>
          </p:cNvCxnSpPr>
          <p:nvPr/>
        </p:nvCxnSpPr>
        <p:spPr>
          <a:xfrm flipV="1">
            <a:off x="6877081" y="4015317"/>
            <a:ext cx="1094706" cy="1070317"/>
          </a:xfrm>
          <a:prstGeom prst="line">
            <a:avLst/>
          </a:prstGeom>
          <a:ln w="63500">
            <a:solidFill>
              <a:srgbClr val="0070C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7D0CFF85-F3BE-5546-D4C4-E7B20321443E}"/>
              </a:ext>
            </a:extLst>
          </p:cNvPr>
          <p:cNvSpPr txBox="1"/>
          <p:nvPr/>
        </p:nvSpPr>
        <p:spPr>
          <a:xfrm>
            <a:off x="6495002" y="391328"/>
            <a:ext cx="2940872" cy="646331"/>
          </a:xfrm>
          <a:prstGeom prst="rect">
            <a:avLst/>
          </a:prstGeom>
          <a:noFill/>
        </p:spPr>
        <p:txBody>
          <a:bodyPr wrap="square">
            <a:spAutoFit/>
          </a:bodyPr>
          <a:lstStyle/>
          <a:p>
            <a:pPr algn="ctr"/>
            <a:r>
              <a:rPr lang="en-US" sz="3600" dirty="0">
                <a:latin typeface="Gill Sans Nova" panose="020B0602020104020203" pitchFamily="34" charset="0"/>
              </a:rPr>
              <a:t>Feasible region</a:t>
            </a:r>
            <a:endParaRPr lang="es-ES" dirty="0"/>
          </a:p>
        </p:txBody>
      </p:sp>
      <p:cxnSp>
        <p:nvCxnSpPr>
          <p:cNvPr id="31" name="Conector recto de flecha 30">
            <a:extLst>
              <a:ext uri="{FF2B5EF4-FFF2-40B4-BE49-F238E27FC236}">
                <a16:creationId xmlns:a16="http://schemas.microsoft.com/office/drawing/2014/main" id="{3A2A0A0C-19B4-437A-A69D-C684255C15A7}"/>
              </a:ext>
            </a:extLst>
          </p:cNvPr>
          <p:cNvCxnSpPr>
            <a:cxnSpLocks/>
            <a:stCxn id="30" idx="2"/>
          </p:cNvCxnSpPr>
          <p:nvPr/>
        </p:nvCxnSpPr>
        <p:spPr>
          <a:xfrm>
            <a:off x="7965438" y="1037659"/>
            <a:ext cx="0" cy="2835841"/>
          </a:xfrm>
          <a:prstGeom prst="straightConnector1">
            <a:avLst/>
          </a:prstGeom>
          <a:ln w="31750">
            <a:solidFill>
              <a:schemeClr val="accent2"/>
            </a:solidFill>
            <a:tailEnd type="triangle" w="lg" len="lg"/>
          </a:ln>
        </p:spPr>
        <p:style>
          <a:lnRef idx="2">
            <a:schemeClr val="accent1"/>
          </a:lnRef>
          <a:fillRef idx="0">
            <a:schemeClr val="accent1"/>
          </a:fillRef>
          <a:effectRef idx="1">
            <a:schemeClr val="accent1"/>
          </a:effectRef>
          <a:fontRef idx="minor">
            <a:schemeClr val="tx1"/>
          </a:fontRef>
        </p:style>
      </p:cxnSp>
      <p:sp>
        <p:nvSpPr>
          <p:cNvPr id="32" name="Elipse 31">
            <a:extLst>
              <a:ext uri="{FF2B5EF4-FFF2-40B4-BE49-F238E27FC236}">
                <a16:creationId xmlns:a16="http://schemas.microsoft.com/office/drawing/2014/main" id="{12EA0ECB-29D9-F271-0DBE-19C624B6AD3E}"/>
              </a:ext>
            </a:extLst>
          </p:cNvPr>
          <p:cNvSpPr/>
          <p:nvPr/>
        </p:nvSpPr>
        <p:spPr>
          <a:xfrm rot="2811410">
            <a:off x="7113558" y="3617161"/>
            <a:ext cx="593893" cy="1904342"/>
          </a:xfrm>
          <a:prstGeom prst="ellipse">
            <a:avLst/>
          </a:prstGeom>
          <a:noFill/>
          <a:ln w="31750">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1957009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F6C95-6F37-9298-62E9-F58A5F48DF16}"/>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5BD64176-1FB6-B5A9-B888-184C4F5ACA6E}"/>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1C1461C7-D990-7589-0403-C1B8FCF17AA9}"/>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9A428F2C-ADE3-D3B7-428E-47C191F56441}"/>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6</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B156B218-D7A9-80F3-47CE-1AC39D69D18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D31A557-2A8B-8CB8-778E-3160D600C47B}"/>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1</m:t>
                      </m:r>
                    </m:oMath>
                  </m:oMathPara>
                </a14:m>
                <a:endParaRPr lang="es-ES" sz="3600" dirty="0">
                  <a:solidFill>
                    <a:schemeClr val="tx1"/>
                  </a:solidFill>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D31A557-2A8B-8CB8-778E-3160D600C47B}"/>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16"/>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4D55259-2672-A03B-8D96-B9238B17A6F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78</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F120726-D2B9-B2E4-70DA-FE9A96E44407}"/>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7A61C6C4-52BC-2635-4812-A02B1E716EA7}"/>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E718D33-FD8B-DC3D-FFCF-31461ABFC631}"/>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54D5F05-AB7D-E658-D86E-FF78E81EFCA1}"/>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C9936A4-D9A9-9D7E-9E75-7821754365EE}"/>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A3F584B-1796-3C56-1E7C-C40A0653598F}"/>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3DFA203-7086-CDDF-CA5E-D7A781AC81DC}"/>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043FB138-B252-8CDB-1B2D-EBE51C66B20B}"/>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2A6B196-70AF-A048-BAC8-147EFCCE22A6}"/>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DB2233F-CDED-4A8A-1299-FAC4571CC8F3}"/>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E75BB99-848D-F5EB-9995-619B9EC32D1A}"/>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47156F09-9FF2-31AD-06B7-5A823742522F}"/>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7"/>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008EC204-489F-F34B-F614-6295E4BF5282}"/>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5F714B9C-21AD-F6D7-2BB8-BE59FF37DB75}"/>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E3E959A-D63C-2516-A839-4B58839DA2D3}"/>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D5356A5-4A2C-1F8C-9646-ED92A531DE24}"/>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63A3902-2330-0A60-99DF-F7F56FCF9CC7}"/>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20"/>
                <a:stretch>
                  <a:fillRect/>
                </a:stretch>
              </a:blipFill>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F0948F8B-17BB-87DB-B3B2-984CA8671F6E}"/>
              </a:ext>
            </a:extLst>
          </p:cNvPr>
          <p:cNvCxnSpPr>
            <a:cxnSpLocks/>
          </p:cNvCxnSpPr>
          <p:nvPr/>
        </p:nvCxnSpPr>
        <p:spPr>
          <a:xfrm flipV="1">
            <a:off x="6877081" y="4015317"/>
            <a:ext cx="1094706" cy="1070317"/>
          </a:xfrm>
          <a:prstGeom prst="line">
            <a:avLst/>
          </a:prstGeom>
          <a:ln w="6350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39" name="Conector recto 38">
            <a:extLst>
              <a:ext uri="{FF2B5EF4-FFF2-40B4-BE49-F238E27FC236}">
                <a16:creationId xmlns:a16="http://schemas.microsoft.com/office/drawing/2014/main" id="{DD9BBEE8-1B60-1E69-E71F-4FD0A8705959}"/>
              </a:ext>
            </a:extLst>
          </p:cNvPr>
          <p:cNvCxnSpPr>
            <a:cxnSpLocks/>
          </p:cNvCxnSpPr>
          <p:nvPr/>
        </p:nvCxnSpPr>
        <p:spPr>
          <a:xfrm>
            <a:off x="6560266" y="110859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Elipse 24">
            <a:extLst>
              <a:ext uri="{FF2B5EF4-FFF2-40B4-BE49-F238E27FC236}">
                <a16:creationId xmlns:a16="http://schemas.microsoft.com/office/drawing/2014/main" id="{217A134C-F630-F093-59EE-86D3E842356D}"/>
              </a:ext>
            </a:extLst>
          </p:cNvPr>
          <p:cNvSpPr/>
          <p:nvPr/>
        </p:nvSpPr>
        <p:spPr>
          <a:xfrm>
            <a:off x="7845787" y="3887840"/>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36" name="Conector recto 35">
            <a:extLst>
              <a:ext uri="{FF2B5EF4-FFF2-40B4-BE49-F238E27FC236}">
                <a16:creationId xmlns:a16="http://schemas.microsoft.com/office/drawing/2014/main" id="{4561A6DC-6E04-E7BC-6DF4-4DC4F94A88F5}"/>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73899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C3B66-DA0F-5101-0CF9-B5977581A26E}"/>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72BFDF76-DC27-E7EC-6886-7FE31FFC6DD7}"/>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588094F-A8A9-964C-5887-A4BCB70A1E4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41ABEE31-B8CD-EFED-5C37-7ED7574C6E2F}"/>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6</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8BF376C-0368-F5B2-7709-DCBB16AC4E24}"/>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73F21393-8906-B250-451C-F118F3CAE37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79</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AC1559E-C93D-2FDE-3A4B-6760948F0E92}"/>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18E2A1C-676F-745B-8AC5-7908A66B619E}"/>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12DA6467-426D-3271-FDA2-9BC515BC0FD1}"/>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128203A-29AE-A652-BC8E-3B0241971960}"/>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4666CAB-3F9A-C93D-FEA3-9AEB0FCA991D}"/>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F9F7DD2-1191-C0C2-C34D-221B54C55299}"/>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0D2D2E3-2C13-228E-827E-807C37FB7367}"/>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7382ECF-90E4-C38B-02EF-97E108EFFA66}"/>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0D341EC0-6142-0A3A-A5E7-A68B802E7659}"/>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54109E8-5DEC-CFEF-7C84-1BD8AFE4735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DC5213B-00EB-2342-8247-6B2E8EE9D31C}"/>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B6BB561-E386-1741-48EB-9FD8394C9761}"/>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7"/>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3C5AEF7E-8870-9CC9-5608-4075A94F96A7}"/>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27FE3763-B9A8-C835-5CDC-D78327FB873F}"/>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4B6DB2-2CEC-E058-DA4C-9E1CABDBFFA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A848C0B6-F7E5-2781-E4DE-B9CCC4456F47}"/>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A524EF22-114D-92D5-3F82-756B7F0C45E4}"/>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20"/>
                <a:stretch>
                  <a:fillRect/>
                </a:stretch>
              </a:blipFill>
            </p:spPr>
            <p:txBody>
              <a:bodyPr/>
              <a:lstStyle/>
              <a:p>
                <a:r>
                  <a:rPr lang="es-ES">
                    <a:noFill/>
                  </a:rPr>
                  <a:t> </a:t>
                </a:r>
              </a:p>
            </p:txBody>
          </p:sp>
        </mc:Fallback>
      </mc:AlternateContent>
      <p:cxnSp>
        <p:nvCxnSpPr>
          <p:cNvPr id="26" name="Conector recto 25">
            <a:extLst>
              <a:ext uri="{FF2B5EF4-FFF2-40B4-BE49-F238E27FC236}">
                <a16:creationId xmlns:a16="http://schemas.microsoft.com/office/drawing/2014/main" id="{07E6E26B-B246-A78F-43FB-43B6F569869D}"/>
              </a:ext>
            </a:extLst>
          </p:cNvPr>
          <p:cNvCxnSpPr>
            <a:cxnSpLocks/>
          </p:cNvCxnSpPr>
          <p:nvPr/>
        </p:nvCxnSpPr>
        <p:spPr>
          <a:xfrm flipV="1">
            <a:off x="6877081" y="4015317"/>
            <a:ext cx="1094706" cy="1070317"/>
          </a:xfrm>
          <a:prstGeom prst="line">
            <a:avLst/>
          </a:prstGeom>
          <a:ln w="63500">
            <a:solidFill>
              <a:srgbClr val="0070C0"/>
            </a:solidFill>
          </a:ln>
        </p:spPr>
        <p:style>
          <a:lnRef idx="2">
            <a:schemeClr val="accent1"/>
          </a:lnRef>
          <a:fillRef idx="0">
            <a:schemeClr val="accent1"/>
          </a:fillRef>
          <a:effectRef idx="1">
            <a:schemeClr val="accent1"/>
          </a:effectRef>
          <a:fontRef idx="minor">
            <a:schemeClr val="tx1"/>
          </a:fontRef>
        </p:style>
      </p:cxnSp>
      <p:sp>
        <p:nvSpPr>
          <p:cNvPr id="25" name="Elipse 24">
            <a:extLst>
              <a:ext uri="{FF2B5EF4-FFF2-40B4-BE49-F238E27FC236}">
                <a16:creationId xmlns:a16="http://schemas.microsoft.com/office/drawing/2014/main" id="{8DC7CC1C-405C-6F06-D702-DEBA91B288FE}"/>
              </a:ext>
            </a:extLst>
          </p:cNvPr>
          <p:cNvSpPr/>
          <p:nvPr/>
        </p:nvSpPr>
        <p:spPr>
          <a:xfrm>
            <a:off x="7845787" y="3887840"/>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9" name="Marcador de contenido 2">
                <a:extLst>
                  <a:ext uri="{FF2B5EF4-FFF2-40B4-BE49-F238E27FC236}">
                    <a16:creationId xmlns:a16="http://schemas.microsoft.com/office/drawing/2014/main" id="{FEECAF8E-8DE9-4D4D-D421-B001D1C13F05}"/>
                  </a:ext>
                </a:extLst>
              </p:cNvPr>
              <p:cNvSpPr>
                <a:spLocks noGrp="1"/>
              </p:cNvSpPr>
              <p:nvPr>
                <p:ph idx="1"/>
              </p:nvPr>
            </p:nvSpPr>
            <p:spPr>
              <a:xfrm>
                <a:off x="629412" y="1522914"/>
                <a:ext cx="4117249" cy="4788985"/>
              </a:xfrm>
            </p:spPr>
            <p:txBody>
              <a:bodyPr>
                <a:noAutofit/>
              </a:bodyPr>
              <a:lstStyle/>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3600" noProof="0" dirty="0">
                    <a:latin typeface="Gill Sans Nova" panose="020B0602020104020203" pitchFamily="34" charset="0"/>
                  </a:rPr>
                  <a:t>Optimal solution:</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𝒙</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𝟐</m:t>
                      </m:r>
                      <m:r>
                        <a:rPr lang="es-E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𝟓</m:t>
                      </m:r>
                    </m:oMath>
                  </m:oMathPara>
                </a14:m>
                <a:endParaRPr lang="en-US" sz="3600" b="1"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𝒚</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𝟏</m:t>
                      </m:r>
                      <m:r>
                        <a:rPr lang="es-E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𝟓</m:t>
                      </m:r>
                    </m:oMath>
                  </m:oMathPara>
                </a14:m>
                <a:endParaRPr lang="en-US" sz="3600" b="1" noProof="0" dirty="0">
                  <a:solidFill>
                    <a:srgbClr val="0070C0"/>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𝒛</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𝟔</m:t>
                      </m:r>
                      <m:r>
                        <a:rPr lang="es-E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𝟓</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mc:Choice>
        <mc:Fallback xmlns="">
          <p:sp>
            <p:nvSpPr>
              <p:cNvPr id="29" name="Marcador de contenido 2">
                <a:extLst>
                  <a:ext uri="{FF2B5EF4-FFF2-40B4-BE49-F238E27FC236}">
                    <a16:creationId xmlns:a16="http://schemas.microsoft.com/office/drawing/2014/main" id="{FEECAF8E-8DE9-4D4D-D421-B001D1C13F05}"/>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21"/>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1672401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0DB9C-D520-8656-48D6-A763D6D26E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04CF81-2D00-09E1-2E9A-701CE07E2186}"/>
              </a:ext>
            </a:extLst>
          </p:cNvPr>
          <p:cNvSpPr>
            <a:spLocks noGrp="1"/>
          </p:cNvSpPr>
          <p:nvPr>
            <p:ph type="title"/>
          </p:nvPr>
        </p:nvSpPr>
        <p:spPr>
          <a:xfrm>
            <a:off x="1265578" y="844748"/>
            <a:ext cx="9660843" cy="5168504"/>
          </a:xfrm>
        </p:spPr>
        <p:txBody>
          <a:bodyPr>
            <a:noAutofit/>
          </a:bodyPr>
          <a:lstStyle/>
          <a:p>
            <a:pPr algn="ctr"/>
            <a:r>
              <a:rPr lang="en-US" sz="8800" dirty="0">
                <a:latin typeface="Gill Sans Nova" panose="020B0602020104020203" pitchFamily="34" charset="0"/>
              </a:rPr>
              <a:t>4. Mixed-Integer Linear Programming (MILP)</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DC767524-4F6A-75B6-1305-07752397AE9F}"/>
              </a:ext>
            </a:extLst>
          </p:cNvPr>
          <p:cNvSpPr>
            <a:spLocks noGrp="1"/>
          </p:cNvSpPr>
          <p:nvPr>
            <p:ph type="sldNum" sz="quarter" idx="12"/>
          </p:nvPr>
        </p:nvSpPr>
        <p:spPr/>
        <p:txBody>
          <a:bodyPr/>
          <a:lstStyle/>
          <a:p>
            <a:fld id="{5A84F577-29EB-44E5-8782-4BD1CF8B9235}" type="slidenum">
              <a:rPr lang="en-US" noProof="0" smtClean="0"/>
              <a:t>80</a:t>
            </a:fld>
            <a:endParaRPr lang="en-US" noProof="0" dirty="0"/>
          </a:p>
        </p:txBody>
      </p:sp>
    </p:spTree>
    <p:extLst>
      <p:ext uri="{BB962C8B-B14F-4D97-AF65-F5344CB8AC3E}">
        <p14:creationId xmlns:p14="http://schemas.microsoft.com/office/powerpoint/2010/main" val="401580828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D04E-5F80-6539-A570-BBE8A6EBF6F7}"/>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11128E99-D0CA-2B64-C6F3-BB59736B6D23}"/>
              </a:ext>
            </a:extLst>
          </p:cNvPr>
          <p:cNvSpPr/>
          <p:nvPr/>
        </p:nvSpPr>
        <p:spPr>
          <a:xfrm>
            <a:off x="6176433" y="2929467"/>
            <a:ext cx="2145242" cy="145415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 name="csX0" fmla="*/ 4233 w 2149475"/>
              <a:gd name="csY0" fmla="*/ 8466 h 2171700"/>
              <a:gd name="csX1" fmla="*/ 723900 w 2149475"/>
              <a:gd name="csY1" fmla="*/ 0 h 2171700"/>
              <a:gd name="csX2" fmla="*/ 2149475 w 2149475"/>
              <a:gd name="csY2" fmla="*/ 1442508 h 2171700"/>
              <a:gd name="csX3" fmla="*/ 0 w 2149475"/>
              <a:gd name="csY3" fmla="*/ 2171700 h 2171700"/>
              <a:gd name="csX4" fmla="*/ 4233 w 2149475"/>
              <a:gd name="csY4" fmla="*/ 8466 h 2171700"/>
              <a:gd name="csX0" fmla="*/ 0 w 2145242"/>
              <a:gd name="csY0" fmla="*/ 8466 h 1454150"/>
              <a:gd name="csX1" fmla="*/ 719667 w 2145242"/>
              <a:gd name="csY1" fmla="*/ 0 h 1454150"/>
              <a:gd name="csX2" fmla="*/ 2145242 w 2145242"/>
              <a:gd name="csY2" fmla="*/ 1442508 h 1454150"/>
              <a:gd name="csX3" fmla="*/ 8467 w 2145242"/>
              <a:gd name="csY3" fmla="*/ 1454150 h 1454150"/>
              <a:gd name="csX4" fmla="*/ 0 w 2145242"/>
              <a:gd name="csY4" fmla="*/ 8466 h 1454150"/>
            </a:gdLst>
            <a:ahLst/>
            <a:cxnLst>
              <a:cxn ang="0">
                <a:pos x="csX0" y="csY0"/>
              </a:cxn>
              <a:cxn ang="0">
                <a:pos x="csX1" y="csY1"/>
              </a:cxn>
              <a:cxn ang="0">
                <a:pos x="csX2" y="csY2"/>
              </a:cxn>
              <a:cxn ang="0">
                <a:pos x="csX3" y="csY3"/>
              </a:cxn>
              <a:cxn ang="0">
                <a:pos x="csX4" y="csY4"/>
              </a:cxn>
            </a:cxnLst>
            <a:rect l="l" t="t" r="r" b="b"/>
            <a:pathLst>
              <a:path w="2145242" h="1454150">
                <a:moveTo>
                  <a:pt x="0" y="8466"/>
                </a:moveTo>
                <a:lnTo>
                  <a:pt x="719667" y="0"/>
                </a:lnTo>
                <a:lnTo>
                  <a:pt x="2145242" y="1442508"/>
                </a:lnTo>
                <a:lnTo>
                  <a:pt x="8467" y="1454150"/>
                </a:lnTo>
                <a:cubicBezTo>
                  <a:pt x="12700" y="733072"/>
                  <a:pt x="4234" y="729544"/>
                  <a:pt x="0"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FD3E93CC-0CF5-0CB7-CDD6-829AF5154A85}"/>
              </a:ext>
            </a:extLst>
          </p:cNvPr>
          <p:cNvGraphicFramePr>
            <a:graphicFrameLocks noGrp="1"/>
          </p:cNvGraphicFramePr>
          <p:nvPr>
            <p:extLst>
              <p:ext uri="{D42A27DB-BD31-4B8C-83A1-F6EECF244321}">
                <p14:modId xmlns:p14="http://schemas.microsoft.com/office/powerpoint/2010/main" val="1459895107"/>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75811850-56D2-9E12-2AFF-C2F578FA240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7</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5807314-4545-E000-ABD0-0F93A57A0C58}"/>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6D6DD9D5-6F82-0E48-3C67-60C0ADBA4F0F}"/>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1" i="1" noProof="0" smtClean="0">
                          <a:solidFill>
                            <a:srgbClr val="0070C0"/>
                          </a:solidFill>
                          <a:latin typeface="Cambria Math" panose="02040503050406030204" pitchFamily="18" charset="0"/>
                        </a:rPr>
                        <m:t>𝟎</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𝟓</m:t>
                      </m:r>
                    </m:oMath>
                  </m:oMathPara>
                </a14:m>
                <a:endParaRPr lang="en-US" sz="3600" b="1" noProof="0"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𝟏</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𝒚</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𝟑</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𝒙</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𝒚</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𝟒</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ℕ</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6D6DD9D5-6F82-0E48-3C67-60C0ADBA4F0F}"/>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188F9B67-FA11-63CB-2FFA-5F139C2B1E97}"/>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81</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0CB0C9ED-76F0-00C5-EEDB-AA261003A3CD}"/>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0CB0C9ED-76F0-00C5-EEDB-AA261003A3CD}"/>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AA933D2D-1E73-B6D0-F21B-FF7FD478BDCC}"/>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AA933D2D-1E73-B6D0-F21B-FF7FD478BDCC}"/>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9A9D4E9B-6D59-BD65-AAC2-2B2340E2AC65}"/>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9A9D4E9B-6D59-BD65-AAC2-2B2340E2AC6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F14403E-9772-8AAC-C875-AEB3B77535EC}"/>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1F14403E-9772-8AAC-C875-AEB3B77535EC}"/>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B2403DD-C93F-C681-B449-362856220E86}"/>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9B2403DD-C93F-C681-B449-362856220E86}"/>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E8BD1C94-651E-FEDE-F17B-872B2408A8E3}"/>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E8BD1C94-651E-FEDE-F17B-872B2408A8E3}"/>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A305D8B4-5BBC-906D-F320-A99DBA81E22D}"/>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A305D8B4-5BBC-906D-F320-A99DBA81E22D}"/>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7B4665BE-38A2-3ADB-7EDB-BBCACEB005E8}"/>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7B4665BE-38A2-3ADB-7EDB-BBCACEB005E8}"/>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B927F1E-A4C7-C3BC-7403-7C1D36D05543}"/>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CB927F1E-A4C7-C3BC-7403-7C1D36D05543}"/>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6BD91D7-8F8C-2633-4327-329AE63D0D4A}"/>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76BD91D7-8F8C-2633-4327-329AE63D0D4A}"/>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962C18F-804C-0764-243B-B144DA57CE6F}"/>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8962C18F-804C-0764-243B-B144DA57CE6F}"/>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AD4A225-F133-BF38-C2DC-B8A0F6925313}"/>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AAD4A225-F133-BF38-C2DC-B8A0F6925313}"/>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A8160B6C-5E41-0071-33AB-EE9EFC46EFF0}"/>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A8160B6C-5E41-0071-33AB-EE9EFC46EFF0}"/>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F2FAD36F-6DE2-48C4-F7E4-3C5600EB6C5F}"/>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86DBEEF9-1C06-7BDA-2C45-848E15BD6F46}"/>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1CA06E8-AE89-53A5-0B62-ECDA93B2984C}"/>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B1CA06E8-AE89-53A5-0B62-ECDA93B2984C}"/>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EDEC10B8-5D68-393D-6E2C-558138C684CA}"/>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EDEC10B8-5D68-393D-6E2C-558138C684CA}"/>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6F50BF38-F60C-E644-17F2-CBD64D945945}"/>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6F50BF38-F60C-E644-17F2-CBD64D945945}"/>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35531463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5515D-2C32-81D5-4E16-2D4AC8FB960A}"/>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64EEAEC5-E8EA-2C1C-BC9B-6B6E04AC3835}"/>
              </a:ext>
            </a:extLst>
          </p:cNvPr>
          <p:cNvSpPr/>
          <p:nvPr/>
        </p:nvSpPr>
        <p:spPr>
          <a:xfrm>
            <a:off x="6176433" y="2929467"/>
            <a:ext cx="2145242" cy="1454150"/>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 name="csX0" fmla="*/ 4233 w 2149475"/>
              <a:gd name="csY0" fmla="*/ 8466 h 2171700"/>
              <a:gd name="csX1" fmla="*/ 723900 w 2149475"/>
              <a:gd name="csY1" fmla="*/ 0 h 2171700"/>
              <a:gd name="csX2" fmla="*/ 2149475 w 2149475"/>
              <a:gd name="csY2" fmla="*/ 1442508 h 2171700"/>
              <a:gd name="csX3" fmla="*/ 0 w 2149475"/>
              <a:gd name="csY3" fmla="*/ 2171700 h 2171700"/>
              <a:gd name="csX4" fmla="*/ 4233 w 2149475"/>
              <a:gd name="csY4" fmla="*/ 8466 h 2171700"/>
              <a:gd name="csX0" fmla="*/ 0 w 2145242"/>
              <a:gd name="csY0" fmla="*/ 8466 h 1454150"/>
              <a:gd name="csX1" fmla="*/ 719667 w 2145242"/>
              <a:gd name="csY1" fmla="*/ 0 h 1454150"/>
              <a:gd name="csX2" fmla="*/ 2145242 w 2145242"/>
              <a:gd name="csY2" fmla="*/ 1442508 h 1454150"/>
              <a:gd name="csX3" fmla="*/ 8467 w 2145242"/>
              <a:gd name="csY3" fmla="*/ 1454150 h 1454150"/>
              <a:gd name="csX4" fmla="*/ 0 w 2145242"/>
              <a:gd name="csY4" fmla="*/ 8466 h 1454150"/>
            </a:gdLst>
            <a:ahLst/>
            <a:cxnLst>
              <a:cxn ang="0">
                <a:pos x="csX0" y="csY0"/>
              </a:cxn>
              <a:cxn ang="0">
                <a:pos x="csX1" y="csY1"/>
              </a:cxn>
              <a:cxn ang="0">
                <a:pos x="csX2" y="csY2"/>
              </a:cxn>
              <a:cxn ang="0">
                <a:pos x="csX3" y="csY3"/>
              </a:cxn>
              <a:cxn ang="0">
                <a:pos x="csX4" y="csY4"/>
              </a:cxn>
            </a:cxnLst>
            <a:rect l="l" t="t" r="r" b="b"/>
            <a:pathLst>
              <a:path w="2145242" h="1454150">
                <a:moveTo>
                  <a:pt x="0" y="8466"/>
                </a:moveTo>
                <a:lnTo>
                  <a:pt x="719667" y="0"/>
                </a:lnTo>
                <a:lnTo>
                  <a:pt x="2145242" y="1442508"/>
                </a:lnTo>
                <a:lnTo>
                  <a:pt x="8467" y="1454150"/>
                </a:lnTo>
                <a:cubicBezTo>
                  <a:pt x="12700" y="733072"/>
                  <a:pt x="4234" y="729544"/>
                  <a:pt x="0"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834A0D7D-08AC-BA34-D8DB-ED8E8223DA32}"/>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50" name="Rectángulo: esquinas redondeadas 49">
            <a:extLst>
              <a:ext uri="{FF2B5EF4-FFF2-40B4-BE49-F238E27FC236}">
                <a16:creationId xmlns:a16="http://schemas.microsoft.com/office/drawing/2014/main" id="{9F6A851E-E88E-6502-6E0A-02167021E56B}"/>
              </a:ext>
            </a:extLst>
          </p:cNvPr>
          <p:cNvSpPr/>
          <p:nvPr/>
        </p:nvSpPr>
        <p:spPr>
          <a:xfrm>
            <a:off x="6176433" y="4317684"/>
            <a:ext cx="2167467"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esquinas redondeadas 47">
            <a:extLst>
              <a:ext uri="{FF2B5EF4-FFF2-40B4-BE49-F238E27FC236}">
                <a16:creationId xmlns:a16="http://schemas.microsoft.com/office/drawing/2014/main" id="{0CF1AA66-6F9C-1EFD-391A-C3FEC1A7D531}"/>
              </a:ext>
            </a:extLst>
          </p:cNvPr>
          <p:cNvSpPr/>
          <p:nvPr/>
        </p:nvSpPr>
        <p:spPr>
          <a:xfrm>
            <a:off x="6171956" y="3592958"/>
            <a:ext cx="145122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esquinas redondeadas 45">
            <a:extLst>
              <a:ext uri="{FF2B5EF4-FFF2-40B4-BE49-F238E27FC236}">
                <a16:creationId xmlns:a16="http://schemas.microsoft.com/office/drawing/2014/main" id="{B3B7AD4C-1925-8EBF-28E3-696EC5279F3D}"/>
              </a:ext>
            </a:extLst>
          </p:cNvPr>
          <p:cNvSpPr/>
          <p:nvPr/>
        </p:nvSpPr>
        <p:spPr>
          <a:xfrm>
            <a:off x="6176433" y="2863533"/>
            <a:ext cx="72601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Título 1">
            <a:extLst>
              <a:ext uri="{FF2B5EF4-FFF2-40B4-BE49-F238E27FC236}">
                <a16:creationId xmlns:a16="http://schemas.microsoft.com/office/drawing/2014/main" id="{E4C0B59E-82F8-83B6-799C-FB741605DF59}"/>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7</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6656F026-216F-2F1A-3869-4DD233AE2A4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E9AE289-33A5-15F8-BC21-07FC3194EFB2}"/>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solidFill>
                            <a:schemeClr val="tx1"/>
                          </a:solidFill>
                          <a:latin typeface="Cambria Math" panose="02040503050406030204" pitchFamily="18" charset="0"/>
                        </a:rPr>
                        <m:t>0≤</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≤5</m:t>
                      </m:r>
                    </m:oMath>
                  </m:oMathPara>
                </a14:m>
                <a:endParaRPr lang="en-US" sz="3600" noProof="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chemeClr val="accent2"/>
                          </a:solidFill>
                          <a:latin typeface="Cambria Math" panose="02040503050406030204" pitchFamily="18" charset="0"/>
                        </a:rPr>
                        <m:t>𝒚</m:t>
                      </m:r>
                      <m:r>
                        <a:rPr lang="es-ES" sz="3600" b="1" i="1" smtClean="0">
                          <a:solidFill>
                            <a:schemeClr val="accent2"/>
                          </a:solidFill>
                          <a:latin typeface="Cambria Math" panose="02040503050406030204" pitchFamily="18" charset="0"/>
                        </a:rPr>
                        <m:t>∈</m:t>
                      </m:r>
                      <m:r>
                        <a:rPr lang="es-ES" sz="3600" b="1" i="1" smtClean="0">
                          <a:solidFill>
                            <a:schemeClr val="accent2"/>
                          </a:solidFill>
                          <a:latin typeface="Cambria Math" panose="02040503050406030204" pitchFamily="18" charset="0"/>
                        </a:rPr>
                        <m:t>ℕ</m:t>
                      </m:r>
                    </m:oMath>
                  </m:oMathPara>
                </a14:m>
                <a:endParaRPr lang="en-US" sz="3600" b="1" dirty="0">
                  <a:solidFill>
                    <a:schemeClr val="accent2"/>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E9AE289-33A5-15F8-BC21-07FC3194EFB2}"/>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8C88A2D-CD4D-54CF-DA4B-92DC19E292A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82</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8648E2F-F521-C3F0-8741-878BB0376070}"/>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D8648E2F-F521-C3F0-8741-878BB0376070}"/>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9F286A2-C91E-E47C-A2B7-9AA7E952627D}"/>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59F286A2-C91E-E47C-A2B7-9AA7E952627D}"/>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D5583C54-0A14-EFE0-1ED3-94E4CFD8BF20}"/>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D5583C54-0A14-EFE0-1ED3-94E4CFD8BF20}"/>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C832569C-B9B4-244B-0AE0-C34FA46FF01C}"/>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C832569C-B9B4-244B-0AE0-C34FA46FF01C}"/>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A9A83F-8401-AAAB-20EC-8DC86408B4D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6EA9A83F-8401-AAAB-20EC-8DC86408B4D1}"/>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9FD203A3-1F27-AFE5-2906-274B59283700}"/>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9FD203A3-1F27-AFE5-2906-274B5928370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06F96D7-4B0D-95AB-7A0F-441670A64B62}"/>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206F96D7-4B0D-95AB-7A0F-441670A64B62}"/>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37ACD8E-339E-54C7-2F24-74B4B60AAEF0}"/>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537ACD8E-339E-54C7-2F24-74B4B60AAEF0}"/>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30B509CA-6F07-F820-6075-89A818E019AC}"/>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30B509CA-6F07-F820-6075-89A818E019AC}"/>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2561E63-72D9-FEB7-3BF8-57434AABA73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22561E63-72D9-FEB7-3BF8-57434AABA736}"/>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041B87D0-22F2-7899-BB31-12BA14E6B254}"/>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041B87D0-22F2-7899-BB31-12BA14E6B254}"/>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E87E09A-E55E-594D-8053-D623F236DFE3}"/>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2E87E09A-E55E-594D-8053-D623F236DFE3}"/>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E66C036-3925-3A2C-913C-DCBDB72CBE60}"/>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BE66C036-3925-3A2C-913C-DCBDB72CBE60}"/>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CE1233E2-FD77-7E3D-832D-E21B567EEF5F}"/>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16386FB8-59AC-293D-259B-95FDEFB244F7}"/>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C2E6FA10-FF3F-AF6B-C2DB-F4B2CFA3E20C}"/>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C2E6FA10-FF3F-AF6B-C2DB-F4B2CFA3E20C}"/>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44295E8-4049-BB3F-3C67-815678D43986}"/>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644295E8-4049-BB3F-3C67-815678D43986}"/>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B3C1DAE5-DB2F-74EC-298B-70D3F1E30A2E}"/>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B3C1DAE5-DB2F-74EC-298B-70D3F1E30A2E}"/>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82903295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23E6-16A8-7439-3CBD-50A14CB2F589}"/>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22DFBA96-C5A6-F722-246F-13BC12813E7F}"/>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1DE3D3CE-ECCA-80BB-F148-934A59ACCF2A}"/>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7</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8647949C-CD93-EACE-E9E7-63F090BE15A0}"/>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0E58511-4CBB-24D9-A28B-60F45749F8C6}"/>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solidFill>
                            <a:schemeClr val="tx1"/>
                          </a:solidFill>
                          <a:latin typeface="Cambria Math" panose="02040503050406030204" pitchFamily="18" charset="0"/>
                        </a:rPr>
                        <m:t>0≤</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≤5</m:t>
                      </m:r>
                    </m:oMath>
                  </m:oMathPara>
                </a14:m>
                <a:endParaRPr lang="en-US" sz="3600" noProof="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ℕ</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20E58511-4CBB-24D9-A28B-60F45749F8C6}"/>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40AA18CE-FABC-713A-31CC-A66CC6EFBC1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83</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DB97C23-939F-CA6C-05E2-68F41F04D198}"/>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2DB97C23-939F-CA6C-05E2-68F41F04D198}"/>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7A728EE-82F3-6CC1-738C-0D265E663311}"/>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27A728EE-82F3-6CC1-738C-0D265E663311}"/>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1582662E-A948-1D22-E7C0-76DBD8507996}"/>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1582662E-A948-1D22-E7C0-76DBD8507996}"/>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5DAAFCB-F62C-0B2B-E38D-60E206D4AAF7}"/>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25DAAFCB-F62C-0B2B-E38D-60E206D4AAF7}"/>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2520F879-AFA6-6A85-920E-FDC05A8CD96F}"/>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2520F879-AFA6-6A85-920E-FDC05A8CD96F}"/>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018A2EC-62EA-6960-132A-A8128D8C7686}"/>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0018A2EC-62EA-6960-132A-A8128D8C7686}"/>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56DBD55A-0D5C-C0DA-81D7-06A1CBF41470}"/>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56DBD55A-0D5C-C0DA-81D7-06A1CBF41470}"/>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9457924F-BABE-3AA2-93AA-58EC957C9745}"/>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9457924F-BABE-3AA2-93AA-58EC957C9745}"/>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E1A64B0C-5021-95C2-3902-272796A8B2DE}"/>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E1A64B0C-5021-95C2-3902-272796A8B2DE}"/>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309616A-0A94-1C0A-8A99-C1C82DEE9C9F}"/>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7309616A-0A94-1C0A-8A99-C1C82DEE9C9F}"/>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9A519F0-B9F5-98A5-5E34-196A3BB375CB}"/>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99A519F0-B9F5-98A5-5E34-196A3BB375CB}"/>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C112F94-EC9A-A537-FD3E-358042AB3E1E}"/>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CC112F94-EC9A-A537-FD3E-358042AB3E1E}"/>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73081FD-57FB-72C3-9B03-D1AC7BBC9A60}"/>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973081FD-57FB-72C3-9B03-D1AC7BBC9A60}"/>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8349A9B1-0961-A74A-9140-EE9C3A1F06DC}"/>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26BBFCA2-BABA-3BEE-9F06-774A9EBB07D9}"/>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492925E-822C-167D-7E52-19F738F0BBC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5492925E-822C-167D-7E52-19F738F0BBC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13C7D21A-3182-8DF0-B9D5-40BC62165CBF}"/>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13C7D21A-3182-8DF0-B9D5-40BC62165CBF}"/>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0979CEA-4F66-B1B6-CE96-05E5EE487363}"/>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10979CEA-4F66-B1B6-CE96-05E5EE487363}"/>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41" name="Rectángulo: esquinas redondeadas 40">
            <a:extLst>
              <a:ext uri="{FF2B5EF4-FFF2-40B4-BE49-F238E27FC236}">
                <a16:creationId xmlns:a16="http://schemas.microsoft.com/office/drawing/2014/main" id="{E35FC418-11AF-6AA3-1965-7B60DE500CF3}"/>
              </a:ext>
            </a:extLst>
          </p:cNvPr>
          <p:cNvSpPr/>
          <p:nvPr/>
        </p:nvSpPr>
        <p:spPr>
          <a:xfrm>
            <a:off x="6176433" y="4317684"/>
            <a:ext cx="2167467"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Rectángulo: esquinas redondeadas 42">
            <a:extLst>
              <a:ext uri="{FF2B5EF4-FFF2-40B4-BE49-F238E27FC236}">
                <a16:creationId xmlns:a16="http://schemas.microsoft.com/office/drawing/2014/main" id="{5140ABC8-E5F4-93BF-76EF-FAA0D320248E}"/>
              </a:ext>
            </a:extLst>
          </p:cNvPr>
          <p:cNvSpPr/>
          <p:nvPr/>
        </p:nvSpPr>
        <p:spPr>
          <a:xfrm>
            <a:off x="6171956" y="3592958"/>
            <a:ext cx="145122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Rectángulo: esquinas redondeadas 44">
            <a:extLst>
              <a:ext uri="{FF2B5EF4-FFF2-40B4-BE49-F238E27FC236}">
                <a16:creationId xmlns:a16="http://schemas.microsoft.com/office/drawing/2014/main" id="{8100FFAF-D194-96F2-79EB-034774906446}"/>
              </a:ext>
            </a:extLst>
          </p:cNvPr>
          <p:cNvSpPr/>
          <p:nvPr/>
        </p:nvSpPr>
        <p:spPr>
          <a:xfrm>
            <a:off x="6176433" y="2863533"/>
            <a:ext cx="72601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8943920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A0213-B743-04A3-97CD-BC0D7BC94B3D}"/>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E8E225FE-29D7-EF72-5427-C907C0E16D6C}"/>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42989201-B8D6-039E-E9C5-0E36EEADD5F6}"/>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7</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2AE82A2C-DA53-7479-0FBD-1FD4AEF27FA4}"/>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FC1FB653-F92C-C56C-EA74-3DDF1DD941A9}"/>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solidFill>
                            <a:schemeClr val="tx1"/>
                          </a:solidFill>
                          <a:latin typeface="Cambria Math" panose="02040503050406030204" pitchFamily="18" charset="0"/>
                        </a:rPr>
                        <m:t>0≤</m:t>
                      </m:r>
                      <m:r>
                        <a:rPr lang="es-ES" sz="3600" b="0" i="1" noProof="0" smtClean="0">
                          <a:solidFill>
                            <a:schemeClr val="tx1"/>
                          </a:solidFill>
                          <a:latin typeface="Cambria Math" panose="02040503050406030204" pitchFamily="18" charset="0"/>
                        </a:rPr>
                        <m:t>𝑥</m:t>
                      </m:r>
                      <m:r>
                        <a:rPr lang="es-ES" sz="3600" b="0" i="1" noProof="0" smtClean="0">
                          <a:solidFill>
                            <a:schemeClr val="tx1"/>
                          </a:solidFill>
                          <a:latin typeface="Cambria Math" panose="02040503050406030204" pitchFamily="18" charset="0"/>
                        </a:rPr>
                        <m:t>≤5</m:t>
                      </m:r>
                    </m:oMath>
                  </m:oMathPara>
                </a14:m>
                <a:endParaRPr lang="en-US" sz="3600" noProof="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ℕ</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FC1FB653-F92C-C56C-EA74-3DDF1DD941A9}"/>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A0E01B47-8651-AF75-6BE3-59B2B660B08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84</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91EEFF46-7D45-73E6-C473-A0DE60C5B5F4}"/>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91EEFF46-7D45-73E6-C473-A0DE60C5B5F4}"/>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5C9D750-9B68-B392-19CF-598120F19459}"/>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55C9D750-9B68-B392-19CF-598120F19459}"/>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48194A37-4E60-0781-41C5-76B67EA25CF5}"/>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48194A37-4E60-0781-41C5-76B67EA25CF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161C68AB-C4A9-1A77-51B9-EFDAC8265252}"/>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161C68AB-C4A9-1A77-51B9-EFDAC8265252}"/>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C97BFFF-B20D-1152-A37D-2462E46D78FA}"/>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DC97BFFF-B20D-1152-A37D-2462E46D78FA}"/>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4CBC472C-137D-97B0-A9F5-4EC9C2E91B62}"/>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4CBC472C-137D-97B0-A9F5-4EC9C2E91B62}"/>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8E7C80-0C43-EE6A-9B5A-E46B633E13FA}"/>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D18E7C80-0C43-EE6A-9B5A-E46B633E13FA}"/>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06E84419-39C4-6F04-0068-B9D2F2C205E2}"/>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06E84419-39C4-6F04-0068-B9D2F2C205E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B0DCF14-8D57-5528-3095-D6A2442C0215}"/>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7B0DCF14-8D57-5528-3095-D6A2442C0215}"/>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77D2E679-37C4-617E-D133-89C34A06956C}"/>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77D2E679-37C4-617E-D133-89C34A06956C}"/>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2BAB8341-A5E1-1968-A0EC-8DED9603208C}"/>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2BAB8341-A5E1-1968-A0EC-8DED9603208C}"/>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520D1D19-D264-F365-F8CC-53F77081DF32}"/>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520D1D19-D264-F365-F8CC-53F77081DF32}"/>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0A1DE250-2A4F-1DEA-845C-B3F69BF562E0}"/>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0A1DE250-2A4F-1DEA-845C-B3F69BF562E0}"/>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2458A171-E60E-0AF5-616B-1212350633D2}"/>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AB296D66-99F4-243E-AA2D-CAB0013A914B}"/>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917F5FF-CB6B-C77F-0B88-3850DD4D53E4}"/>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F917F5FF-CB6B-C77F-0B88-3850DD4D53E4}"/>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5D1A7EB-E696-02A3-7DB3-1D50C0A0FB1E}"/>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C5D1A7EB-E696-02A3-7DB3-1D50C0A0FB1E}"/>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12F70076-DF95-BD3B-920A-E29F0B971777}"/>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12F70076-DF95-BD3B-920A-E29F0B971777}"/>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cxnSp>
        <p:nvCxnSpPr>
          <p:cNvPr id="33" name="Conector recto 32">
            <a:extLst>
              <a:ext uri="{FF2B5EF4-FFF2-40B4-BE49-F238E27FC236}">
                <a16:creationId xmlns:a16="http://schemas.microsoft.com/office/drawing/2014/main" id="{23F71DBF-CEE2-5BA0-53D1-69F545E7C972}"/>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9B282B65-F9D2-F110-8B80-1F059D71B0BF}"/>
              </a:ext>
            </a:extLst>
          </p:cNvPr>
          <p:cNvCxnSpPr>
            <a:cxnSpLocks/>
          </p:cNvCxnSpPr>
          <p:nvPr/>
        </p:nvCxnSpPr>
        <p:spPr>
          <a:xfrm>
            <a:off x="6755472" y="110859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2" name="Rectángulo: esquinas redondeadas 41">
            <a:extLst>
              <a:ext uri="{FF2B5EF4-FFF2-40B4-BE49-F238E27FC236}">
                <a16:creationId xmlns:a16="http://schemas.microsoft.com/office/drawing/2014/main" id="{E5230583-E7B8-15A2-EDB9-A429014114DF}"/>
              </a:ext>
            </a:extLst>
          </p:cNvPr>
          <p:cNvSpPr/>
          <p:nvPr/>
        </p:nvSpPr>
        <p:spPr>
          <a:xfrm>
            <a:off x="6176433" y="4317684"/>
            <a:ext cx="2167467"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Rectángulo: esquinas redondeadas 43">
            <a:extLst>
              <a:ext uri="{FF2B5EF4-FFF2-40B4-BE49-F238E27FC236}">
                <a16:creationId xmlns:a16="http://schemas.microsoft.com/office/drawing/2014/main" id="{EA4555E2-093B-A44F-540F-821E251C1745}"/>
              </a:ext>
            </a:extLst>
          </p:cNvPr>
          <p:cNvSpPr/>
          <p:nvPr/>
        </p:nvSpPr>
        <p:spPr>
          <a:xfrm>
            <a:off x="6171956" y="3592958"/>
            <a:ext cx="145122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esquinas redondeadas 45">
            <a:extLst>
              <a:ext uri="{FF2B5EF4-FFF2-40B4-BE49-F238E27FC236}">
                <a16:creationId xmlns:a16="http://schemas.microsoft.com/office/drawing/2014/main" id="{F480CE57-9D0F-FCBD-F233-3CC753BCEC6D}"/>
              </a:ext>
            </a:extLst>
          </p:cNvPr>
          <p:cNvSpPr/>
          <p:nvPr/>
        </p:nvSpPr>
        <p:spPr>
          <a:xfrm>
            <a:off x="6176433" y="2863533"/>
            <a:ext cx="72601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834E394B-E069-C899-95CF-2256A8166712}"/>
              </a:ext>
            </a:extLst>
          </p:cNvPr>
          <p:cNvSpPr/>
          <p:nvPr/>
        </p:nvSpPr>
        <p:spPr>
          <a:xfrm>
            <a:off x="8206216" y="4257001"/>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742548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B20E5-0C41-C4B9-2549-7FE1A1646838}"/>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15408BC7-89BB-1CB1-1ADF-437B03C374D5}"/>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E2936B29-DC98-20A7-B8E0-9DDA952A44CE}"/>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7</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0F42435-747B-BBB5-6DBC-7883B174EA9B}"/>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BE955E5A-EAEF-BADE-1AB3-9C1402D3F94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85</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C5928AD-A1D8-3836-0B16-324942248E9A}"/>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1C5928AD-A1D8-3836-0B16-324942248E9A}"/>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0FE76D4-BA69-794D-74F9-61754C4C6EEB}"/>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70FE76D4-BA69-794D-74F9-61754C4C6EEB}"/>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E65E00C-B00C-881C-3998-81727B28D481}"/>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2E65E00C-B00C-881C-3998-81727B28D481}"/>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55A8B62-04E1-5494-9DD8-F82A76A3AB7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455A8B62-04E1-5494-9DD8-F82A76A3AB7B}"/>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3FE86F1-E043-3D43-71A1-91E3544E9AD2}"/>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63FE86F1-E043-3D43-71A1-91E3544E9AD2}"/>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24B20D22-C57C-2B57-0F57-B5CAB6E1E4C5}"/>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24B20D22-C57C-2B57-0F57-B5CAB6E1E4C5}"/>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594B8B6-BC7D-1D2A-8205-D4249F7B17B4}"/>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7594B8B6-BC7D-1D2A-8205-D4249F7B17B4}"/>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73BB81C-D2CD-19CB-EAD6-0453B40001FF}"/>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F73BB81C-D2CD-19CB-EAD6-0453B40001FF}"/>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212714F5-7126-F784-48D9-42A4DE0BFF6A}"/>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212714F5-7126-F784-48D9-42A4DE0BFF6A}"/>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FA31841-8080-47DF-8BF0-3BD5040DE663}"/>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4FA31841-8080-47DF-8BF0-3BD5040DE66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F56397A8-8AC7-C00F-8C8F-BE1B8859B8D5}"/>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F56397A8-8AC7-C00F-8C8F-BE1B8859B8D5}"/>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BD34CF9-6083-45D1-44A5-44624284C56C}"/>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2BD34CF9-6083-45D1-44A5-44624284C56C}"/>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342E5B9-10E6-7A2F-F02A-627DCACA12FB}"/>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3342E5B9-10E6-7A2F-F02A-627DCACA12FB}"/>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5C3FFCAC-DD93-D041-8EAC-F82A3C7BE568}"/>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56242270-3D5A-14D0-46FD-A3A895E447D3}"/>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EE6BB5F1-87AF-B1CF-8E4A-E52A19AFD2C5}"/>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EE6BB5F1-87AF-B1CF-8E4A-E52A19AFD2C5}"/>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5A71E9D-2FF8-3299-8C10-E51436E8881F}"/>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65A71E9D-2FF8-3299-8C10-E51436E8881F}"/>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ED25954-37D2-625D-28F0-F849CDF9E79C}"/>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CED25954-37D2-625D-28F0-F849CDF9E79C}"/>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28" name="Rectángulo: esquinas redondeadas 27">
            <a:extLst>
              <a:ext uri="{FF2B5EF4-FFF2-40B4-BE49-F238E27FC236}">
                <a16:creationId xmlns:a16="http://schemas.microsoft.com/office/drawing/2014/main" id="{38620B19-3416-B780-A962-4154D7FBF2D6}"/>
              </a:ext>
            </a:extLst>
          </p:cNvPr>
          <p:cNvSpPr/>
          <p:nvPr/>
        </p:nvSpPr>
        <p:spPr>
          <a:xfrm>
            <a:off x="6176433" y="4317684"/>
            <a:ext cx="2167467"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esquinas redondeadas 30">
            <a:extLst>
              <a:ext uri="{FF2B5EF4-FFF2-40B4-BE49-F238E27FC236}">
                <a16:creationId xmlns:a16="http://schemas.microsoft.com/office/drawing/2014/main" id="{AB5E1912-E045-2367-0CDC-6BD10864F4FD}"/>
              </a:ext>
            </a:extLst>
          </p:cNvPr>
          <p:cNvSpPr/>
          <p:nvPr/>
        </p:nvSpPr>
        <p:spPr>
          <a:xfrm>
            <a:off x="6171956" y="3592958"/>
            <a:ext cx="145122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esquinas redondeadas 35">
            <a:extLst>
              <a:ext uri="{FF2B5EF4-FFF2-40B4-BE49-F238E27FC236}">
                <a16:creationId xmlns:a16="http://schemas.microsoft.com/office/drawing/2014/main" id="{FD82DF8B-DFD0-BD1A-4605-DBF40F8508F6}"/>
              </a:ext>
            </a:extLst>
          </p:cNvPr>
          <p:cNvSpPr/>
          <p:nvPr/>
        </p:nvSpPr>
        <p:spPr>
          <a:xfrm>
            <a:off x="6176433" y="2863533"/>
            <a:ext cx="72601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D919C5CA-3155-3B71-168E-2D1A7079066D}"/>
              </a:ext>
            </a:extLst>
          </p:cNvPr>
          <p:cNvSpPr/>
          <p:nvPr/>
        </p:nvSpPr>
        <p:spPr>
          <a:xfrm>
            <a:off x="8206216" y="4257001"/>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7" name="Marcador de contenido 2">
                <a:extLst>
                  <a:ext uri="{FF2B5EF4-FFF2-40B4-BE49-F238E27FC236}">
                    <a16:creationId xmlns:a16="http://schemas.microsoft.com/office/drawing/2014/main" id="{927A1C25-73AA-B338-3B8D-22761B3AA4ED}"/>
                  </a:ext>
                </a:extLst>
              </p:cNvPr>
              <p:cNvSpPr>
                <a:spLocks noGrp="1"/>
              </p:cNvSpPr>
              <p:nvPr>
                <p:ph idx="1"/>
              </p:nvPr>
            </p:nvSpPr>
            <p:spPr>
              <a:xfrm>
                <a:off x="629412" y="1522914"/>
                <a:ext cx="4117249" cy="4788985"/>
              </a:xfrm>
            </p:spPr>
            <p:txBody>
              <a:bodyPr>
                <a:noAutofit/>
              </a:bodyPr>
              <a:lstStyle/>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3600" noProof="0" dirty="0">
                    <a:latin typeface="Gill Sans Nova" panose="020B0602020104020203" pitchFamily="34" charset="0"/>
                  </a:rPr>
                  <a:t>Optimal solution:</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𝒙</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𝟑</m:t>
                      </m:r>
                    </m:oMath>
                  </m:oMathPara>
                </a14:m>
                <a:endParaRPr lang="en-US" sz="3600" b="1"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𝒚</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smtClean="0">
                          <a:solidFill>
                            <a:srgbClr val="0070C0"/>
                          </a:solidFill>
                          <a:latin typeface="Cambria Math" panose="02040503050406030204" pitchFamily="18" charset="0"/>
                        </a:rPr>
                        <m:t>𝟏</m:t>
                      </m:r>
                    </m:oMath>
                  </m:oMathPara>
                </a14:m>
                <a:endParaRPr lang="en-US" sz="3600" b="1" noProof="0" dirty="0">
                  <a:solidFill>
                    <a:srgbClr val="0070C0"/>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𝒛</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𝟕</m:t>
                      </m:r>
                    </m:oMath>
                  </m:oMathPara>
                </a14:m>
                <a:endParaRPr lang="en-US" sz="3600" noProof="0" dirty="0">
                  <a:latin typeface="Gill Sans Nova" panose="020B0602020104020203" pitchFamily="34" charset="0"/>
                </a:endParaRPr>
              </a:p>
            </p:txBody>
          </p:sp>
        </mc:Choice>
        <mc:Fallback xmlns="">
          <p:sp>
            <p:nvSpPr>
              <p:cNvPr id="27" name="Marcador de contenido 2">
                <a:extLst>
                  <a:ext uri="{FF2B5EF4-FFF2-40B4-BE49-F238E27FC236}">
                    <a16:creationId xmlns:a16="http://schemas.microsoft.com/office/drawing/2014/main" id="{927A1C25-73AA-B338-3B8D-22761B3AA4ED}"/>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20"/>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5914423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F11FA-CA92-9A22-87F8-A09AFFE6ECC0}"/>
            </a:ext>
          </a:extLst>
        </p:cNvPr>
        <p:cNvGrpSpPr/>
        <p:nvPr/>
      </p:nvGrpSpPr>
      <p:grpSpPr>
        <a:xfrm>
          <a:off x="0" y="0"/>
          <a:ext cx="0" cy="0"/>
          <a:chOff x="0" y="0"/>
          <a:chExt cx="0" cy="0"/>
        </a:xfrm>
      </p:grpSpPr>
      <p:sp>
        <p:nvSpPr>
          <p:cNvPr id="28" name="Forma libre: forma 27">
            <a:extLst>
              <a:ext uri="{FF2B5EF4-FFF2-40B4-BE49-F238E27FC236}">
                <a16:creationId xmlns:a16="http://schemas.microsoft.com/office/drawing/2014/main" id="{E85B1D6C-FF4C-E05C-14BA-840148143460}"/>
              </a:ext>
            </a:extLst>
          </p:cNvPr>
          <p:cNvSpPr/>
          <p:nvPr/>
        </p:nvSpPr>
        <p:spPr>
          <a:xfrm>
            <a:off x="6176433" y="2929467"/>
            <a:ext cx="1796259" cy="1456779"/>
          </a:xfrm>
          <a:custGeom>
            <a:avLst/>
            <a:gdLst>
              <a:gd name="csX0" fmla="*/ 4233 w 2870200"/>
              <a:gd name="csY0" fmla="*/ 8466 h 2171700"/>
              <a:gd name="csX1" fmla="*/ 723900 w 2870200"/>
              <a:gd name="csY1" fmla="*/ 0 h 2171700"/>
              <a:gd name="csX2" fmla="*/ 2870200 w 2870200"/>
              <a:gd name="csY2" fmla="*/ 2163233 h 2171700"/>
              <a:gd name="csX3" fmla="*/ 0 w 2870200"/>
              <a:gd name="csY3" fmla="*/ 2171700 h 2171700"/>
              <a:gd name="csX4" fmla="*/ 4233 w 2870200"/>
              <a:gd name="csY4" fmla="*/ 8466 h 2171700"/>
              <a:gd name="csX0" fmla="*/ 4233 w 2149475"/>
              <a:gd name="csY0" fmla="*/ 8466 h 2171700"/>
              <a:gd name="csX1" fmla="*/ 723900 w 2149475"/>
              <a:gd name="csY1" fmla="*/ 0 h 2171700"/>
              <a:gd name="csX2" fmla="*/ 2149475 w 2149475"/>
              <a:gd name="csY2" fmla="*/ 1442508 h 2171700"/>
              <a:gd name="csX3" fmla="*/ 0 w 2149475"/>
              <a:gd name="csY3" fmla="*/ 2171700 h 2171700"/>
              <a:gd name="csX4" fmla="*/ 4233 w 2149475"/>
              <a:gd name="csY4" fmla="*/ 8466 h 2171700"/>
              <a:gd name="csX0" fmla="*/ 0 w 2145242"/>
              <a:gd name="csY0" fmla="*/ 8466 h 1454150"/>
              <a:gd name="csX1" fmla="*/ 719667 w 2145242"/>
              <a:gd name="csY1" fmla="*/ 0 h 1454150"/>
              <a:gd name="csX2" fmla="*/ 2145242 w 2145242"/>
              <a:gd name="csY2" fmla="*/ 1442508 h 1454150"/>
              <a:gd name="csX3" fmla="*/ 8467 w 2145242"/>
              <a:gd name="csY3" fmla="*/ 1454150 h 1454150"/>
              <a:gd name="csX4" fmla="*/ 0 w 2145242"/>
              <a:gd name="csY4" fmla="*/ 8466 h 1454150"/>
              <a:gd name="csX0" fmla="*/ 0 w 2145242"/>
              <a:gd name="csY0" fmla="*/ 8466 h 1454150"/>
              <a:gd name="csX1" fmla="*/ 719667 w 2145242"/>
              <a:gd name="csY1" fmla="*/ 0 h 1454150"/>
              <a:gd name="csX2" fmla="*/ 2145242 w 2145242"/>
              <a:gd name="csY2" fmla="*/ 1442508 h 1454150"/>
              <a:gd name="csX3" fmla="*/ 2120544 w 2145242"/>
              <a:gd name="csY3" fmla="*/ 1430777 h 1454150"/>
              <a:gd name="csX4" fmla="*/ 8467 w 2145242"/>
              <a:gd name="csY4" fmla="*/ 1454150 h 1454150"/>
              <a:gd name="csX5" fmla="*/ 0 w 2145242"/>
              <a:gd name="csY5" fmla="*/ 8466 h 1454150"/>
              <a:gd name="csX0" fmla="*/ 0 w 2145242"/>
              <a:gd name="csY0" fmla="*/ 8466 h 1488529"/>
              <a:gd name="csX1" fmla="*/ 719667 w 2145242"/>
              <a:gd name="csY1" fmla="*/ 0 h 1488529"/>
              <a:gd name="csX2" fmla="*/ 2145242 w 2145242"/>
              <a:gd name="csY2" fmla="*/ 1442508 h 1488529"/>
              <a:gd name="csX3" fmla="*/ 1774034 w 2145242"/>
              <a:gd name="csY3" fmla="*/ 1488529 h 1488529"/>
              <a:gd name="csX4" fmla="*/ 8467 w 2145242"/>
              <a:gd name="csY4" fmla="*/ 1454150 h 1488529"/>
              <a:gd name="csX5" fmla="*/ 0 w 2145242"/>
              <a:gd name="csY5" fmla="*/ 8466 h 1488529"/>
              <a:gd name="csX0" fmla="*/ 0 w 1774034"/>
              <a:gd name="csY0" fmla="*/ 8466 h 1488529"/>
              <a:gd name="csX1" fmla="*/ 719667 w 1774034"/>
              <a:gd name="csY1" fmla="*/ 0 h 1488529"/>
              <a:gd name="csX2" fmla="*/ 1773767 w 1774034"/>
              <a:gd name="csY2" fmla="*/ 1067858 h 1488529"/>
              <a:gd name="csX3" fmla="*/ 1774034 w 1774034"/>
              <a:gd name="csY3" fmla="*/ 1488529 h 1488529"/>
              <a:gd name="csX4" fmla="*/ 8467 w 1774034"/>
              <a:gd name="csY4" fmla="*/ 1454150 h 1488529"/>
              <a:gd name="csX5" fmla="*/ 0 w 1774034"/>
              <a:gd name="csY5" fmla="*/ 8466 h 1488529"/>
              <a:gd name="csX0" fmla="*/ 0 w 1774034"/>
              <a:gd name="csY0" fmla="*/ 8466 h 1456779"/>
              <a:gd name="csX1" fmla="*/ 719667 w 1774034"/>
              <a:gd name="csY1" fmla="*/ 0 h 1456779"/>
              <a:gd name="csX2" fmla="*/ 1773767 w 1774034"/>
              <a:gd name="csY2" fmla="*/ 1067858 h 1456779"/>
              <a:gd name="csX3" fmla="*/ 1774034 w 1774034"/>
              <a:gd name="csY3" fmla="*/ 1456779 h 1456779"/>
              <a:gd name="csX4" fmla="*/ 8467 w 1774034"/>
              <a:gd name="csY4" fmla="*/ 1454150 h 1456779"/>
              <a:gd name="csX5" fmla="*/ 0 w 1774034"/>
              <a:gd name="csY5" fmla="*/ 8466 h 1456779"/>
              <a:gd name="csX0" fmla="*/ 0 w 1795992"/>
              <a:gd name="csY0" fmla="*/ 8466 h 1456779"/>
              <a:gd name="csX1" fmla="*/ 719667 w 1795992"/>
              <a:gd name="csY1" fmla="*/ 0 h 1456779"/>
              <a:gd name="csX2" fmla="*/ 1795992 w 1795992"/>
              <a:gd name="csY2" fmla="*/ 1093258 h 1456779"/>
              <a:gd name="csX3" fmla="*/ 1774034 w 1795992"/>
              <a:gd name="csY3" fmla="*/ 1456779 h 1456779"/>
              <a:gd name="csX4" fmla="*/ 8467 w 1795992"/>
              <a:gd name="csY4" fmla="*/ 1454150 h 1456779"/>
              <a:gd name="csX5" fmla="*/ 0 w 1795992"/>
              <a:gd name="csY5" fmla="*/ 8466 h 1456779"/>
              <a:gd name="csX0" fmla="*/ 0 w 1795992"/>
              <a:gd name="csY0" fmla="*/ 8466 h 1456779"/>
              <a:gd name="csX1" fmla="*/ 719667 w 1795992"/>
              <a:gd name="csY1" fmla="*/ 0 h 1456779"/>
              <a:gd name="csX2" fmla="*/ 1795992 w 1795992"/>
              <a:gd name="csY2" fmla="*/ 1093258 h 1456779"/>
              <a:gd name="csX3" fmla="*/ 1786734 w 1795992"/>
              <a:gd name="csY3" fmla="*/ 1456779 h 1456779"/>
              <a:gd name="csX4" fmla="*/ 8467 w 1795992"/>
              <a:gd name="csY4" fmla="*/ 1454150 h 1456779"/>
              <a:gd name="csX5" fmla="*/ 0 w 1795992"/>
              <a:gd name="csY5" fmla="*/ 8466 h 1456779"/>
              <a:gd name="csX0" fmla="*/ 0 w 1796259"/>
              <a:gd name="csY0" fmla="*/ 8466 h 1456779"/>
              <a:gd name="csX1" fmla="*/ 719667 w 1796259"/>
              <a:gd name="csY1" fmla="*/ 0 h 1456779"/>
              <a:gd name="csX2" fmla="*/ 1795992 w 1796259"/>
              <a:gd name="csY2" fmla="*/ 1093258 h 1456779"/>
              <a:gd name="csX3" fmla="*/ 1796259 w 1796259"/>
              <a:gd name="csY3" fmla="*/ 1456779 h 1456779"/>
              <a:gd name="csX4" fmla="*/ 8467 w 1796259"/>
              <a:gd name="csY4" fmla="*/ 1454150 h 1456779"/>
              <a:gd name="csX5" fmla="*/ 0 w 1796259"/>
              <a:gd name="csY5" fmla="*/ 8466 h 1456779"/>
            </a:gdLst>
            <a:ahLst/>
            <a:cxnLst>
              <a:cxn ang="0">
                <a:pos x="csX0" y="csY0"/>
              </a:cxn>
              <a:cxn ang="0">
                <a:pos x="csX1" y="csY1"/>
              </a:cxn>
              <a:cxn ang="0">
                <a:pos x="csX2" y="csY2"/>
              </a:cxn>
              <a:cxn ang="0">
                <a:pos x="csX3" y="csY3"/>
              </a:cxn>
              <a:cxn ang="0">
                <a:pos x="csX4" y="csY4"/>
              </a:cxn>
              <a:cxn ang="0">
                <a:pos x="csX5" y="csY5"/>
              </a:cxn>
            </a:cxnLst>
            <a:rect l="l" t="t" r="r" b="b"/>
            <a:pathLst>
              <a:path w="1796259" h="1456779">
                <a:moveTo>
                  <a:pt x="0" y="8466"/>
                </a:moveTo>
                <a:lnTo>
                  <a:pt x="719667" y="0"/>
                </a:lnTo>
                <a:lnTo>
                  <a:pt x="1795992" y="1093258"/>
                </a:lnTo>
                <a:lnTo>
                  <a:pt x="1796259" y="1456779"/>
                </a:lnTo>
                <a:lnTo>
                  <a:pt x="8467" y="1454150"/>
                </a:lnTo>
                <a:cubicBezTo>
                  <a:pt x="12700" y="733072"/>
                  <a:pt x="4234" y="729544"/>
                  <a:pt x="0" y="8466"/>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47C7F9A5-2520-8B38-2657-C3F98A81D4D0}"/>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97ECF369-FECE-24EA-76AC-B5521B94D9FD}"/>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8</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6B5BFD4B-8C1C-E181-2A3E-15129863BB21}"/>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8908E2C-EB92-55A2-98CD-7259E80B3269}"/>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noProof="0" smtClean="0">
                          <a:solidFill>
                            <a:schemeClr val="tx1"/>
                          </a:solidFill>
                          <a:latin typeface="Cambria Math" panose="02040503050406030204" pitchFamily="18" charset="0"/>
                        </a:rPr>
                        <m:t>0≤</m:t>
                      </m:r>
                      <m:r>
                        <a:rPr lang="es-ES" sz="3600" b="1" i="1" noProof="0" smtClean="0">
                          <a:solidFill>
                            <a:srgbClr val="0070C0"/>
                          </a:solidFill>
                          <a:latin typeface="Cambria Math" panose="02040503050406030204" pitchFamily="18" charset="0"/>
                        </a:rPr>
                        <m:t>𝒙</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𝟐</m:t>
                      </m:r>
                      <m:r>
                        <a:rPr lang="es-ES" sz="3600" b="1" i="1" noProof="0" smtClean="0">
                          <a:solidFill>
                            <a:srgbClr val="0070C0"/>
                          </a:solidFill>
                          <a:latin typeface="Cambria Math" panose="02040503050406030204" pitchFamily="18" charset="0"/>
                        </a:rPr>
                        <m:t>.</m:t>
                      </m:r>
                      <m:r>
                        <a:rPr lang="es-ES" sz="3600" b="1" i="1" noProof="0" smtClean="0">
                          <a:solidFill>
                            <a:srgbClr val="0070C0"/>
                          </a:solidFill>
                          <a:latin typeface="Cambria Math" panose="02040503050406030204" pitchFamily="18" charset="0"/>
                        </a:rPr>
                        <m:t>𝟓</m:t>
                      </m:r>
                    </m:oMath>
                  </m:oMathPara>
                </a14:m>
                <a:endParaRPr lang="en-US" sz="3600" b="1" noProof="0"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𝒙</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ℕ</m:t>
                      </m:r>
                    </m:oMath>
                  </m:oMathPara>
                </a14:m>
                <a:endParaRPr lang="en-US" sz="3600" b="1" dirty="0">
                  <a:solidFill>
                    <a:schemeClr val="tx1"/>
                  </a:solidFill>
                  <a:latin typeface="Gill Sans Nova" panose="020B0602020104020203" pitchFamily="34" charset="0"/>
                </a:endParaRPr>
              </a:p>
              <a:p>
                <a:pPr marL="0" indent="0">
                  <a:buClr>
                    <a:srgbClr val="0070C0"/>
                  </a:buClr>
                  <a:buSzPct val="100000"/>
                  <a:buNone/>
                </a:pPr>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A8908E2C-EB92-55A2-98CD-7259E80B3269}"/>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DEA500B-4B3A-9F20-E055-291B33F2BCC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86</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87CFC67-B63E-0889-3F16-5A46F1F6EC0E}"/>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287CFC67-B63E-0889-3F16-5A46F1F6EC0E}"/>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AEC15C-BEF0-C02C-9D8F-09011B6C9269}"/>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B0AEC15C-BEF0-C02C-9D8F-09011B6C9269}"/>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C0C4CFC-6424-C18C-4A33-C674CE8A2DFE}"/>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CC0C4CFC-6424-C18C-4A33-C674CE8A2DFE}"/>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864111E-892C-30D3-B0B0-8663FA147C48}"/>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A864111E-892C-30D3-B0B0-8663FA147C48}"/>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335397C-449A-2186-F016-0838B0958416}"/>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B335397C-449A-2186-F016-0838B0958416}"/>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4627804-F0A8-D1CF-B3F2-37D16936EFA5}"/>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F4627804-F0A8-D1CF-B3F2-37D16936EFA5}"/>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5BFDA19C-859B-FE69-732C-34C0E101D7BA}"/>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5BFDA19C-859B-FE69-732C-34C0E101D7BA}"/>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7250742-ACCC-2053-9271-94DF68B988D3}"/>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E7250742-ACCC-2053-9271-94DF68B988D3}"/>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66876B4B-D5DD-69BB-BD30-83E076D21FE3}"/>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66876B4B-D5DD-69BB-BD30-83E076D21FE3}"/>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315E889-0411-2705-0992-690AE0100F28}"/>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6315E889-0411-2705-0992-690AE0100F28}"/>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50DCEFA-54D4-4AF0-D019-09907FF48C20}"/>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D50DCEFA-54D4-4AF0-D019-09907FF48C20}"/>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2543A8D-5DFE-8FA8-B0EE-0D0A49280840}"/>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12543A8D-5DFE-8FA8-B0EE-0D0A49280840}"/>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6AD65D78-B941-D255-D14D-B19AC8239498}"/>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6AD65D78-B941-D255-D14D-B19AC8239498}"/>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155591DA-E882-934B-55EB-EEE09BE365E3}"/>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850CB216-2B8A-97D8-F033-121B8DC18CA7}"/>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1B648CE-CE00-26D9-B5ED-E66DFD80661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71B648CE-CE00-26D9-B5ED-E66DFD80661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7010F8-D968-F3B1-B86A-F5E86EB5F297}"/>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307010F8-D968-F3B1-B86A-F5E86EB5F297}"/>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7F6059D3-1EF3-E614-4442-4A31F497097C}"/>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7F6059D3-1EF3-E614-4442-4A31F497097C}"/>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3" name="Rectángulo: esquinas redondeadas 32">
            <a:extLst>
              <a:ext uri="{FF2B5EF4-FFF2-40B4-BE49-F238E27FC236}">
                <a16:creationId xmlns:a16="http://schemas.microsoft.com/office/drawing/2014/main" id="{0FBCDAB8-E5AC-FB8E-1F2B-A1ECFC8B0DF6}"/>
              </a:ext>
            </a:extLst>
          </p:cNvPr>
          <p:cNvSpPr/>
          <p:nvPr/>
        </p:nvSpPr>
        <p:spPr>
          <a:xfrm>
            <a:off x="6176434" y="4317684"/>
            <a:ext cx="181027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esquinas redondeadas 35">
            <a:extLst>
              <a:ext uri="{FF2B5EF4-FFF2-40B4-BE49-F238E27FC236}">
                <a16:creationId xmlns:a16="http://schemas.microsoft.com/office/drawing/2014/main" id="{1CF5F040-7B83-68D9-B964-6931AB8EEFEC}"/>
              </a:ext>
            </a:extLst>
          </p:cNvPr>
          <p:cNvSpPr/>
          <p:nvPr/>
        </p:nvSpPr>
        <p:spPr>
          <a:xfrm>
            <a:off x="6171956" y="3592958"/>
            <a:ext cx="145122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esquinas redondeadas 37">
            <a:extLst>
              <a:ext uri="{FF2B5EF4-FFF2-40B4-BE49-F238E27FC236}">
                <a16:creationId xmlns:a16="http://schemas.microsoft.com/office/drawing/2014/main" id="{2680C16C-263A-7087-B674-2EC294B1B50C}"/>
              </a:ext>
            </a:extLst>
          </p:cNvPr>
          <p:cNvSpPr/>
          <p:nvPr/>
        </p:nvSpPr>
        <p:spPr>
          <a:xfrm>
            <a:off x="6176433" y="2863533"/>
            <a:ext cx="72601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9" name="Rectángulo: esquinas redondeadas 38">
            <a:extLst>
              <a:ext uri="{FF2B5EF4-FFF2-40B4-BE49-F238E27FC236}">
                <a16:creationId xmlns:a16="http://schemas.microsoft.com/office/drawing/2014/main" id="{F4075FD4-7DAE-E822-29EA-0AF410017447}"/>
              </a:ext>
            </a:extLst>
          </p:cNvPr>
          <p:cNvSpPr/>
          <p:nvPr/>
        </p:nvSpPr>
        <p:spPr>
          <a:xfrm rot="5400000">
            <a:off x="5443566" y="3591925"/>
            <a:ext cx="145677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Rectángulo: esquinas redondeadas 40">
            <a:extLst>
              <a:ext uri="{FF2B5EF4-FFF2-40B4-BE49-F238E27FC236}">
                <a16:creationId xmlns:a16="http://schemas.microsoft.com/office/drawing/2014/main" id="{B9C9574A-8C97-B946-910B-DE961C46134F}"/>
              </a:ext>
            </a:extLst>
          </p:cNvPr>
          <p:cNvSpPr/>
          <p:nvPr/>
        </p:nvSpPr>
        <p:spPr>
          <a:xfrm rot="5400000">
            <a:off x="6163732" y="3591925"/>
            <a:ext cx="1456780"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3" name="Rectángulo: esquinas redondeadas 42">
            <a:extLst>
              <a:ext uri="{FF2B5EF4-FFF2-40B4-BE49-F238E27FC236}">
                <a16:creationId xmlns:a16="http://schemas.microsoft.com/office/drawing/2014/main" id="{F06A70B6-BDA0-D7E2-92F0-3919EB5A81EA}"/>
              </a:ext>
            </a:extLst>
          </p:cNvPr>
          <p:cNvSpPr/>
          <p:nvPr/>
        </p:nvSpPr>
        <p:spPr>
          <a:xfrm rot="5400000">
            <a:off x="7241615" y="3949642"/>
            <a:ext cx="741348" cy="131866"/>
          </a:xfrm>
          <a:prstGeom prst="roundRect">
            <a:avLst>
              <a:gd name="adj" fmla="val 34525"/>
            </a:avLst>
          </a:prstGeom>
          <a:solidFill>
            <a:srgbClr val="0070C0">
              <a:alpha val="60000"/>
            </a:srgbClr>
          </a:solid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48688127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8EFD1-7E48-0996-660D-8D792DF47B94}"/>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7E93E874-67F8-6E00-CBCD-F7B5B5A14E88}"/>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7CCE9637-26DD-02E7-7DEB-21BC3BF8E036}"/>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8</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C202CD7B-7D25-F2A6-3EA7-6565C1E97971}"/>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52FA4C9-6B29-8851-0937-C2973892EE40}"/>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≤2.5</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1≤</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ℕ</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52FA4C9-6B29-8851-0937-C2973892EE40}"/>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8DD72788-155A-F001-C01E-2336FAB197D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87</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11AE3D56-4E06-CA52-A981-1D4152A7D2A6}"/>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11AE3D56-4E06-CA52-A981-1D4152A7D2A6}"/>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CE9DF25D-579A-E72B-3D6B-83C97A8A359E}"/>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CE9DF25D-579A-E72B-3D6B-83C97A8A359E}"/>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DDB7938-C364-0440-B1F3-263DBD34F8D0}"/>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0DDB7938-C364-0440-B1F3-263DBD34F8D0}"/>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7ABF2D5D-3AD7-848C-01B8-C71600C33D33}"/>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7ABF2D5D-3AD7-848C-01B8-C71600C33D33}"/>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B2554C6B-8432-9038-F838-E9B4D1D8437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B2554C6B-8432-9038-F838-E9B4D1D84371}"/>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B486806-51B6-4895-35C8-C22764A3E3F9}"/>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6B486806-51B6-4895-35C8-C22764A3E3F9}"/>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56F027B4-5E51-DD0D-7750-603BE8DD6AB3}"/>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56F027B4-5E51-DD0D-7750-603BE8DD6AB3}"/>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1A85C733-31D5-D9B9-75B3-77378FE44001}"/>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1A85C733-31D5-D9B9-75B3-77378FE44001}"/>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05405448-09B4-FA97-CE53-1BDDAA5DA03A}"/>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05405448-09B4-FA97-CE53-1BDDAA5DA03A}"/>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3DFB6D58-1F36-4585-A206-88D7207AA5F4}"/>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3DFB6D58-1F36-4585-A206-88D7207AA5F4}"/>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24B77D04-6DEE-32AC-8E2D-EB37669E57CA}"/>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24B77D04-6DEE-32AC-8E2D-EB37669E57CA}"/>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0DF25B1E-0C3F-2CC8-52F6-CFE35604D8BD}"/>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0DF25B1E-0C3F-2CC8-52F6-CFE35604D8BD}"/>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5D15C93-A356-34CE-0B90-FAA592ABABA6}"/>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95D15C93-A356-34CE-0B90-FAA592ABABA6}"/>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32DF19F6-7FAD-D5B2-2056-3D003F35F1E9}"/>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20B2BAD2-39FA-60C6-DF38-3B3CB7FD8FA2}"/>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1C163C4-A326-E336-16FE-60A66BCCBDDA}"/>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81C163C4-A326-E336-16FE-60A66BCCBDDA}"/>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67717825-5B40-75DF-D1D7-D6E52FA35179}"/>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67717825-5B40-75DF-D1D7-D6E52FA35179}"/>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55F9FE3-2085-1EA1-4F53-0E56BABB53DB}"/>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C55F9FE3-2085-1EA1-4F53-0E56BABB53DB}"/>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1" name="Elipse 30">
            <a:extLst>
              <a:ext uri="{FF2B5EF4-FFF2-40B4-BE49-F238E27FC236}">
                <a16:creationId xmlns:a16="http://schemas.microsoft.com/office/drawing/2014/main" id="{0D075CC3-85EF-3CE5-C22D-9FEDA693B2DB}"/>
              </a:ext>
            </a:extLst>
          </p:cNvPr>
          <p:cNvSpPr/>
          <p:nvPr/>
        </p:nvSpPr>
        <p:spPr>
          <a:xfrm>
            <a:off x="6045955"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3DC0C7CF-A6A0-B0A5-F247-0B9CFA2AE94F}"/>
              </a:ext>
            </a:extLst>
          </p:cNvPr>
          <p:cNvSpPr/>
          <p:nvPr/>
        </p:nvSpPr>
        <p:spPr>
          <a:xfrm>
            <a:off x="6045955"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Elipse 34">
            <a:extLst>
              <a:ext uri="{FF2B5EF4-FFF2-40B4-BE49-F238E27FC236}">
                <a16:creationId xmlns:a16="http://schemas.microsoft.com/office/drawing/2014/main" id="{DF116381-1F87-0977-8541-0640C6BA4CA3}"/>
              </a:ext>
            </a:extLst>
          </p:cNvPr>
          <p:cNvSpPr/>
          <p:nvPr/>
        </p:nvSpPr>
        <p:spPr>
          <a:xfrm>
            <a:off x="6766123"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Elipse 36">
            <a:extLst>
              <a:ext uri="{FF2B5EF4-FFF2-40B4-BE49-F238E27FC236}">
                <a16:creationId xmlns:a16="http://schemas.microsoft.com/office/drawing/2014/main" id="{E94CAD68-3202-8CFF-A890-4DBAC190023D}"/>
              </a:ext>
            </a:extLst>
          </p:cNvPr>
          <p:cNvSpPr/>
          <p:nvPr/>
        </p:nvSpPr>
        <p:spPr>
          <a:xfrm>
            <a:off x="6766123"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a:extLst>
              <a:ext uri="{FF2B5EF4-FFF2-40B4-BE49-F238E27FC236}">
                <a16:creationId xmlns:a16="http://schemas.microsoft.com/office/drawing/2014/main" id="{146CB1BC-2C39-D59D-B4F4-A530E9C4B668}"/>
              </a:ext>
            </a:extLst>
          </p:cNvPr>
          <p:cNvSpPr/>
          <p:nvPr/>
        </p:nvSpPr>
        <p:spPr>
          <a:xfrm>
            <a:off x="6045955" y="425539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Elipse 44">
            <a:extLst>
              <a:ext uri="{FF2B5EF4-FFF2-40B4-BE49-F238E27FC236}">
                <a16:creationId xmlns:a16="http://schemas.microsoft.com/office/drawing/2014/main" id="{B6E8F5E9-7AB2-6D58-116E-CE645E2D6187}"/>
              </a:ext>
            </a:extLst>
          </p:cNvPr>
          <p:cNvSpPr/>
          <p:nvPr/>
        </p:nvSpPr>
        <p:spPr>
          <a:xfrm>
            <a:off x="676612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7" name="Elipse 46">
            <a:extLst>
              <a:ext uri="{FF2B5EF4-FFF2-40B4-BE49-F238E27FC236}">
                <a16:creationId xmlns:a16="http://schemas.microsoft.com/office/drawing/2014/main" id="{E8749D40-084E-7C43-06E5-A360F7C25678}"/>
              </a:ext>
            </a:extLst>
          </p:cNvPr>
          <p:cNvSpPr/>
          <p:nvPr/>
        </p:nvSpPr>
        <p:spPr>
          <a:xfrm>
            <a:off x="7486291"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Elipse 48">
            <a:extLst>
              <a:ext uri="{FF2B5EF4-FFF2-40B4-BE49-F238E27FC236}">
                <a16:creationId xmlns:a16="http://schemas.microsoft.com/office/drawing/2014/main" id="{A702AABF-2989-CB6D-A6A6-AABAB31BDBFB}"/>
              </a:ext>
            </a:extLst>
          </p:cNvPr>
          <p:cNvSpPr/>
          <p:nvPr/>
        </p:nvSpPr>
        <p:spPr>
          <a:xfrm>
            <a:off x="748581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208007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206A3-735E-9F72-980A-214B946EB40F}"/>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BF71E637-EFD1-0B93-1969-6FAB5A48FA21}"/>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27260939-5883-4A59-BE8A-B01FC67C87D7}"/>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8</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075780D-6E60-48A0-5FFB-9FB838AC5A37}"/>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4CE8BBF-7B8E-112A-D110-4D8AB7947DF4}"/>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0≤</m:t>
                      </m:r>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≤2.5</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1≤</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ℕ</m:t>
                      </m:r>
                    </m:oMath>
                  </m:oMathPara>
                </a14:m>
                <a:endParaRPr lang="en-US" sz="3600" dirty="0">
                  <a:solidFill>
                    <a:schemeClr val="tx1"/>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74CE8BBF-7B8E-112A-D110-4D8AB7947DF4}"/>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CC5C549F-4DCF-4BF9-B261-D3A63D02A8B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88</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3DBF0643-D2C1-43A2-5A16-FFED13929E50}"/>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3DBF0643-D2C1-43A2-5A16-FFED13929E50}"/>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1300BD70-9A9C-DD91-AD9A-415D4D3E7A87}"/>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1300BD70-9A9C-DD91-AD9A-415D4D3E7A87}"/>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6A723594-3A6C-3109-271B-433B8A27C97E}"/>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6A723594-3A6C-3109-271B-433B8A27C97E}"/>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04EA615C-A5C9-4978-DEA1-EF5AC7C948B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04EA615C-A5C9-4978-DEA1-EF5AC7C948BB}"/>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9E8CB4F2-12C9-EE59-14E0-3172F86D1FBC}"/>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9E8CB4F2-12C9-EE59-14E0-3172F86D1FBC}"/>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B3DF5DB-2375-B4A2-834C-8E1C8D7F0742}"/>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AB3DF5DB-2375-B4A2-834C-8E1C8D7F0742}"/>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55BE6760-4E5E-C1A5-F642-88D50FAC2C17}"/>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55BE6760-4E5E-C1A5-F642-88D50FAC2C17}"/>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6802B8B-626F-8568-0E9F-C01F8AC743F2}"/>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26802B8B-626F-8568-0E9F-C01F8AC743F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995CE326-6CD3-63F1-B68A-D8DA2646A6BC}"/>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995CE326-6CD3-63F1-B68A-D8DA2646A6BC}"/>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BD2E03B-460F-D14A-86F8-0B1360516C40}"/>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6BD2E03B-460F-D14A-86F8-0B1360516C40}"/>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71642B3-384E-D930-8CF9-A90492E2C324}"/>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D71642B3-384E-D930-8CF9-A90492E2C324}"/>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6363B36B-CF68-4AA7-6714-A78194C883AE}"/>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6363B36B-CF68-4AA7-6714-A78194C883AE}"/>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2CA3F51-D7FD-BB81-0E96-22E5110C08D4}"/>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92CA3F51-D7FD-BB81-0E96-22E5110C08D4}"/>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556EE9C2-BC9E-BF88-35AE-0A5416744E09}"/>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B726E025-5A88-C72B-C7C8-EC5FB326F253}"/>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CB2D6A40-209F-8475-C71E-22F12E9D294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CB2D6A40-209F-8475-C71E-22F12E9D2946}"/>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FF8AC48-B9BF-0ECC-CABE-F8C47B4515ED}"/>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8FF8AC48-B9BF-0ECC-CABE-F8C47B4515ED}"/>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D5A56B63-FD64-59B3-B385-AAB9373D27B5}"/>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D5A56B63-FD64-59B3-B385-AAB9373D27B5}"/>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1" name="Elipse 30">
            <a:extLst>
              <a:ext uri="{FF2B5EF4-FFF2-40B4-BE49-F238E27FC236}">
                <a16:creationId xmlns:a16="http://schemas.microsoft.com/office/drawing/2014/main" id="{F58934C3-AB52-625E-CE90-391E1CD6BDC4}"/>
              </a:ext>
            </a:extLst>
          </p:cNvPr>
          <p:cNvSpPr/>
          <p:nvPr/>
        </p:nvSpPr>
        <p:spPr>
          <a:xfrm>
            <a:off x="6045955"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9CD68274-61D6-B1E3-A07A-71A959783552}"/>
              </a:ext>
            </a:extLst>
          </p:cNvPr>
          <p:cNvSpPr/>
          <p:nvPr/>
        </p:nvSpPr>
        <p:spPr>
          <a:xfrm>
            <a:off x="6045955"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Elipse 34">
            <a:extLst>
              <a:ext uri="{FF2B5EF4-FFF2-40B4-BE49-F238E27FC236}">
                <a16:creationId xmlns:a16="http://schemas.microsoft.com/office/drawing/2014/main" id="{DB08A49C-3EF9-4A56-226A-8EA534CDDFFE}"/>
              </a:ext>
            </a:extLst>
          </p:cNvPr>
          <p:cNvSpPr/>
          <p:nvPr/>
        </p:nvSpPr>
        <p:spPr>
          <a:xfrm>
            <a:off x="6766123"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Elipse 36">
            <a:extLst>
              <a:ext uri="{FF2B5EF4-FFF2-40B4-BE49-F238E27FC236}">
                <a16:creationId xmlns:a16="http://schemas.microsoft.com/office/drawing/2014/main" id="{55354655-A2C0-978F-EDE5-1CEE29F2EFFD}"/>
              </a:ext>
            </a:extLst>
          </p:cNvPr>
          <p:cNvSpPr/>
          <p:nvPr/>
        </p:nvSpPr>
        <p:spPr>
          <a:xfrm>
            <a:off x="6766123"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a:extLst>
              <a:ext uri="{FF2B5EF4-FFF2-40B4-BE49-F238E27FC236}">
                <a16:creationId xmlns:a16="http://schemas.microsoft.com/office/drawing/2014/main" id="{A7C0BC34-04DF-B139-5EF2-0E7501EF822A}"/>
              </a:ext>
            </a:extLst>
          </p:cNvPr>
          <p:cNvSpPr/>
          <p:nvPr/>
        </p:nvSpPr>
        <p:spPr>
          <a:xfrm>
            <a:off x="6045955" y="425539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Elipse 44">
            <a:extLst>
              <a:ext uri="{FF2B5EF4-FFF2-40B4-BE49-F238E27FC236}">
                <a16:creationId xmlns:a16="http://schemas.microsoft.com/office/drawing/2014/main" id="{BEF931FF-0F24-4CD5-08A5-FB4D357F35C7}"/>
              </a:ext>
            </a:extLst>
          </p:cNvPr>
          <p:cNvSpPr/>
          <p:nvPr/>
        </p:nvSpPr>
        <p:spPr>
          <a:xfrm>
            <a:off x="676612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Elipse 48">
            <a:extLst>
              <a:ext uri="{FF2B5EF4-FFF2-40B4-BE49-F238E27FC236}">
                <a16:creationId xmlns:a16="http://schemas.microsoft.com/office/drawing/2014/main" id="{1421A92A-04A7-B3E8-A2CD-C45697F1CA13}"/>
              </a:ext>
            </a:extLst>
          </p:cNvPr>
          <p:cNvSpPr/>
          <p:nvPr/>
        </p:nvSpPr>
        <p:spPr>
          <a:xfrm>
            <a:off x="748581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4" name="Conector recto 3">
            <a:extLst>
              <a:ext uri="{FF2B5EF4-FFF2-40B4-BE49-F238E27FC236}">
                <a16:creationId xmlns:a16="http://schemas.microsoft.com/office/drawing/2014/main" id="{00BF90E7-A00E-95E7-DC18-BA6C79AACB27}"/>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 name="Conector recto 5">
            <a:extLst>
              <a:ext uri="{FF2B5EF4-FFF2-40B4-BE49-F238E27FC236}">
                <a16:creationId xmlns:a16="http://schemas.microsoft.com/office/drawing/2014/main" id="{BD4623ED-6B7D-8920-D5CD-DC0D1DEC3D37}"/>
              </a:ext>
            </a:extLst>
          </p:cNvPr>
          <p:cNvCxnSpPr>
            <a:cxnSpLocks/>
          </p:cNvCxnSpPr>
          <p:nvPr/>
        </p:nvCxnSpPr>
        <p:spPr>
          <a:xfrm>
            <a:off x="6511632" y="1400697"/>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7" name="Elipse 46">
            <a:extLst>
              <a:ext uri="{FF2B5EF4-FFF2-40B4-BE49-F238E27FC236}">
                <a16:creationId xmlns:a16="http://schemas.microsoft.com/office/drawing/2014/main" id="{D3B8EC94-40BF-6229-A644-C65B6816DB95}"/>
              </a:ext>
            </a:extLst>
          </p:cNvPr>
          <p:cNvSpPr/>
          <p:nvPr/>
        </p:nvSpPr>
        <p:spPr>
          <a:xfrm>
            <a:off x="7486291" y="3533290"/>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6627431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5170B-1273-866F-9A0D-E5F42B17A18B}"/>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116E52AF-E3A3-E258-2152-4BF83CCC6D21}"/>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8CEE28BA-9D6A-C439-294F-5E5F76193EAD}"/>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8</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DEA0346-5A2B-57BA-41A8-FF658FC18304}"/>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71AD68C0-F55E-6533-F6E7-19B6594624D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89</a:t>
            </a:fld>
            <a:endParaRPr lang="en-US" noProof="0"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BE859EE6-89D0-F0DF-10EC-D90CE7106472}"/>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7" name="CuadroTexto 6">
                <a:extLst>
                  <a:ext uri="{FF2B5EF4-FFF2-40B4-BE49-F238E27FC236}">
                    <a16:creationId xmlns:a16="http://schemas.microsoft.com/office/drawing/2014/main" id="{923B89AF-948B-E55C-84A6-2C12CD664564}"/>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21B3765-8A2B-D898-EF81-E6FE10FD04DB}"/>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8" name="CuadroTexto 7">
                <a:extLst>
                  <a:ext uri="{FF2B5EF4-FFF2-40B4-BE49-F238E27FC236}">
                    <a16:creationId xmlns:a16="http://schemas.microsoft.com/office/drawing/2014/main" id="{46EB6E6B-ED29-D88D-472A-1F94A16B15B4}"/>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4ECC3F1-8481-5B14-F350-0A35F51BD792}"/>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9" name="CuadroTexto 8">
                <a:extLst>
                  <a:ext uri="{FF2B5EF4-FFF2-40B4-BE49-F238E27FC236}">
                    <a16:creationId xmlns:a16="http://schemas.microsoft.com/office/drawing/2014/main" id="{31E3544E-E666-0C50-2DDE-A42C653F1FB7}"/>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0447A756-39FF-1161-3367-1759F5BEF09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0" name="CuadroTexto 9">
                <a:extLst>
                  <a:ext uri="{FF2B5EF4-FFF2-40B4-BE49-F238E27FC236}">
                    <a16:creationId xmlns:a16="http://schemas.microsoft.com/office/drawing/2014/main" id="{ACE480C3-0751-8ED7-C50A-855380585EAE}"/>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092C787-344C-6986-1676-5E6FE54E1F00}"/>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1" name="CuadroTexto 10">
                <a:extLst>
                  <a:ext uri="{FF2B5EF4-FFF2-40B4-BE49-F238E27FC236}">
                    <a16:creationId xmlns:a16="http://schemas.microsoft.com/office/drawing/2014/main" id="{B6616346-1D74-BC11-889C-E93FA94E36A4}"/>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2AF6592-F483-8A36-F099-38C2D53CA6E8}"/>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2" name="CuadroTexto 11">
                <a:extLst>
                  <a:ext uri="{FF2B5EF4-FFF2-40B4-BE49-F238E27FC236}">
                    <a16:creationId xmlns:a16="http://schemas.microsoft.com/office/drawing/2014/main" id="{D71C4A9B-F6F2-0C2A-3983-020920026C88}"/>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5F96BC57-B881-7C81-0BD5-74A5E0307EDC}"/>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3" name="CuadroTexto 12">
                <a:extLst>
                  <a:ext uri="{FF2B5EF4-FFF2-40B4-BE49-F238E27FC236}">
                    <a16:creationId xmlns:a16="http://schemas.microsoft.com/office/drawing/2014/main" id="{A57B37AD-505B-1053-8C8B-9728DD0B5164}"/>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BF7F1B76-6DD1-DB0D-934A-388B892FA6D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4" name="CuadroTexto 13">
                <a:extLst>
                  <a:ext uri="{FF2B5EF4-FFF2-40B4-BE49-F238E27FC236}">
                    <a16:creationId xmlns:a16="http://schemas.microsoft.com/office/drawing/2014/main" id="{EF97CA97-5863-A070-E69E-4A7856259FE4}"/>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AB2B043-C9FC-B1BA-FAA3-224C5B7083AD}"/>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5" name="CuadroTexto 14">
                <a:extLst>
                  <a:ext uri="{FF2B5EF4-FFF2-40B4-BE49-F238E27FC236}">
                    <a16:creationId xmlns:a16="http://schemas.microsoft.com/office/drawing/2014/main" id="{18809A5F-3D4E-DBF4-35BF-072445497424}"/>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B44BA3C-AE69-E46E-D499-09097BF0E3C2}"/>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7" name="CuadroTexto 16">
                <a:extLst>
                  <a:ext uri="{FF2B5EF4-FFF2-40B4-BE49-F238E27FC236}">
                    <a16:creationId xmlns:a16="http://schemas.microsoft.com/office/drawing/2014/main" id="{9E8097E8-8A0C-D591-D4C2-972CCC2AB422}"/>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3F9D9461-F8C0-E223-1984-410107D104A3}"/>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9" name="CuadroTexto 18">
                <a:extLst>
                  <a:ext uri="{FF2B5EF4-FFF2-40B4-BE49-F238E27FC236}">
                    <a16:creationId xmlns:a16="http://schemas.microsoft.com/office/drawing/2014/main" id="{4953F741-79FF-0C1D-4FA9-FE19264D8137}"/>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D5FC45D-DDAD-4744-0D60-DE67486DDB05}"/>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20" name="CuadroTexto 19">
                <a:extLst>
                  <a:ext uri="{FF2B5EF4-FFF2-40B4-BE49-F238E27FC236}">
                    <a16:creationId xmlns:a16="http://schemas.microsoft.com/office/drawing/2014/main" id="{457BEFA5-9C67-3C40-0BF0-B2E4E4866DAE}"/>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7A66A6C-27CD-332C-3643-68277C69222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1" name="CuadroTexto 20">
                <a:extLst>
                  <a:ext uri="{FF2B5EF4-FFF2-40B4-BE49-F238E27FC236}">
                    <a16:creationId xmlns:a16="http://schemas.microsoft.com/office/drawing/2014/main" id="{32121CCA-E7BB-D4DB-1D77-E9AA6AD1F1AC}"/>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D2C3BC70-E322-C083-B0CA-3CE6EFEC7700}"/>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3" name="Conector recto de flecha 22">
            <a:extLst>
              <a:ext uri="{FF2B5EF4-FFF2-40B4-BE49-F238E27FC236}">
                <a16:creationId xmlns:a16="http://schemas.microsoft.com/office/drawing/2014/main" id="{DCB8E68E-1D64-9C78-7204-4A4CEE0BF81D}"/>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2CC9FE1-67F4-6225-7918-2E26C9237266}"/>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43FFD0B3-520D-677A-DBC1-4DE0436FDE92}"/>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8DD99BE4-E515-749C-B944-32C4FDFC404D}"/>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5" name="CuadroTexto 24">
                <a:extLst>
                  <a:ext uri="{FF2B5EF4-FFF2-40B4-BE49-F238E27FC236}">
                    <a16:creationId xmlns:a16="http://schemas.microsoft.com/office/drawing/2014/main" id="{1CE3C861-06C2-DF3C-B249-753089A20D10}"/>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D19E040-3731-1FB9-5FBB-2D9B56DA3573}"/>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6" name="CuadroTexto 25">
                <a:extLst>
                  <a:ext uri="{FF2B5EF4-FFF2-40B4-BE49-F238E27FC236}">
                    <a16:creationId xmlns:a16="http://schemas.microsoft.com/office/drawing/2014/main" id="{9BF31CAA-241A-4FAA-F0BD-BE5AF5F06D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1" name="Elipse 30">
            <a:extLst>
              <a:ext uri="{FF2B5EF4-FFF2-40B4-BE49-F238E27FC236}">
                <a16:creationId xmlns:a16="http://schemas.microsoft.com/office/drawing/2014/main" id="{BFE1F834-47FE-E343-E546-C57F5AAEF6FF}"/>
              </a:ext>
            </a:extLst>
          </p:cNvPr>
          <p:cNvSpPr/>
          <p:nvPr/>
        </p:nvSpPr>
        <p:spPr>
          <a:xfrm>
            <a:off x="6045955"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Elipse 33">
            <a:extLst>
              <a:ext uri="{FF2B5EF4-FFF2-40B4-BE49-F238E27FC236}">
                <a16:creationId xmlns:a16="http://schemas.microsoft.com/office/drawing/2014/main" id="{ED3662E6-C1BF-951F-D32E-704886C86EEE}"/>
              </a:ext>
            </a:extLst>
          </p:cNvPr>
          <p:cNvSpPr/>
          <p:nvPr/>
        </p:nvSpPr>
        <p:spPr>
          <a:xfrm>
            <a:off x="6045955"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5" name="Elipse 34">
            <a:extLst>
              <a:ext uri="{FF2B5EF4-FFF2-40B4-BE49-F238E27FC236}">
                <a16:creationId xmlns:a16="http://schemas.microsoft.com/office/drawing/2014/main" id="{2513D657-E997-8E6B-5D73-A422E9AFD8C4}"/>
              </a:ext>
            </a:extLst>
          </p:cNvPr>
          <p:cNvSpPr/>
          <p:nvPr/>
        </p:nvSpPr>
        <p:spPr>
          <a:xfrm>
            <a:off x="6766123" y="281780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7" name="Elipse 36">
            <a:extLst>
              <a:ext uri="{FF2B5EF4-FFF2-40B4-BE49-F238E27FC236}">
                <a16:creationId xmlns:a16="http://schemas.microsoft.com/office/drawing/2014/main" id="{A00F44C4-B308-EC6D-FDD9-4256603C66C3}"/>
              </a:ext>
            </a:extLst>
          </p:cNvPr>
          <p:cNvSpPr/>
          <p:nvPr/>
        </p:nvSpPr>
        <p:spPr>
          <a:xfrm>
            <a:off x="6766123" y="3533290"/>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Elipse 41">
            <a:extLst>
              <a:ext uri="{FF2B5EF4-FFF2-40B4-BE49-F238E27FC236}">
                <a16:creationId xmlns:a16="http://schemas.microsoft.com/office/drawing/2014/main" id="{857B196C-5576-704D-991E-029D9597CF6C}"/>
              </a:ext>
            </a:extLst>
          </p:cNvPr>
          <p:cNvSpPr/>
          <p:nvPr/>
        </p:nvSpPr>
        <p:spPr>
          <a:xfrm>
            <a:off x="6045955" y="4255398"/>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5" name="Elipse 44">
            <a:extLst>
              <a:ext uri="{FF2B5EF4-FFF2-40B4-BE49-F238E27FC236}">
                <a16:creationId xmlns:a16="http://schemas.microsoft.com/office/drawing/2014/main" id="{2D15EB54-265A-DED7-2E6D-F0234140CBA9}"/>
              </a:ext>
            </a:extLst>
          </p:cNvPr>
          <p:cNvSpPr/>
          <p:nvPr/>
        </p:nvSpPr>
        <p:spPr>
          <a:xfrm>
            <a:off x="676612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9" name="Elipse 48">
            <a:extLst>
              <a:ext uri="{FF2B5EF4-FFF2-40B4-BE49-F238E27FC236}">
                <a16:creationId xmlns:a16="http://schemas.microsoft.com/office/drawing/2014/main" id="{599C21ED-5183-B26D-BEBA-F0536547B794}"/>
              </a:ext>
            </a:extLst>
          </p:cNvPr>
          <p:cNvSpPr/>
          <p:nvPr/>
        </p:nvSpPr>
        <p:spPr>
          <a:xfrm>
            <a:off x="7485813" y="4252237"/>
            <a:ext cx="252000" cy="252000"/>
          </a:xfrm>
          <a:prstGeom prst="ellipse">
            <a:avLst/>
          </a:prstGeom>
          <a:solidFill>
            <a:srgbClr val="0070C0">
              <a:alpha val="60000"/>
            </a:srgbClr>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Elipse 5">
            <a:extLst>
              <a:ext uri="{FF2B5EF4-FFF2-40B4-BE49-F238E27FC236}">
                <a16:creationId xmlns:a16="http://schemas.microsoft.com/office/drawing/2014/main" id="{A795D68C-FB73-01B5-D574-8BA3FFE8552C}"/>
              </a:ext>
            </a:extLst>
          </p:cNvPr>
          <p:cNvSpPr/>
          <p:nvPr/>
        </p:nvSpPr>
        <p:spPr>
          <a:xfrm>
            <a:off x="7486291" y="3533290"/>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8" name="Marcador de contenido 2">
                <a:extLst>
                  <a:ext uri="{FF2B5EF4-FFF2-40B4-BE49-F238E27FC236}">
                    <a16:creationId xmlns:a16="http://schemas.microsoft.com/office/drawing/2014/main" id="{910F11C4-00C8-2D36-E634-A0ADA61ED9B2}"/>
                  </a:ext>
                </a:extLst>
              </p:cNvPr>
              <p:cNvSpPr>
                <a:spLocks noGrp="1"/>
              </p:cNvSpPr>
              <p:nvPr>
                <p:ph idx="1"/>
              </p:nvPr>
            </p:nvSpPr>
            <p:spPr>
              <a:xfrm>
                <a:off x="629412" y="1522914"/>
                <a:ext cx="4117249" cy="4788985"/>
              </a:xfrm>
            </p:spPr>
            <p:txBody>
              <a:bodyPr>
                <a:noAutofit/>
              </a:bodyPr>
              <a:lstStyle/>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3600" noProof="0" dirty="0">
                    <a:latin typeface="Gill Sans Nova" panose="020B0602020104020203" pitchFamily="34" charset="0"/>
                  </a:rPr>
                  <a:t>Optimal solution:</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𝒙</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𝟐</m:t>
                      </m:r>
                    </m:oMath>
                  </m:oMathPara>
                </a14:m>
                <a:endParaRPr lang="en-US" sz="3600" b="1"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𝒚</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smtClean="0">
                          <a:solidFill>
                            <a:srgbClr val="0070C0"/>
                          </a:solidFill>
                          <a:latin typeface="Cambria Math" panose="02040503050406030204" pitchFamily="18" charset="0"/>
                        </a:rPr>
                        <m:t>𝟐</m:t>
                      </m:r>
                    </m:oMath>
                  </m:oMathPara>
                </a14:m>
                <a:endParaRPr lang="en-US" sz="3600" b="1" noProof="0" dirty="0">
                  <a:solidFill>
                    <a:srgbClr val="0070C0"/>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𝒛</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𝟔</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mc:Choice>
        <mc:Fallback xmlns="">
          <p:sp>
            <p:nvSpPr>
              <p:cNvPr id="28" name="Marcador de contenido 2">
                <a:extLst>
                  <a:ext uri="{FF2B5EF4-FFF2-40B4-BE49-F238E27FC236}">
                    <a16:creationId xmlns:a16="http://schemas.microsoft.com/office/drawing/2014/main" id="{910F11C4-00C8-2D36-E634-A0ADA61ED9B2}"/>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20"/>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62253868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1411B-C7C7-D7BB-0585-A8F0F9873196}"/>
            </a:ext>
          </a:extLst>
        </p:cNvPr>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7A5266F9-B267-5827-146B-FBB5347C50E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90</a:t>
            </a:fld>
            <a:endParaRPr lang="en-US" noProof="0" dirty="0"/>
          </a:p>
        </p:txBody>
      </p:sp>
      <p:sp>
        <p:nvSpPr>
          <p:cNvPr id="31" name="Título 1">
            <a:extLst>
              <a:ext uri="{FF2B5EF4-FFF2-40B4-BE49-F238E27FC236}">
                <a16:creationId xmlns:a16="http://schemas.microsoft.com/office/drawing/2014/main" id="{E0927794-E39C-1561-66DB-7B508F45963B}"/>
              </a:ext>
            </a:extLst>
          </p:cNvPr>
          <p:cNvSpPr>
            <a:spLocks noGrp="1"/>
          </p:cNvSpPr>
          <p:nvPr>
            <p:ph type="title"/>
          </p:nvPr>
        </p:nvSpPr>
        <p:spPr>
          <a:xfrm>
            <a:off x="420624" y="254955"/>
            <a:ext cx="4715255" cy="686433"/>
          </a:xfrm>
        </p:spPr>
        <p:txBody>
          <a:bodyPr>
            <a:noAutofit/>
          </a:bodyPr>
          <a:lstStyle/>
          <a:p>
            <a:r>
              <a:rPr lang="en-US" sz="4800" dirty="0">
                <a:latin typeface="Gill Sans Nova" panose="020B0602020104020203" pitchFamily="34" charset="0"/>
              </a:rPr>
              <a:t>Branch and Bound</a:t>
            </a:r>
            <a:endParaRPr lang="en-US" sz="4000" noProof="0" dirty="0">
              <a:latin typeface="Gill Sans Nova" panose="020B0602020104020203" pitchFamily="34" charset="0"/>
            </a:endParaRPr>
          </a:p>
        </p:txBody>
      </p:sp>
      <p:sp>
        <p:nvSpPr>
          <p:cNvPr id="32" name="Rectángulo 31">
            <a:extLst>
              <a:ext uri="{FF2B5EF4-FFF2-40B4-BE49-F238E27FC236}">
                <a16:creationId xmlns:a16="http://schemas.microsoft.com/office/drawing/2014/main" id="{0E1D8035-AB99-55B4-3B1A-254F47971355}"/>
              </a:ext>
            </a:extLst>
          </p:cNvPr>
          <p:cNvSpPr/>
          <p:nvPr/>
        </p:nvSpPr>
        <p:spPr>
          <a:xfrm>
            <a:off x="420625" y="941380"/>
            <a:ext cx="471525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4" name="Marcador de contenido 2">
                <a:extLst>
                  <a:ext uri="{FF2B5EF4-FFF2-40B4-BE49-F238E27FC236}">
                    <a16:creationId xmlns:a16="http://schemas.microsoft.com/office/drawing/2014/main" id="{2F3D1A9A-C3A7-8FB5-58A8-B2C83207E823}"/>
                  </a:ext>
                </a:extLst>
              </p:cNvPr>
              <p:cNvSpPr>
                <a:spLocks noGrp="1"/>
              </p:cNvSpPr>
              <p:nvPr>
                <p:ph idx="1"/>
              </p:nvPr>
            </p:nvSpPr>
            <p:spPr>
              <a:xfrm>
                <a:off x="629412" y="1478752"/>
                <a:ext cx="10933176" cy="4979799"/>
              </a:xfrm>
            </p:spPr>
            <p:txBody>
              <a:bodyPr>
                <a:noAutofit/>
              </a:bodyPr>
              <a:lstStyle/>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Algorithm based on the use of a relaxed formulation.</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Integer variables </a:t>
                </a:r>
                <a14:m>
                  <m:oMath xmlns:m="http://schemas.openxmlformats.org/officeDocument/2006/math">
                    <m:r>
                      <a:rPr lang="es-ES" sz="3600" i="1">
                        <a:solidFill>
                          <a:srgbClr val="0070C0"/>
                        </a:solidFill>
                        <a:latin typeface="Cambria Math" panose="02040503050406030204" pitchFamily="18" charset="0"/>
                      </a:rPr>
                      <m:t>→</m:t>
                    </m:r>
                  </m:oMath>
                </a14:m>
                <a:r>
                  <a:rPr lang="en-US" sz="3600" dirty="0">
                    <a:latin typeface="Gill Sans Nova" panose="020B0602020104020203" pitchFamily="34" charset="0"/>
                  </a:rPr>
                  <a:t> Continuous variables.</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Iterative procedure </a:t>
                </a:r>
                <a14:m>
                  <m:oMath xmlns:m="http://schemas.openxmlformats.org/officeDocument/2006/math">
                    <m:r>
                      <a:rPr lang="es-ES" sz="3600" i="1">
                        <a:solidFill>
                          <a:srgbClr val="0070C0"/>
                        </a:solidFill>
                        <a:latin typeface="Cambria Math" panose="02040503050406030204" pitchFamily="18" charset="0"/>
                      </a:rPr>
                      <m:t>→</m:t>
                    </m:r>
                  </m:oMath>
                </a14:m>
                <a:r>
                  <a:rPr lang="en-US" sz="3600" dirty="0">
                    <a:latin typeface="Gill Sans Nova" panose="020B0602020104020203" pitchFamily="34" charset="0"/>
                  </a:rPr>
                  <a:t> All the search tree is analyzed or the optimality GAP condition is fulfilled: if </a:t>
                </a:r>
                <a14:m>
                  <m:oMath xmlns:m="http://schemas.openxmlformats.org/officeDocument/2006/math">
                    <m:r>
                      <a:rPr lang="es-ES" sz="3600" b="0" i="1" smtClean="0">
                        <a:latin typeface="Cambria Math" panose="02040503050406030204" pitchFamily="18" charset="0"/>
                      </a:rPr>
                      <m:t>𝑈𝐵</m:t>
                    </m:r>
                    <m:r>
                      <a:rPr lang="es-ES" sz="3600" b="0" i="1" smtClean="0">
                        <a:latin typeface="Cambria Math" panose="02040503050406030204" pitchFamily="18" charset="0"/>
                      </a:rPr>
                      <m:t>−</m:t>
                    </m:r>
                    <m:r>
                      <a:rPr lang="es-ES" sz="3600" b="0" i="1" smtClean="0">
                        <a:latin typeface="Cambria Math" panose="02040503050406030204" pitchFamily="18" charset="0"/>
                      </a:rPr>
                      <m:t>𝐿𝐵</m:t>
                    </m:r>
                    <m:r>
                      <a:rPr lang="es-ES" sz="3600" b="0" i="1" smtClean="0">
                        <a:latin typeface="Cambria Math" panose="02040503050406030204" pitchFamily="18" charset="0"/>
                      </a:rPr>
                      <m:t>&gt;</m:t>
                    </m:r>
                    <m:r>
                      <a:rPr lang="es-ES" sz="3600" b="0" i="1" smtClean="0">
                        <a:latin typeface="Cambria Math" panose="02040503050406030204" pitchFamily="18" charset="0"/>
                      </a:rPr>
                      <m:t>𝐺𝐴𝑃</m:t>
                    </m:r>
                  </m:oMath>
                </a14:m>
                <a:r>
                  <a:rPr lang="en-US" sz="3600" dirty="0">
                    <a:latin typeface="Gill Sans Nova" panose="020B0602020104020203" pitchFamily="34" charset="0"/>
                  </a:rPr>
                  <a:t>, continue; otherwise, stop.</a:t>
                </a:r>
              </a:p>
              <a:p>
                <a:pPr algn="just">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A relative optimality GAP condition can also be considered: if </a:t>
                </a:r>
                <a14:m>
                  <m:oMath xmlns:m="http://schemas.openxmlformats.org/officeDocument/2006/math">
                    <m:f>
                      <m:fPr>
                        <m:ctrlPr>
                          <a:rPr lang="es-ES" sz="3600" i="1">
                            <a:latin typeface="Cambria Math" panose="02040503050406030204" pitchFamily="18" charset="0"/>
                          </a:rPr>
                        </m:ctrlPr>
                      </m:fPr>
                      <m:num>
                        <m:d>
                          <m:dPr>
                            <m:begChr m:val="|"/>
                            <m:endChr m:val="|"/>
                            <m:ctrlPr>
                              <a:rPr lang="es-ES" sz="3600" i="1">
                                <a:latin typeface="Cambria Math" panose="02040503050406030204" pitchFamily="18" charset="0"/>
                              </a:rPr>
                            </m:ctrlPr>
                          </m:dPr>
                          <m:e>
                            <m:r>
                              <a:rPr lang="es-ES" sz="3600" i="1">
                                <a:latin typeface="Cambria Math" panose="02040503050406030204" pitchFamily="18" charset="0"/>
                              </a:rPr>
                              <m:t>𝑈𝐵</m:t>
                            </m:r>
                            <m:r>
                              <a:rPr lang="es-ES" sz="3600" i="1">
                                <a:latin typeface="Cambria Math" panose="02040503050406030204" pitchFamily="18" charset="0"/>
                              </a:rPr>
                              <m:t>−</m:t>
                            </m:r>
                            <m:r>
                              <a:rPr lang="es-ES" sz="3600" i="1">
                                <a:latin typeface="Cambria Math" panose="02040503050406030204" pitchFamily="18" charset="0"/>
                              </a:rPr>
                              <m:t>𝐿𝐵</m:t>
                            </m:r>
                          </m:e>
                        </m:d>
                      </m:num>
                      <m:den>
                        <m:d>
                          <m:dPr>
                            <m:begChr m:val="|"/>
                            <m:endChr m:val="|"/>
                            <m:ctrlPr>
                              <a:rPr lang="es-ES" sz="3600" i="1">
                                <a:latin typeface="Cambria Math" panose="02040503050406030204" pitchFamily="18" charset="0"/>
                              </a:rPr>
                            </m:ctrlPr>
                          </m:dPr>
                          <m:e>
                            <m:r>
                              <a:rPr lang="es-ES" sz="3600" i="1">
                                <a:latin typeface="Cambria Math" panose="02040503050406030204" pitchFamily="18" charset="0"/>
                              </a:rPr>
                              <m:t>𝐿𝐵</m:t>
                            </m:r>
                          </m:e>
                        </m:d>
                      </m:den>
                    </m:f>
                    <m:r>
                      <a:rPr lang="es-ES" sz="3600" b="0" i="1" smtClean="0">
                        <a:latin typeface="Cambria Math" panose="02040503050406030204" pitchFamily="18" charset="0"/>
                      </a:rPr>
                      <m:t>&gt;</m:t>
                    </m:r>
                    <m:r>
                      <a:rPr lang="es-ES" sz="3600" i="1">
                        <a:latin typeface="Cambria Math" panose="02040503050406030204" pitchFamily="18" charset="0"/>
                      </a:rPr>
                      <m:t>𝐺𝐴𝑃</m:t>
                    </m:r>
                  </m:oMath>
                </a14:m>
                <a:r>
                  <a:rPr lang="en-US" sz="3600" dirty="0">
                    <a:latin typeface="Gill Sans Nova" panose="020B0602020104020203" pitchFamily="34" charset="0"/>
                  </a:rPr>
                  <a:t>, continue; otherwise, stop.</a:t>
                </a:r>
              </a:p>
            </p:txBody>
          </p:sp>
        </mc:Choice>
        <mc:Fallback xmlns="">
          <p:sp>
            <p:nvSpPr>
              <p:cNvPr id="34" name="Marcador de contenido 2">
                <a:extLst>
                  <a:ext uri="{FF2B5EF4-FFF2-40B4-BE49-F238E27FC236}">
                    <a16:creationId xmlns:a16="http://schemas.microsoft.com/office/drawing/2014/main" id="{2F3D1A9A-C3A7-8FB5-58A8-B2C83207E823}"/>
                  </a:ext>
                </a:extLst>
              </p:cNvPr>
              <p:cNvSpPr>
                <a:spLocks noGrp="1" noRot="1" noChangeAspect="1" noMove="1" noResize="1" noEditPoints="1" noAdjustHandles="1" noChangeArrowheads="1" noChangeShapeType="1" noTextEdit="1"/>
              </p:cNvSpPr>
              <p:nvPr>
                <p:ph idx="1"/>
              </p:nvPr>
            </p:nvSpPr>
            <p:spPr>
              <a:xfrm>
                <a:off x="629412" y="1478752"/>
                <a:ext cx="10933176" cy="4979799"/>
              </a:xfrm>
              <a:blipFill>
                <a:blip r:embed="rId3"/>
                <a:stretch>
                  <a:fillRect l="-1505" t="-3064" r="-1672" b="-858"/>
                </a:stretch>
              </a:blipFill>
            </p:spPr>
            <p:txBody>
              <a:bodyPr/>
              <a:lstStyle/>
              <a:p>
                <a:r>
                  <a:rPr lang="es-ES">
                    <a:noFill/>
                  </a:rPr>
                  <a:t> </a:t>
                </a:r>
              </a:p>
            </p:txBody>
          </p:sp>
        </mc:Fallback>
      </mc:AlternateContent>
    </p:spTree>
    <p:extLst>
      <p:ext uri="{BB962C8B-B14F-4D97-AF65-F5344CB8AC3E}">
        <p14:creationId xmlns:p14="http://schemas.microsoft.com/office/powerpoint/2010/main" val="34609387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1F90E-E803-2B94-BC51-468B0E01A5D8}"/>
            </a:ext>
          </a:extLst>
        </p:cNvPr>
        <p:cNvGrpSpPr/>
        <p:nvPr/>
      </p:nvGrpSpPr>
      <p:grpSpPr>
        <a:xfrm>
          <a:off x="0" y="0"/>
          <a:ext cx="0" cy="0"/>
          <a:chOff x="0" y="0"/>
          <a:chExt cx="0" cy="0"/>
        </a:xfrm>
      </p:grpSpPr>
      <p:sp>
        <p:nvSpPr>
          <p:cNvPr id="3" name="Marcador de número de diapositiva 5">
            <a:extLst>
              <a:ext uri="{FF2B5EF4-FFF2-40B4-BE49-F238E27FC236}">
                <a16:creationId xmlns:a16="http://schemas.microsoft.com/office/drawing/2014/main" id="{096C5172-ADE7-E4DD-9C81-8F8D5D485DD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91</a:t>
            </a:fld>
            <a:endParaRPr lang="en-US" noProof="0" dirty="0"/>
          </a:p>
        </p:txBody>
      </p:sp>
      <p:sp>
        <p:nvSpPr>
          <p:cNvPr id="31" name="Título 1">
            <a:extLst>
              <a:ext uri="{FF2B5EF4-FFF2-40B4-BE49-F238E27FC236}">
                <a16:creationId xmlns:a16="http://schemas.microsoft.com/office/drawing/2014/main" id="{BD8F6B02-766A-CC63-ABBC-B9927705D580}"/>
              </a:ext>
            </a:extLst>
          </p:cNvPr>
          <p:cNvSpPr>
            <a:spLocks noGrp="1"/>
          </p:cNvSpPr>
          <p:nvPr>
            <p:ph type="title"/>
          </p:nvPr>
        </p:nvSpPr>
        <p:spPr>
          <a:xfrm>
            <a:off x="420624" y="254955"/>
            <a:ext cx="4715255" cy="686433"/>
          </a:xfrm>
        </p:spPr>
        <p:txBody>
          <a:bodyPr>
            <a:noAutofit/>
          </a:bodyPr>
          <a:lstStyle/>
          <a:p>
            <a:r>
              <a:rPr lang="en-US" sz="4800" dirty="0">
                <a:latin typeface="Gill Sans Nova" panose="020B0602020104020203" pitchFamily="34" charset="0"/>
              </a:rPr>
              <a:t>Branch and Bound</a:t>
            </a:r>
            <a:endParaRPr lang="en-US" sz="4000" noProof="0" dirty="0">
              <a:latin typeface="Gill Sans Nova" panose="020B0602020104020203" pitchFamily="34" charset="0"/>
            </a:endParaRPr>
          </a:p>
        </p:txBody>
      </p:sp>
      <p:sp>
        <p:nvSpPr>
          <p:cNvPr id="32" name="Rectángulo 31">
            <a:extLst>
              <a:ext uri="{FF2B5EF4-FFF2-40B4-BE49-F238E27FC236}">
                <a16:creationId xmlns:a16="http://schemas.microsoft.com/office/drawing/2014/main" id="{C9CC417F-F34B-DC2C-798A-67B53B6564A7}"/>
              </a:ext>
            </a:extLst>
          </p:cNvPr>
          <p:cNvSpPr/>
          <p:nvPr/>
        </p:nvSpPr>
        <p:spPr>
          <a:xfrm>
            <a:off x="420625" y="941380"/>
            <a:ext cx="471525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4" name="Marcador de contenido 2">
                <a:extLst>
                  <a:ext uri="{FF2B5EF4-FFF2-40B4-BE49-F238E27FC236}">
                    <a16:creationId xmlns:a16="http://schemas.microsoft.com/office/drawing/2014/main" id="{FE917DDA-E194-405D-BDC0-BB6308E56F01}"/>
                  </a:ext>
                </a:extLst>
              </p:cNvPr>
              <p:cNvSpPr>
                <a:spLocks noGrp="1"/>
              </p:cNvSpPr>
              <p:nvPr>
                <p:ph idx="1"/>
              </p:nvPr>
            </p:nvSpPr>
            <p:spPr>
              <a:xfrm>
                <a:off x="629412" y="1478753"/>
                <a:ext cx="10933176" cy="4576090"/>
              </a:xfrm>
            </p:spPr>
            <p:txBody>
              <a:bodyPr>
                <a:noAutofit/>
              </a:bodyPr>
              <a:lstStyle/>
              <a:p>
                <a:pPr marL="0" indent="0" algn="just">
                  <a:buClr>
                    <a:srgbClr val="0070C0"/>
                  </a:buClr>
                  <a:buSzPct val="100000"/>
                  <a:buNone/>
                </a:pPr>
                <a:endParaRPr lang="en-US" sz="1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If </a:t>
                </a:r>
                <a14:m>
                  <m:oMath xmlns:m="http://schemas.openxmlformats.org/officeDocument/2006/math">
                    <m:r>
                      <a:rPr lang="es-ES" sz="3600" i="1">
                        <a:latin typeface="Cambria Math" panose="02040503050406030204" pitchFamily="18" charset="0"/>
                      </a:rPr>
                      <m:t>𝐺𝐴𝑃</m:t>
                    </m:r>
                    <m:r>
                      <a:rPr lang="es-ES" sz="3600" i="1">
                        <a:latin typeface="Cambria Math" panose="02040503050406030204" pitchFamily="18" charset="0"/>
                      </a:rPr>
                      <m:t>&gt;0</m:t>
                    </m:r>
                  </m:oMath>
                </a14:m>
                <a:r>
                  <a:rPr lang="en-US" sz="3600" dirty="0">
                    <a:latin typeface="Gill Sans Nova" panose="020B0602020104020203" pitchFamily="34" charset="0"/>
                  </a:rPr>
                  <a:t>, we cannot claim that the solution found is the global optimum.</a:t>
                </a:r>
              </a:p>
              <a:p>
                <a:pPr marL="0" indent="0" algn="just">
                  <a:buClr>
                    <a:srgbClr val="0070C0"/>
                  </a:buClr>
                  <a:buSzPct val="100000"/>
                  <a:buNone/>
                </a:pPr>
                <a:endParaRPr lang="en-US" sz="1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However, the solution may be good enough for the decision maker.</a:t>
                </a:r>
              </a:p>
              <a:p>
                <a:pPr marL="0" indent="0" algn="just">
                  <a:buClr>
                    <a:srgbClr val="0070C0"/>
                  </a:buClr>
                  <a:buSzPct val="100000"/>
                  <a:buNone/>
                </a:pPr>
                <a:endParaRPr lang="en-US" sz="18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a:t>
                </a:r>
                <a:r>
                  <a:rPr lang="en-US" sz="3600" dirty="0">
                    <a:solidFill>
                      <a:srgbClr val="0070C0"/>
                    </a:solidFill>
                    <a:latin typeface="Gill Sans Nova" panose="020B0602020104020203" pitchFamily="34" charset="0"/>
                  </a:rPr>
                  <a:t>https://www.youtube.com/watch?v=tBUfL3O_Nzg</a:t>
                </a:r>
              </a:p>
            </p:txBody>
          </p:sp>
        </mc:Choice>
        <mc:Fallback xmlns="">
          <p:sp>
            <p:nvSpPr>
              <p:cNvPr id="34" name="Marcador de contenido 2">
                <a:extLst>
                  <a:ext uri="{FF2B5EF4-FFF2-40B4-BE49-F238E27FC236}">
                    <a16:creationId xmlns:a16="http://schemas.microsoft.com/office/drawing/2014/main" id="{FE917DDA-E194-405D-BDC0-BB6308E56F01}"/>
                  </a:ext>
                </a:extLst>
              </p:cNvPr>
              <p:cNvSpPr>
                <a:spLocks noGrp="1" noRot="1" noChangeAspect="1" noMove="1" noResize="1" noEditPoints="1" noAdjustHandles="1" noChangeArrowheads="1" noChangeShapeType="1" noTextEdit="1"/>
              </p:cNvSpPr>
              <p:nvPr>
                <p:ph idx="1"/>
              </p:nvPr>
            </p:nvSpPr>
            <p:spPr>
              <a:xfrm>
                <a:off x="629412" y="1478753"/>
                <a:ext cx="10933176" cy="4576090"/>
              </a:xfrm>
              <a:blipFill>
                <a:blip r:embed="rId3"/>
                <a:stretch>
                  <a:fillRect l="-1505" r="-1672"/>
                </a:stretch>
              </a:blipFill>
            </p:spPr>
            <p:txBody>
              <a:bodyPr/>
              <a:lstStyle/>
              <a:p>
                <a:r>
                  <a:rPr lang="es-ES">
                    <a:noFill/>
                  </a:rPr>
                  <a:t> </a:t>
                </a:r>
              </a:p>
            </p:txBody>
          </p:sp>
        </mc:Fallback>
      </mc:AlternateContent>
    </p:spTree>
    <p:extLst>
      <p:ext uri="{BB962C8B-B14F-4D97-AF65-F5344CB8AC3E}">
        <p14:creationId xmlns:p14="http://schemas.microsoft.com/office/powerpoint/2010/main" val="40137384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971C5-3AAD-A18A-A3B8-27DEF3223B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E0E587-C167-E0B2-5CC5-5800FBD98B59}"/>
              </a:ext>
            </a:extLst>
          </p:cNvPr>
          <p:cNvSpPr>
            <a:spLocks noGrp="1"/>
          </p:cNvSpPr>
          <p:nvPr>
            <p:ph type="title"/>
          </p:nvPr>
        </p:nvSpPr>
        <p:spPr>
          <a:xfrm>
            <a:off x="1265578" y="844748"/>
            <a:ext cx="9660843" cy="5168504"/>
          </a:xfrm>
        </p:spPr>
        <p:txBody>
          <a:bodyPr>
            <a:noAutofit/>
          </a:bodyPr>
          <a:lstStyle/>
          <a:p>
            <a:pPr algn="ctr"/>
            <a:r>
              <a:rPr lang="en-US" sz="8800" dirty="0">
                <a:latin typeface="Gill Sans Nova" panose="020B0602020104020203" pitchFamily="34" charset="0"/>
              </a:rPr>
              <a:t>5. Nonlinear Programming </a:t>
            </a:r>
            <a:br>
              <a:rPr lang="en-US" sz="8800" dirty="0">
                <a:latin typeface="Gill Sans Nova" panose="020B0602020104020203" pitchFamily="34" charset="0"/>
              </a:rPr>
            </a:br>
            <a:r>
              <a:rPr lang="en-US" sz="8800" dirty="0">
                <a:latin typeface="Gill Sans Nova" panose="020B0602020104020203" pitchFamily="34" charset="0"/>
              </a:rPr>
              <a:t>(NLP)</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3539411A-9C43-991B-F847-C52B1B8CE8CE}"/>
              </a:ext>
            </a:extLst>
          </p:cNvPr>
          <p:cNvSpPr>
            <a:spLocks noGrp="1"/>
          </p:cNvSpPr>
          <p:nvPr>
            <p:ph type="sldNum" sz="quarter" idx="12"/>
          </p:nvPr>
        </p:nvSpPr>
        <p:spPr/>
        <p:txBody>
          <a:bodyPr/>
          <a:lstStyle/>
          <a:p>
            <a:fld id="{5A84F577-29EB-44E5-8782-4BD1CF8B9235}" type="slidenum">
              <a:rPr lang="en-US" noProof="0" smtClean="0"/>
              <a:t>92</a:t>
            </a:fld>
            <a:endParaRPr lang="en-US" noProof="0" dirty="0"/>
          </a:p>
        </p:txBody>
      </p:sp>
    </p:spTree>
    <p:extLst>
      <p:ext uri="{BB962C8B-B14F-4D97-AF65-F5344CB8AC3E}">
        <p14:creationId xmlns:p14="http://schemas.microsoft.com/office/powerpoint/2010/main" val="595664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4EB7-23D3-3C5E-11B8-196A948C2761}"/>
            </a:ext>
          </a:extLst>
        </p:cNvPr>
        <p:cNvGrpSpPr/>
        <p:nvPr/>
      </p:nvGrpSpPr>
      <p:grpSpPr>
        <a:xfrm>
          <a:off x="0" y="0"/>
          <a:ext cx="0" cy="0"/>
          <a:chOff x="0" y="0"/>
          <a:chExt cx="0" cy="0"/>
        </a:xfrm>
      </p:grpSpPr>
      <p:sp>
        <p:nvSpPr>
          <p:cNvPr id="39" name="Forma libre: forma 38">
            <a:extLst>
              <a:ext uri="{FF2B5EF4-FFF2-40B4-BE49-F238E27FC236}">
                <a16:creationId xmlns:a16="http://schemas.microsoft.com/office/drawing/2014/main" id="{E071C0BF-AB47-D67D-A320-B9EA7CF18E87}"/>
              </a:ext>
            </a:extLst>
          </p:cNvPr>
          <p:cNvSpPr/>
          <p:nvPr/>
        </p:nvSpPr>
        <p:spPr>
          <a:xfrm>
            <a:off x="6158792" y="2927863"/>
            <a:ext cx="2166058" cy="2177301"/>
          </a:xfrm>
          <a:custGeom>
            <a:avLst/>
            <a:gdLst>
              <a:gd name="csX0" fmla="*/ 14114 w 2160414"/>
              <a:gd name="csY0" fmla="*/ 53407 h 2215346"/>
              <a:gd name="csX1" fmla="*/ 201439 w 2160414"/>
              <a:gd name="csY1" fmla="*/ 53407 h 2215346"/>
              <a:gd name="csX2" fmla="*/ 391939 w 2160414"/>
              <a:gd name="csY2" fmla="*/ 85157 h 2215346"/>
              <a:gd name="csX3" fmla="*/ 563389 w 2160414"/>
              <a:gd name="csY3" fmla="*/ 116907 h 2215346"/>
              <a:gd name="csX4" fmla="*/ 744364 w 2160414"/>
              <a:gd name="csY4" fmla="*/ 180407 h 2215346"/>
              <a:gd name="csX5" fmla="*/ 906289 w 2160414"/>
              <a:gd name="csY5" fmla="*/ 247082 h 2215346"/>
              <a:gd name="csX6" fmla="*/ 1087264 w 2160414"/>
              <a:gd name="csY6" fmla="*/ 326457 h 2215346"/>
              <a:gd name="csX7" fmla="*/ 1242839 w 2160414"/>
              <a:gd name="csY7" fmla="*/ 431232 h 2215346"/>
              <a:gd name="csX8" fmla="*/ 1373014 w 2160414"/>
              <a:gd name="csY8" fmla="*/ 520132 h 2215346"/>
              <a:gd name="csX9" fmla="*/ 1480964 w 2160414"/>
              <a:gd name="csY9" fmla="*/ 631257 h 2215346"/>
              <a:gd name="csX10" fmla="*/ 1636539 w 2160414"/>
              <a:gd name="csY10" fmla="*/ 774132 h 2215346"/>
              <a:gd name="csX11" fmla="*/ 1722264 w 2160414"/>
              <a:gd name="csY11" fmla="*/ 888432 h 2215346"/>
              <a:gd name="csX12" fmla="*/ 1814339 w 2160414"/>
              <a:gd name="csY12" fmla="*/ 1021782 h 2215346"/>
              <a:gd name="csX13" fmla="*/ 1887364 w 2160414"/>
              <a:gd name="csY13" fmla="*/ 1142432 h 2215346"/>
              <a:gd name="csX14" fmla="*/ 1969914 w 2160414"/>
              <a:gd name="csY14" fmla="*/ 1310707 h 2215346"/>
              <a:gd name="csX15" fmla="*/ 2046114 w 2160414"/>
              <a:gd name="csY15" fmla="*/ 1488507 h 2215346"/>
              <a:gd name="csX16" fmla="*/ 2087389 w 2160414"/>
              <a:gd name="csY16" fmla="*/ 1634557 h 2215346"/>
              <a:gd name="csX17" fmla="*/ 2128664 w 2160414"/>
              <a:gd name="csY17" fmla="*/ 1818707 h 2215346"/>
              <a:gd name="csX18" fmla="*/ 2154064 w 2160414"/>
              <a:gd name="csY18" fmla="*/ 2034607 h 2215346"/>
              <a:gd name="csX19" fmla="*/ 2160414 w 2160414"/>
              <a:gd name="csY19" fmla="*/ 2202882 h 2215346"/>
              <a:gd name="csX20" fmla="*/ 2150889 w 2160414"/>
              <a:gd name="csY20" fmla="*/ 2202882 h 2215346"/>
              <a:gd name="csX21" fmla="*/ 1471439 w 2160414"/>
              <a:gd name="csY21" fmla="*/ 2202882 h 2215346"/>
              <a:gd name="csX22" fmla="*/ 1446039 w 2160414"/>
              <a:gd name="csY22" fmla="*/ 2196532 h 2215346"/>
              <a:gd name="csX23" fmla="*/ 1449214 w 2160414"/>
              <a:gd name="csY23" fmla="*/ 2072707 h 2215346"/>
              <a:gd name="csX24" fmla="*/ 1423814 w 2160414"/>
              <a:gd name="csY24" fmla="*/ 1926657 h 2215346"/>
              <a:gd name="csX25" fmla="*/ 1373014 w 2160414"/>
              <a:gd name="csY25" fmla="*/ 1755207 h 2215346"/>
              <a:gd name="csX26" fmla="*/ 1293639 w 2160414"/>
              <a:gd name="csY26" fmla="*/ 1564707 h 2215346"/>
              <a:gd name="csX27" fmla="*/ 1214264 w 2160414"/>
              <a:gd name="csY27" fmla="*/ 1428182 h 2215346"/>
              <a:gd name="csX28" fmla="*/ 1119014 w 2160414"/>
              <a:gd name="csY28" fmla="*/ 1301182 h 2215346"/>
              <a:gd name="csX29" fmla="*/ 1036464 w 2160414"/>
              <a:gd name="csY29" fmla="*/ 1209107 h 2215346"/>
              <a:gd name="csX30" fmla="*/ 938039 w 2160414"/>
              <a:gd name="csY30" fmla="*/ 1123382 h 2215346"/>
              <a:gd name="csX31" fmla="*/ 791989 w 2160414"/>
              <a:gd name="csY31" fmla="*/ 1018607 h 2215346"/>
              <a:gd name="csX32" fmla="*/ 693564 w 2160414"/>
              <a:gd name="csY32" fmla="*/ 955107 h 2215346"/>
              <a:gd name="csX33" fmla="*/ 579264 w 2160414"/>
              <a:gd name="csY33" fmla="*/ 901132 h 2215346"/>
              <a:gd name="csX34" fmla="*/ 449089 w 2160414"/>
              <a:gd name="csY34" fmla="*/ 850332 h 2215346"/>
              <a:gd name="csX35" fmla="*/ 268114 w 2160414"/>
              <a:gd name="csY35" fmla="*/ 805882 h 2215346"/>
              <a:gd name="csX36" fmla="*/ 109364 w 2160414"/>
              <a:gd name="csY36" fmla="*/ 777307 h 2215346"/>
              <a:gd name="csX37" fmla="*/ 14114 w 2160414"/>
              <a:gd name="csY37" fmla="*/ 777307 h 2215346"/>
              <a:gd name="csX38" fmla="*/ 14114 w 2160414"/>
              <a:gd name="csY38" fmla="*/ 758257 h 2215346"/>
              <a:gd name="csX39" fmla="*/ 14114 w 2160414"/>
              <a:gd name="csY39" fmla="*/ 53407 h 2215346"/>
              <a:gd name="csX0" fmla="*/ 33867 w 2180167"/>
              <a:gd name="csY0" fmla="*/ 13960 h 2175899"/>
              <a:gd name="csX1" fmla="*/ 221192 w 2180167"/>
              <a:gd name="csY1" fmla="*/ 13960 h 2175899"/>
              <a:gd name="csX2" fmla="*/ 411692 w 2180167"/>
              <a:gd name="csY2" fmla="*/ 45710 h 2175899"/>
              <a:gd name="csX3" fmla="*/ 583142 w 2180167"/>
              <a:gd name="csY3" fmla="*/ 77460 h 2175899"/>
              <a:gd name="csX4" fmla="*/ 764117 w 2180167"/>
              <a:gd name="csY4" fmla="*/ 140960 h 2175899"/>
              <a:gd name="csX5" fmla="*/ 926042 w 2180167"/>
              <a:gd name="csY5" fmla="*/ 207635 h 2175899"/>
              <a:gd name="csX6" fmla="*/ 1107017 w 2180167"/>
              <a:gd name="csY6" fmla="*/ 287010 h 2175899"/>
              <a:gd name="csX7" fmla="*/ 1262592 w 2180167"/>
              <a:gd name="csY7" fmla="*/ 391785 h 2175899"/>
              <a:gd name="csX8" fmla="*/ 1392767 w 2180167"/>
              <a:gd name="csY8" fmla="*/ 480685 h 2175899"/>
              <a:gd name="csX9" fmla="*/ 1500717 w 2180167"/>
              <a:gd name="csY9" fmla="*/ 591810 h 2175899"/>
              <a:gd name="csX10" fmla="*/ 1656292 w 2180167"/>
              <a:gd name="csY10" fmla="*/ 734685 h 2175899"/>
              <a:gd name="csX11" fmla="*/ 1742017 w 2180167"/>
              <a:gd name="csY11" fmla="*/ 848985 h 2175899"/>
              <a:gd name="csX12" fmla="*/ 1834092 w 2180167"/>
              <a:gd name="csY12" fmla="*/ 982335 h 2175899"/>
              <a:gd name="csX13" fmla="*/ 1907117 w 2180167"/>
              <a:gd name="csY13" fmla="*/ 1102985 h 2175899"/>
              <a:gd name="csX14" fmla="*/ 1989667 w 2180167"/>
              <a:gd name="csY14" fmla="*/ 1271260 h 2175899"/>
              <a:gd name="csX15" fmla="*/ 2065867 w 2180167"/>
              <a:gd name="csY15" fmla="*/ 1449060 h 2175899"/>
              <a:gd name="csX16" fmla="*/ 2107142 w 2180167"/>
              <a:gd name="csY16" fmla="*/ 1595110 h 2175899"/>
              <a:gd name="csX17" fmla="*/ 2148417 w 2180167"/>
              <a:gd name="csY17" fmla="*/ 1779260 h 2175899"/>
              <a:gd name="csX18" fmla="*/ 2173817 w 2180167"/>
              <a:gd name="csY18" fmla="*/ 1995160 h 2175899"/>
              <a:gd name="csX19" fmla="*/ 2180167 w 2180167"/>
              <a:gd name="csY19" fmla="*/ 2163435 h 2175899"/>
              <a:gd name="csX20" fmla="*/ 2170642 w 2180167"/>
              <a:gd name="csY20" fmla="*/ 2163435 h 2175899"/>
              <a:gd name="csX21" fmla="*/ 1491192 w 2180167"/>
              <a:gd name="csY21" fmla="*/ 2163435 h 2175899"/>
              <a:gd name="csX22" fmla="*/ 1465792 w 2180167"/>
              <a:gd name="csY22" fmla="*/ 2157085 h 2175899"/>
              <a:gd name="csX23" fmla="*/ 1468967 w 2180167"/>
              <a:gd name="csY23" fmla="*/ 2033260 h 2175899"/>
              <a:gd name="csX24" fmla="*/ 1443567 w 2180167"/>
              <a:gd name="csY24" fmla="*/ 1887210 h 2175899"/>
              <a:gd name="csX25" fmla="*/ 1392767 w 2180167"/>
              <a:gd name="csY25" fmla="*/ 1715760 h 2175899"/>
              <a:gd name="csX26" fmla="*/ 1313392 w 2180167"/>
              <a:gd name="csY26" fmla="*/ 1525260 h 2175899"/>
              <a:gd name="csX27" fmla="*/ 1234017 w 2180167"/>
              <a:gd name="csY27" fmla="*/ 1388735 h 2175899"/>
              <a:gd name="csX28" fmla="*/ 1138767 w 2180167"/>
              <a:gd name="csY28" fmla="*/ 1261735 h 2175899"/>
              <a:gd name="csX29" fmla="*/ 1056217 w 2180167"/>
              <a:gd name="csY29" fmla="*/ 1169660 h 2175899"/>
              <a:gd name="csX30" fmla="*/ 957792 w 2180167"/>
              <a:gd name="csY30" fmla="*/ 1083935 h 2175899"/>
              <a:gd name="csX31" fmla="*/ 811742 w 2180167"/>
              <a:gd name="csY31" fmla="*/ 979160 h 2175899"/>
              <a:gd name="csX32" fmla="*/ 713317 w 2180167"/>
              <a:gd name="csY32" fmla="*/ 915660 h 2175899"/>
              <a:gd name="csX33" fmla="*/ 599017 w 2180167"/>
              <a:gd name="csY33" fmla="*/ 861685 h 2175899"/>
              <a:gd name="csX34" fmla="*/ 468842 w 2180167"/>
              <a:gd name="csY34" fmla="*/ 810885 h 2175899"/>
              <a:gd name="csX35" fmla="*/ 287867 w 2180167"/>
              <a:gd name="csY35" fmla="*/ 766435 h 2175899"/>
              <a:gd name="csX36" fmla="*/ 129117 w 2180167"/>
              <a:gd name="csY36" fmla="*/ 737860 h 2175899"/>
              <a:gd name="csX37" fmla="*/ 33867 w 2180167"/>
              <a:gd name="csY37" fmla="*/ 737860 h 2175899"/>
              <a:gd name="csX38" fmla="*/ 33867 w 2180167"/>
              <a:gd name="csY38" fmla="*/ 718810 h 2175899"/>
              <a:gd name="csX39" fmla="*/ 33867 w 2180167"/>
              <a:gd name="csY39" fmla="*/ 13960 h 2175899"/>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797633 w 2166058"/>
              <a:gd name="csY31" fmla="*/ 98056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2166058" h="2177301">
                <a:moveTo>
                  <a:pt x="19758" y="15362"/>
                </a:moveTo>
                <a:cubicBezTo>
                  <a:pt x="63679" y="-16388"/>
                  <a:pt x="144112" y="10070"/>
                  <a:pt x="207083" y="15362"/>
                </a:cubicBezTo>
                <a:cubicBezTo>
                  <a:pt x="270054" y="20654"/>
                  <a:pt x="397583" y="47112"/>
                  <a:pt x="397583" y="47112"/>
                </a:cubicBezTo>
                <a:cubicBezTo>
                  <a:pt x="457908" y="57695"/>
                  <a:pt x="510296" y="62987"/>
                  <a:pt x="569033" y="78862"/>
                </a:cubicBezTo>
                <a:cubicBezTo>
                  <a:pt x="627770" y="94737"/>
                  <a:pt x="692858" y="120666"/>
                  <a:pt x="750008" y="142362"/>
                </a:cubicBezTo>
                <a:cubicBezTo>
                  <a:pt x="807158" y="164058"/>
                  <a:pt x="854783" y="184695"/>
                  <a:pt x="911933" y="209037"/>
                </a:cubicBezTo>
                <a:cubicBezTo>
                  <a:pt x="969083" y="233379"/>
                  <a:pt x="1036816" y="257720"/>
                  <a:pt x="1092908" y="288412"/>
                </a:cubicBezTo>
                <a:cubicBezTo>
                  <a:pt x="1149000" y="319104"/>
                  <a:pt x="1200858" y="360908"/>
                  <a:pt x="1248483" y="393187"/>
                </a:cubicBezTo>
                <a:cubicBezTo>
                  <a:pt x="1296108" y="425466"/>
                  <a:pt x="1338971" y="448750"/>
                  <a:pt x="1378658" y="482087"/>
                </a:cubicBezTo>
                <a:cubicBezTo>
                  <a:pt x="1418345" y="515424"/>
                  <a:pt x="1442687" y="550879"/>
                  <a:pt x="1486608" y="593212"/>
                </a:cubicBezTo>
                <a:cubicBezTo>
                  <a:pt x="1530529" y="635545"/>
                  <a:pt x="1601966" y="693225"/>
                  <a:pt x="1642183" y="736087"/>
                </a:cubicBezTo>
                <a:cubicBezTo>
                  <a:pt x="1682400" y="778949"/>
                  <a:pt x="1698275" y="809112"/>
                  <a:pt x="1727908" y="850387"/>
                </a:cubicBezTo>
                <a:cubicBezTo>
                  <a:pt x="1757541" y="891662"/>
                  <a:pt x="1792466" y="941404"/>
                  <a:pt x="1819983" y="983737"/>
                </a:cubicBezTo>
                <a:cubicBezTo>
                  <a:pt x="1847500" y="1026070"/>
                  <a:pt x="1867079" y="1056233"/>
                  <a:pt x="1893008" y="1104387"/>
                </a:cubicBezTo>
                <a:cubicBezTo>
                  <a:pt x="1918937" y="1152541"/>
                  <a:pt x="1949100" y="1214983"/>
                  <a:pt x="1975558" y="1272662"/>
                </a:cubicBezTo>
                <a:cubicBezTo>
                  <a:pt x="2002016" y="1330341"/>
                  <a:pt x="2032179" y="1396487"/>
                  <a:pt x="2051758" y="1450462"/>
                </a:cubicBezTo>
                <a:cubicBezTo>
                  <a:pt x="2071337" y="1504437"/>
                  <a:pt x="2079275" y="1541479"/>
                  <a:pt x="2093033" y="1596512"/>
                </a:cubicBezTo>
                <a:cubicBezTo>
                  <a:pt x="2106791" y="1651545"/>
                  <a:pt x="2123196" y="1713987"/>
                  <a:pt x="2134308" y="1780662"/>
                </a:cubicBezTo>
                <a:cubicBezTo>
                  <a:pt x="2145421" y="1847337"/>
                  <a:pt x="2154416" y="1932533"/>
                  <a:pt x="2159708" y="1996562"/>
                </a:cubicBezTo>
                <a:cubicBezTo>
                  <a:pt x="2165000" y="2060591"/>
                  <a:pt x="2166058" y="2164837"/>
                  <a:pt x="2166058" y="2164837"/>
                </a:cubicBezTo>
                <a:cubicBezTo>
                  <a:pt x="2165529" y="2192883"/>
                  <a:pt x="2156533" y="2164837"/>
                  <a:pt x="2156533" y="2164837"/>
                </a:cubicBezTo>
                <a:lnTo>
                  <a:pt x="1477083" y="2164837"/>
                </a:lnTo>
                <a:cubicBezTo>
                  <a:pt x="1359608" y="2163779"/>
                  <a:pt x="1442687" y="2180183"/>
                  <a:pt x="1451683" y="2158487"/>
                </a:cubicBezTo>
                <a:cubicBezTo>
                  <a:pt x="1460679" y="2136791"/>
                  <a:pt x="1458562" y="2079641"/>
                  <a:pt x="1454858" y="2034662"/>
                </a:cubicBezTo>
                <a:cubicBezTo>
                  <a:pt x="1451154" y="1989683"/>
                  <a:pt x="1442158" y="1941529"/>
                  <a:pt x="1429458" y="1888612"/>
                </a:cubicBezTo>
                <a:cubicBezTo>
                  <a:pt x="1416758" y="1835695"/>
                  <a:pt x="1400354" y="1777487"/>
                  <a:pt x="1378658" y="1717162"/>
                </a:cubicBezTo>
                <a:cubicBezTo>
                  <a:pt x="1356962" y="1656837"/>
                  <a:pt x="1325741" y="1581166"/>
                  <a:pt x="1299283" y="1526662"/>
                </a:cubicBezTo>
                <a:cubicBezTo>
                  <a:pt x="1272825" y="1472158"/>
                  <a:pt x="1249012" y="1434058"/>
                  <a:pt x="1219908" y="1390137"/>
                </a:cubicBezTo>
                <a:cubicBezTo>
                  <a:pt x="1190804" y="1346216"/>
                  <a:pt x="1154291" y="1299650"/>
                  <a:pt x="1124658" y="1263137"/>
                </a:cubicBezTo>
                <a:cubicBezTo>
                  <a:pt x="1095025" y="1226624"/>
                  <a:pt x="1071741" y="1202283"/>
                  <a:pt x="1042108" y="1171062"/>
                </a:cubicBezTo>
                <a:cubicBezTo>
                  <a:pt x="1012475" y="1139841"/>
                  <a:pt x="979666" y="1104387"/>
                  <a:pt x="946858" y="1075812"/>
                </a:cubicBezTo>
                <a:cubicBezTo>
                  <a:pt x="914050" y="1047237"/>
                  <a:pt x="886533" y="1026070"/>
                  <a:pt x="845258" y="999612"/>
                </a:cubicBezTo>
                <a:cubicBezTo>
                  <a:pt x="803983" y="973154"/>
                  <a:pt x="742600" y="939816"/>
                  <a:pt x="699208" y="917062"/>
                </a:cubicBezTo>
                <a:cubicBezTo>
                  <a:pt x="655816" y="894308"/>
                  <a:pt x="625654" y="880550"/>
                  <a:pt x="584908" y="863087"/>
                </a:cubicBezTo>
                <a:cubicBezTo>
                  <a:pt x="544162" y="845625"/>
                  <a:pt x="506591" y="828162"/>
                  <a:pt x="454733" y="812287"/>
                </a:cubicBezTo>
                <a:cubicBezTo>
                  <a:pt x="402875" y="796412"/>
                  <a:pt x="330379" y="780008"/>
                  <a:pt x="273758" y="767837"/>
                </a:cubicBezTo>
                <a:cubicBezTo>
                  <a:pt x="217137" y="755666"/>
                  <a:pt x="157341" y="744024"/>
                  <a:pt x="115008" y="739262"/>
                </a:cubicBezTo>
                <a:cubicBezTo>
                  <a:pt x="72675" y="734500"/>
                  <a:pt x="35633" y="742437"/>
                  <a:pt x="19758" y="739262"/>
                </a:cubicBezTo>
                <a:cubicBezTo>
                  <a:pt x="3883" y="736087"/>
                  <a:pt x="20816" y="837687"/>
                  <a:pt x="19758" y="720212"/>
                </a:cubicBezTo>
                <a:cubicBezTo>
                  <a:pt x="18700" y="602737"/>
                  <a:pt x="-24163" y="47112"/>
                  <a:pt x="19758" y="15362"/>
                </a:cubicBezTo>
                <a:close/>
              </a:path>
            </a:pathLst>
          </a:custGeom>
          <a:solidFill>
            <a:srgbClr val="0070C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40DB1262-19A4-1FDE-B48C-54B6E02ADB8C}"/>
              </a:ext>
            </a:extLst>
          </p:cNvPr>
          <p:cNvGraphicFramePr>
            <a:graphicFrameLocks noGrp="1"/>
          </p:cNvGraphicFramePr>
          <p:nvPr>
            <p:extLst>
              <p:ext uri="{D42A27DB-BD31-4B8C-83A1-F6EECF244321}">
                <p14:modId xmlns:p14="http://schemas.microsoft.com/office/powerpoint/2010/main" val="2080816194"/>
              </p:ext>
            </p:extLst>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16A5BF9B-A63B-6AAD-3D51-EE9CA3C36CBC}"/>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9</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427A1BC-2ECF-DE2C-F0BD-BCE5457E2E21}"/>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2A2F498-BE26-94EF-AA97-3574B31B026F}"/>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0</m:t>
                      </m:r>
                      <m:r>
                        <a:rPr lang="es-ES" sz="3600" i="1">
                          <a:latin typeface="Cambria Math" panose="02040503050406030204" pitchFamily="18" charset="0"/>
                        </a:rPr>
                        <m:t>≤</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14:m>
                  <m:oMath xmlns:m="http://schemas.openxmlformats.org/officeDocument/2006/math">
                    <m:r>
                      <a:rPr lang="es-ES" sz="3600" b="1" i="1" smtClean="0">
                        <a:solidFill>
                          <a:srgbClr val="0070C0"/>
                        </a:solidFill>
                        <a:latin typeface="Cambria Math" panose="02040503050406030204" pitchFamily="18" charset="0"/>
                      </a:rPr>
                      <m:t>𝟒</m:t>
                    </m:r>
                    <m:r>
                      <a:rPr lang="es-ES" sz="3600" b="1" i="1">
                        <a:solidFill>
                          <a:srgbClr val="0070C0"/>
                        </a:solidFill>
                        <a:latin typeface="Cambria Math" panose="02040503050406030204" pitchFamily="18" charset="0"/>
                      </a:rPr>
                      <m:t>≤</m:t>
                    </m:r>
                    <m:sSup>
                      <m:sSupPr>
                        <m:ctrlPr>
                          <a:rPr lang="es-ES" sz="3600" b="1" i="1">
                            <a:solidFill>
                              <a:srgbClr val="0070C0"/>
                            </a:solidFill>
                            <a:latin typeface="Cambria Math" panose="02040503050406030204" pitchFamily="18" charset="0"/>
                          </a:rPr>
                        </m:ctrlPr>
                      </m:sSupPr>
                      <m:e>
                        <m:r>
                          <a:rPr lang="es-ES" sz="3600" b="1" i="1">
                            <a:solidFill>
                              <a:srgbClr val="0070C0"/>
                            </a:solidFill>
                            <a:latin typeface="Cambria Math" panose="02040503050406030204" pitchFamily="18" charset="0"/>
                          </a:rPr>
                          <m:t>𝒙</m:t>
                        </m:r>
                      </m:e>
                      <m:sup>
                        <m:r>
                          <a:rPr lang="es-ES" sz="3600" b="1" i="1">
                            <a:solidFill>
                              <a:srgbClr val="0070C0"/>
                            </a:solidFill>
                            <a:latin typeface="Cambria Math" panose="02040503050406030204" pitchFamily="18" charset="0"/>
                          </a:rPr>
                          <m:t>𝟐</m:t>
                        </m:r>
                      </m:sup>
                    </m:sSup>
                    <m:r>
                      <a:rPr lang="es-ES" sz="3600" b="1" i="1">
                        <a:solidFill>
                          <a:srgbClr val="0070C0"/>
                        </a:solidFill>
                        <a:latin typeface="Cambria Math" panose="02040503050406030204" pitchFamily="18" charset="0"/>
                      </a:rPr>
                      <m:t>+</m:t>
                    </m:r>
                    <m:sSup>
                      <m:sSupPr>
                        <m:ctrlPr>
                          <a:rPr lang="es-ES" sz="3600" b="1" i="1">
                            <a:solidFill>
                              <a:srgbClr val="0070C0"/>
                            </a:solidFill>
                            <a:latin typeface="Cambria Math" panose="02040503050406030204" pitchFamily="18" charset="0"/>
                          </a:rPr>
                        </m:ctrlPr>
                      </m:sSupPr>
                      <m:e>
                        <m:r>
                          <a:rPr lang="es-ES" sz="3600" b="1" i="1">
                            <a:solidFill>
                              <a:srgbClr val="0070C0"/>
                            </a:solidFill>
                            <a:latin typeface="Cambria Math" panose="02040503050406030204" pitchFamily="18" charset="0"/>
                          </a:rPr>
                          <m:t>𝒚</m:t>
                        </m:r>
                      </m:e>
                      <m:sup>
                        <m:r>
                          <a:rPr lang="es-ES" sz="3600" b="1" i="1">
                            <a:solidFill>
                              <a:srgbClr val="0070C0"/>
                            </a:solidFill>
                            <a:latin typeface="Cambria Math" panose="02040503050406030204" pitchFamily="18" charset="0"/>
                          </a:rPr>
                          <m:t>𝟐</m:t>
                        </m:r>
                      </m:sup>
                    </m:sSup>
                  </m:oMath>
                </a14:m>
                <a:r>
                  <a:rPr lang="es-ES" sz="3600" b="1" dirty="0">
                    <a:solidFill>
                      <a:srgbClr val="0070C0"/>
                    </a:solidFill>
                  </a:rPr>
                  <a:t> </a:t>
                </a:r>
                <a14:m>
                  <m:oMath xmlns:m="http://schemas.openxmlformats.org/officeDocument/2006/math">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𝟗</m:t>
                    </m:r>
                  </m:oMath>
                </a14:m>
                <a:endParaRPr lang="es-ES" sz="3600" b="1" dirty="0">
                  <a:solidFill>
                    <a:srgbClr val="0070C0"/>
                  </a:solidFill>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2A2F498-BE26-94EF-AA97-3574B31B026F}"/>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72879B6-1543-4A31-3675-0D5ABB7E46C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93</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D5CBADBF-9BDF-FDAA-3ED2-1A44360718D1}"/>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D7DB40F4-9D27-21DD-4C9D-6B0925CA49F9}"/>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3F59CBB1-73BD-A3A3-6B15-F00E2521B962}"/>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FB92454-C804-595D-A895-953D75AA3E8F}"/>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35EDB3F-ACCE-8A74-100B-D25A261CB7A1}"/>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A1BAA276-DBD0-8915-FF9A-97837174A5E6}"/>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D653A4A-13FC-D5C0-B8C0-4420A1D55306}"/>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61D1F985-2B2E-B129-637B-28397488F8FF}"/>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D035D5EC-4440-94AF-C360-4C0EFAFB4763}"/>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6E17E0C-1E1C-52AC-2AC3-5B774B0EBEE2}"/>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FB9B485-31A1-CCB8-A35F-10C0F3E9AA02}"/>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DC48B65-035E-4AE6-AFD0-EE7FCE8F6CE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F848AE29-958E-6C32-2A8C-5B9B41ED32BC}"/>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5025D417-E5B0-09C4-6E4A-0CE2FF2B6458}"/>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7CDED212-D102-876D-74F6-5AABAC8CB424}"/>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5BF8514-A2FB-4A8E-5D76-14F86DAA7AFA}"/>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3C481181-663F-B0EC-CE7B-341DA5A3F352}"/>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8FCEC0E4-8E80-C9C7-D16E-073E0A934510}"/>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12635201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057E0-B096-E79F-9584-BDD86D21A653}"/>
            </a:ext>
          </a:extLst>
        </p:cNvPr>
        <p:cNvGrpSpPr/>
        <p:nvPr/>
      </p:nvGrpSpPr>
      <p:grpSpPr>
        <a:xfrm>
          <a:off x="0" y="0"/>
          <a:ext cx="0" cy="0"/>
          <a:chOff x="0" y="0"/>
          <a:chExt cx="0" cy="0"/>
        </a:xfrm>
      </p:grpSpPr>
      <p:sp>
        <p:nvSpPr>
          <p:cNvPr id="39" name="Forma libre: forma 38">
            <a:extLst>
              <a:ext uri="{FF2B5EF4-FFF2-40B4-BE49-F238E27FC236}">
                <a16:creationId xmlns:a16="http://schemas.microsoft.com/office/drawing/2014/main" id="{38164A8D-4AF6-D8AE-A11A-D56BD2C1E0A9}"/>
              </a:ext>
            </a:extLst>
          </p:cNvPr>
          <p:cNvSpPr/>
          <p:nvPr/>
        </p:nvSpPr>
        <p:spPr>
          <a:xfrm>
            <a:off x="6158792" y="2927863"/>
            <a:ext cx="2166058" cy="2177301"/>
          </a:xfrm>
          <a:custGeom>
            <a:avLst/>
            <a:gdLst>
              <a:gd name="csX0" fmla="*/ 14114 w 2160414"/>
              <a:gd name="csY0" fmla="*/ 53407 h 2215346"/>
              <a:gd name="csX1" fmla="*/ 201439 w 2160414"/>
              <a:gd name="csY1" fmla="*/ 53407 h 2215346"/>
              <a:gd name="csX2" fmla="*/ 391939 w 2160414"/>
              <a:gd name="csY2" fmla="*/ 85157 h 2215346"/>
              <a:gd name="csX3" fmla="*/ 563389 w 2160414"/>
              <a:gd name="csY3" fmla="*/ 116907 h 2215346"/>
              <a:gd name="csX4" fmla="*/ 744364 w 2160414"/>
              <a:gd name="csY4" fmla="*/ 180407 h 2215346"/>
              <a:gd name="csX5" fmla="*/ 906289 w 2160414"/>
              <a:gd name="csY5" fmla="*/ 247082 h 2215346"/>
              <a:gd name="csX6" fmla="*/ 1087264 w 2160414"/>
              <a:gd name="csY6" fmla="*/ 326457 h 2215346"/>
              <a:gd name="csX7" fmla="*/ 1242839 w 2160414"/>
              <a:gd name="csY7" fmla="*/ 431232 h 2215346"/>
              <a:gd name="csX8" fmla="*/ 1373014 w 2160414"/>
              <a:gd name="csY8" fmla="*/ 520132 h 2215346"/>
              <a:gd name="csX9" fmla="*/ 1480964 w 2160414"/>
              <a:gd name="csY9" fmla="*/ 631257 h 2215346"/>
              <a:gd name="csX10" fmla="*/ 1636539 w 2160414"/>
              <a:gd name="csY10" fmla="*/ 774132 h 2215346"/>
              <a:gd name="csX11" fmla="*/ 1722264 w 2160414"/>
              <a:gd name="csY11" fmla="*/ 888432 h 2215346"/>
              <a:gd name="csX12" fmla="*/ 1814339 w 2160414"/>
              <a:gd name="csY12" fmla="*/ 1021782 h 2215346"/>
              <a:gd name="csX13" fmla="*/ 1887364 w 2160414"/>
              <a:gd name="csY13" fmla="*/ 1142432 h 2215346"/>
              <a:gd name="csX14" fmla="*/ 1969914 w 2160414"/>
              <a:gd name="csY14" fmla="*/ 1310707 h 2215346"/>
              <a:gd name="csX15" fmla="*/ 2046114 w 2160414"/>
              <a:gd name="csY15" fmla="*/ 1488507 h 2215346"/>
              <a:gd name="csX16" fmla="*/ 2087389 w 2160414"/>
              <a:gd name="csY16" fmla="*/ 1634557 h 2215346"/>
              <a:gd name="csX17" fmla="*/ 2128664 w 2160414"/>
              <a:gd name="csY17" fmla="*/ 1818707 h 2215346"/>
              <a:gd name="csX18" fmla="*/ 2154064 w 2160414"/>
              <a:gd name="csY18" fmla="*/ 2034607 h 2215346"/>
              <a:gd name="csX19" fmla="*/ 2160414 w 2160414"/>
              <a:gd name="csY19" fmla="*/ 2202882 h 2215346"/>
              <a:gd name="csX20" fmla="*/ 2150889 w 2160414"/>
              <a:gd name="csY20" fmla="*/ 2202882 h 2215346"/>
              <a:gd name="csX21" fmla="*/ 1471439 w 2160414"/>
              <a:gd name="csY21" fmla="*/ 2202882 h 2215346"/>
              <a:gd name="csX22" fmla="*/ 1446039 w 2160414"/>
              <a:gd name="csY22" fmla="*/ 2196532 h 2215346"/>
              <a:gd name="csX23" fmla="*/ 1449214 w 2160414"/>
              <a:gd name="csY23" fmla="*/ 2072707 h 2215346"/>
              <a:gd name="csX24" fmla="*/ 1423814 w 2160414"/>
              <a:gd name="csY24" fmla="*/ 1926657 h 2215346"/>
              <a:gd name="csX25" fmla="*/ 1373014 w 2160414"/>
              <a:gd name="csY25" fmla="*/ 1755207 h 2215346"/>
              <a:gd name="csX26" fmla="*/ 1293639 w 2160414"/>
              <a:gd name="csY26" fmla="*/ 1564707 h 2215346"/>
              <a:gd name="csX27" fmla="*/ 1214264 w 2160414"/>
              <a:gd name="csY27" fmla="*/ 1428182 h 2215346"/>
              <a:gd name="csX28" fmla="*/ 1119014 w 2160414"/>
              <a:gd name="csY28" fmla="*/ 1301182 h 2215346"/>
              <a:gd name="csX29" fmla="*/ 1036464 w 2160414"/>
              <a:gd name="csY29" fmla="*/ 1209107 h 2215346"/>
              <a:gd name="csX30" fmla="*/ 938039 w 2160414"/>
              <a:gd name="csY30" fmla="*/ 1123382 h 2215346"/>
              <a:gd name="csX31" fmla="*/ 791989 w 2160414"/>
              <a:gd name="csY31" fmla="*/ 1018607 h 2215346"/>
              <a:gd name="csX32" fmla="*/ 693564 w 2160414"/>
              <a:gd name="csY32" fmla="*/ 955107 h 2215346"/>
              <a:gd name="csX33" fmla="*/ 579264 w 2160414"/>
              <a:gd name="csY33" fmla="*/ 901132 h 2215346"/>
              <a:gd name="csX34" fmla="*/ 449089 w 2160414"/>
              <a:gd name="csY34" fmla="*/ 850332 h 2215346"/>
              <a:gd name="csX35" fmla="*/ 268114 w 2160414"/>
              <a:gd name="csY35" fmla="*/ 805882 h 2215346"/>
              <a:gd name="csX36" fmla="*/ 109364 w 2160414"/>
              <a:gd name="csY36" fmla="*/ 777307 h 2215346"/>
              <a:gd name="csX37" fmla="*/ 14114 w 2160414"/>
              <a:gd name="csY37" fmla="*/ 777307 h 2215346"/>
              <a:gd name="csX38" fmla="*/ 14114 w 2160414"/>
              <a:gd name="csY38" fmla="*/ 758257 h 2215346"/>
              <a:gd name="csX39" fmla="*/ 14114 w 2160414"/>
              <a:gd name="csY39" fmla="*/ 53407 h 2215346"/>
              <a:gd name="csX0" fmla="*/ 33867 w 2180167"/>
              <a:gd name="csY0" fmla="*/ 13960 h 2175899"/>
              <a:gd name="csX1" fmla="*/ 221192 w 2180167"/>
              <a:gd name="csY1" fmla="*/ 13960 h 2175899"/>
              <a:gd name="csX2" fmla="*/ 411692 w 2180167"/>
              <a:gd name="csY2" fmla="*/ 45710 h 2175899"/>
              <a:gd name="csX3" fmla="*/ 583142 w 2180167"/>
              <a:gd name="csY3" fmla="*/ 77460 h 2175899"/>
              <a:gd name="csX4" fmla="*/ 764117 w 2180167"/>
              <a:gd name="csY4" fmla="*/ 140960 h 2175899"/>
              <a:gd name="csX5" fmla="*/ 926042 w 2180167"/>
              <a:gd name="csY5" fmla="*/ 207635 h 2175899"/>
              <a:gd name="csX6" fmla="*/ 1107017 w 2180167"/>
              <a:gd name="csY6" fmla="*/ 287010 h 2175899"/>
              <a:gd name="csX7" fmla="*/ 1262592 w 2180167"/>
              <a:gd name="csY7" fmla="*/ 391785 h 2175899"/>
              <a:gd name="csX8" fmla="*/ 1392767 w 2180167"/>
              <a:gd name="csY8" fmla="*/ 480685 h 2175899"/>
              <a:gd name="csX9" fmla="*/ 1500717 w 2180167"/>
              <a:gd name="csY9" fmla="*/ 591810 h 2175899"/>
              <a:gd name="csX10" fmla="*/ 1656292 w 2180167"/>
              <a:gd name="csY10" fmla="*/ 734685 h 2175899"/>
              <a:gd name="csX11" fmla="*/ 1742017 w 2180167"/>
              <a:gd name="csY11" fmla="*/ 848985 h 2175899"/>
              <a:gd name="csX12" fmla="*/ 1834092 w 2180167"/>
              <a:gd name="csY12" fmla="*/ 982335 h 2175899"/>
              <a:gd name="csX13" fmla="*/ 1907117 w 2180167"/>
              <a:gd name="csY13" fmla="*/ 1102985 h 2175899"/>
              <a:gd name="csX14" fmla="*/ 1989667 w 2180167"/>
              <a:gd name="csY14" fmla="*/ 1271260 h 2175899"/>
              <a:gd name="csX15" fmla="*/ 2065867 w 2180167"/>
              <a:gd name="csY15" fmla="*/ 1449060 h 2175899"/>
              <a:gd name="csX16" fmla="*/ 2107142 w 2180167"/>
              <a:gd name="csY16" fmla="*/ 1595110 h 2175899"/>
              <a:gd name="csX17" fmla="*/ 2148417 w 2180167"/>
              <a:gd name="csY17" fmla="*/ 1779260 h 2175899"/>
              <a:gd name="csX18" fmla="*/ 2173817 w 2180167"/>
              <a:gd name="csY18" fmla="*/ 1995160 h 2175899"/>
              <a:gd name="csX19" fmla="*/ 2180167 w 2180167"/>
              <a:gd name="csY19" fmla="*/ 2163435 h 2175899"/>
              <a:gd name="csX20" fmla="*/ 2170642 w 2180167"/>
              <a:gd name="csY20" fmla="*/ 2163435 h 2175899"/>
              <a:gd name="csX21" fmla="*/ 1491192 w 2180167"/>
              <a:gd name="csY21" fmla="*/ 2163435 h 2175899"/>
              <a:gd name="csX22" fmla="*/ 1465792 w 2180167"/>
              <a:gd name="csY22" fmla="*/ 2157085 h 2175899"/>
              <a:gd name="csX23" fmla="*/ 1468967 w 2180167"/>
              <a:gd name="csY23" fmla="*/ 2033260 h 2175899"/>
              <a:gd name="csX24" fmla="*/ 1443567 w 2180167"/>
              <a:gd name="csY24" fmla="*/ 1887210 h 2175899"/>
              <a:gd name="csX25" fmla="*/ 1392767 w 2180167"/>
              <a:gd name="csY25" fmla="*/ 1715760 h 2175899"/>
              <a:gd name="csX26" fmla="*/ 1313392 w 2180167"/>
              <a:gd name="csY26" fmla="*/ 1525260 h 2175899"/>
              <a:gd name="csX27" fmla="*/ 1234017 w 2180167"/>
              <a:gd name="csY27" fmla="*/ 1388735 h 2175899"/>
              <a:gd name="csX28" fmla="*/ 1138767 w 2180167"/>
              <a:gd name="csY28" fmla="*/ 1261735 h 2175899"/>
              <a:gd name="csX29" fmla="*/ 1056217 w 2180167"/>
              <a:gd name="csY29" fmla="*/ 1169660 h 2175899"/>
              <a:gd name="csX30" fmla="*/ 957792 w 2180167"/>
              <a:gd name="csY30" fmla="*/ 1083935 h 2175899"/>
              <a:gd name="csX31" fmla="*/ 811742 w 2180167"/>
              <a:gd name="csY31" fmla="*/ 979160 h 2175899"/>
              <a:gd name="csX32" fmla="*/ 713317 w 2180167"/>
              <a:gd name="csY32" fmla="*/ 915660 h 2175899"/>
              <a:gd name="csX33" fmla="*/ 599017 w 2180167"/>
              <a:gd name="csY33" fmla="*/ 861685 h 2175899"/>
              <a:gd name="csX34" fmla="*/ 468842 w 2180167"/>
              <a:gd name="csY34" fmla="*/ 810885 h 2175899"/>
              <a:gd name="csX35" fmla="*/ 287867 w 2180167"/>
              <a:gd name="csY35" fmla="*/ 766435 h 2175899"/>
              <a:gd name="csX36" fmla="*/ 129117 w 2180167"/>
              <a:gd name="csY36" fmla="*/ 737860 h 2175899"/>
              <a:gd name="csX37" fmla="*/ 33867 w 2180167"/>
              <a:gd name="csY37" fmla="*/ 737860 h 2175899"/>
              <a:gd name="csX38" fmla="*/ 33867 w 2180167"/>
              <a:gd name="csY38" fmla="*/ 718810 h 2175899"/>
              <a:gd name="csX39" fmla="*/ 33867 w 2180167"/>
              <a:gd name="csY39" fmla="*/ 13960 h 2175899"/>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797633 w 2166058"/>
              <a:gd name="csY31" fmla="*/ 98056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2166058" h="2177301">
                <a:moveTo>
                  <a:pt x="19758" y="15362"/>
                </a:moveTo>
                <a:cubicBezTo>
                  <a:pt x="63679" y="-16388"/>
                  <a:pt x="144112" y="10070"/>
                  <a:pt x="207083" y="15362"/>
                </a:cubicBezTo>
                <a:cubicBezTo>
                  <a:pt x="270054" y="20654"/>
                  <a:pt x="397583" y="47112"/>
                  <a:pt x="397583" y="47112"/>
                </a:cubicBezTo>
                <a:cubicBezTo>
                  <a:pt x="457908" y="57695"/>
                  <a:pt x="510296" y="62987"/>
                  <a:pt x="569033" y="78862"/>
                </a:cubicBezTo>
                <a:cubicBezTo>
                  <a:pt x="627770" y="94737"/>
                  <a:pt x="692858" y="120666"/>
                  <a:pt x="750008" y="142362"/>
                </a:cubicBezTo>
                <a:cubicBezTo>
                  <a:pt x="807158" y="164058"/>
                  <a:pt x="854783" y="184695"/>
                  <a:pt x="911933" y="209037"/>
                </a:cubicBezTo>
                <a:cubicBezTo>
                  <a:pt x="969083" y="233379"/>
                  <a:pt x="1036816" y="257720"/>
                  <a:pt x="1092908" y="288412"/>
                </a:cubicBezTo>
                <a:cubicBezTo>
                  <a:pt x="1149000" y="319104"/>
                  <a:pt x="1200858" y="360908"/>
                  <a:pt x="1248483" y="393187"/>
                </a:cubicBezTo>
                <a:cubicBezTo>
                  <a:pt x="1296108" y="425466"/>
                  <a:pt x="1338971" y="448750"/>
                  <a:pt x="1378658" y="482087"/>
                </a:cubicBezTo>
                <a:cubicBezTo>
                  <a:pt x="1418345" y="515424"/>
                  <a:pt x="1442687" y="550879"/>
                  <a:pt x="1486608" y="593212"/>
                </a:cubicBezTo>
                <a:cubicBezTo>
                  <a:pt x="1530529" y="635545"/>
                  <a:pt x="1601966" y="693225"/>
                  <a:pt x="1642183" y="736087"/>
                </a:cubicBezTo>
                <a:cubicBezTo>
                  <a:pt x="1682400" y="778949"/>
                  <a:pt x="1698275" y="809112"/>
                  <a:pt x="1727908" y="850387"/>
                </a:cubicBezTo>
                <a:cubicBezTo>
                  <a:pt x="1757541" y="891662"/>
                  <a:pt x="1792466" y="941404"/>
                  <a:pt x="1819983" y="983737"/>
                </a:cubicBezTo>
                <a:cubicBezTo>
                  <a:pt x="1847500" y="1026070"/>
                  <a:pt x="1867079" y="1056233"/>
                  <a:pt x="1893008" y="1104387"/>
                </a:cubicBezTo>
                <a:cubicBezTo>
                  <a:pt x="1918937" y="1152541"/>
                  <a:pt x="1949100" y="1214983"/>
                  <a:pt x="1975558" y="1272662"/>
                </a:cubicBezTo>
                <a:cubicBezTo>
                  <a:pt x="2002016" y="1330341"/>
                  <a:pt x="2032179" y="1396487"/>
                  <a:pt x="2051758" y="1450462"/>
                </a:cubicBezTo>
                <a:cubicBezTo>
                  <a:pt x="2071337" y="1504437"/>
                  <a:pt x="2079275" y="1541479"/>
                  <a:pt x="2093033" y="1596512"/>
                </a:cubicBezTo>
                <a:cubicBezTo>
                  <a:pt x="2106791" y="1651545"/>
                  <a:pt x="2123196" y="1713987"/>
                  <a:pt x="2134308" y="1780662"/>
                </a:cubicBezTo>
                <a:cubicBezTo>
                  <a:pt x="2145421" y="1847337"/>
                  <a:pt x="2154416" y="1932533"/>
                  <a:pt x="2159708" y="1996562"/>
                </a:cubicBezTo>
                <a:cubicBezTo>
                  <a:pt x="2165000" y="2060591"/>
                  <a:pt x="2166058" y="2164837"/>
                  <a:pt x="2166058" y="2164837"/>
                </a:cubicBezTo>
                <a:cubicBezTo>
                  <a:pt x="2165529" y="2192883"/>
                  <a:pt x="2156533" y="2164837"/>
                  <a:pt x="2156533" y="2164837"/>
                </a:cubicBezTo>
                <a:lnTo>
                  <a:pt x="1477083" y="2164837"/>
                </a:lnTo>
                <a:cubicBezTo>
                  <a:pt x="1359608" y="2163779"/>
                  <a:pt x="1442687" y="2180183"/>
                  <a:pt x="1451683" y="2158487"/>
                </a:cubicBezTo>
                <a:cubicBezTo>
                  <a:pt x="1460679" y="2136791"/>
                  <a:pt x="1458562" y="2079641"/>
                  <a:pt x="1454858" y="2034662"/>
                </a:cubicBezTo>
                <a:cubicBezTo>
                  <a:pt x="1451154" y="1989683"/>
                  <a:pt x="1442158" y="1941529"/>
                  <a:pt x="1429458" y="1888612"/>
                </a:cubicBezTo>
                <a:cubicBezTo>
                  <a:pt x="1416758" y="1835695"/>
                  <a:pt x="1400354" y="1777487"/>
                  <a:pt x="1378658" y="1717162"/>
                </a:cubicBezTo>
                <a:cubicBezTo>
                  <a:pt x="1356962" y="1656837"/>
                  <a:pt x="1325741" y="1581166"/>
                  <a:pt x="1299283" y="1526662"/>
                </a:cubicBezTo>
                <a:cubicBezTo>
                  <a:pt x="1272825" y="1472158"/>
                  <a:pt x="1249012" y="1434058"/>
                  <a:pt x="1219908" y="1390137"/>
                </a:cubicBezTo>
                <a:cubicBezTo>
                  <a:pt x="1190804" y="1346216"/>
                  <a:pt x="1154291" y="1299650"/>
                  <a:pt x="1124658" y="1263137"/>
                </a:cubicBezTo>
                <a:cubicBezTo>
                  <a:pt x="1095025" y="1226624"/>
                  <a:pt x="1071741" y="1202283"/>
                  <a:pt x="1042108" y="1171062"/>
                </a:cubicBezTo>
                <a:cubicBezTo>
                  <a:pt x="1012475" y="1139841"/>
                  <a:pt x="979666" y="1104387"/>
                  <a:pt x="946858" y="1075812"/>
                </a:cubicBezTo>
                <a:cubicBezTo>
                  <a:pt x="914050" y="1047237"/>
                  <a:pt x="886533" y="1026070"/>
                  <a:pt x="845258" y="999612"/>
                </a:cubicBezTo>
                <a:cubicBezTo>
                  <a:pt x="803983" y="973154"/>
                  <a:pt x="742600" y="939816"/>
                  <a:pt x="699208" y="917062"/>
                </a:cubicBezTo>
                <a:cubicBezTo>
                  <a:pt x="655816" y="894308"/>
                  <a:pt x="625654" y="880550"/>
                  <a:pt x="584908" y="863087"/>
                </a:cubicBezTo>
                <a:cubicBezTo>
                  <a:pt x="544162" y="845625"/>
                  <a:pt x="506591" y="828162"/>
                  <a:pt x="454733" y="812287"/>
                </a:cubicBezTo>
                <a:cubicBezTo>
                  <a:pt x="402875" y="796412"/>
                  <a:pt x="330379" y="780008"/>
                  <a:pt x="273758" y="767837"/>
                </a:cubicBezTo>
                <a:cubicBezTo>
                  <a:pt x="217137" y="755666"/>
                  <a:pt x="157341" y="744024"/>
                  <a:pt x="115008" y="739262"/>
                </a:cubicBezTo>
                <a:cubicBezTo>
                  <a:pt x="72675" y="734500"/>
                  <a:pt x="35633" y="742437"/>
                  <a:pt x="19758" y="739262"/>
                </a:cubicBezTo>
                <a:cubicBezTo>
                  <a:pt x="3883" y="736087"/>
                  <a:pt x="20816" y="837687"/>
                  <a:pt x="19758" y="720212"/>
                </a:cubicBezTo>
                <a:cubicBezTo>
                  <a:pt x="18700" y="602737"/>
                  <a:pt x="-24163" y="47112"/>
                  <a:pt x="19758" y="15362"/>
                </a:cubicBezTo>
                <a:close/>
              </a:path>
            </a:pathLst>
          </a:custGeom>
          <a:solidFill>
            <a:srgbClr val="0070C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2A976323-0CBD-701A-56D8-45DACFBB613E}"/>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91E99243-1267-4083-A1AF-9399CEE77B1B}"/>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9</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03575C7-05B7-3521-0B1C-BB42D819BD5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3FF50AE-BEA8-35D2-DC0F-9AA456C85A24}"/>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0</m:t>
                      </m:r>
                      <m:r>
                        <a:rPr lang="es-ES" sz="3600" i="1">
                          <a:latin typeface="Cambria Math" panose="02040503050406030204" pitchFamily="18" charset="0"/>
                        </a:rPr>
                        <m:t>≤</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14:m>
                  <m:oMath xmlns:m="http://schemas.openxmlformats.org/officeDocument/2006/math">
                    <m:r>
                      <a:rPr lang="es-ES" sz="3600" b="0" i="1" smtClean="0">
                        <a:latin typeface="Cambria Math" panose="02040503050406030204" pitchFamily="18" charset="0"/>
                      </a:rPr>
                      <m:t>4</m:t>
                    </m:r>
                    <m:r>
                      <a:rPr lang="es-ES" sz="3600" i="1">
                        <a:latin typeface="Cambria Math" panose="02040503050406030204" pitchFamily="18" charset="0"/>
                      </a:rPr>
                      <m:t>≤</m:t>
                    </m:r>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2</m:t>
                        </m:r>
                      </m:sup>
                    </m:sSup>
                    <m:r>
                      <a:rPr lang="es-ES" sz="3600" i="1">
                        <a:latin typeface="Cambria Math" panose="02040503050406030204" pitchFamily="18" charset="0"/>
                      </a:rPr>
                      <m:t>+</m:t>
                    </m:r>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2</m:t>
                        </m:r>
                      </m:sup>
                    </m:sSup>
                  </m:oMath>
                </a14:m>
                <a:r>
                  <a:rPr lang="es-ES" sz="3600" dirty="0"/>
                  <a:t> </a:t>
                </a:r>
                <a14:m>
                  <m:oMath xmlns:m="http://schemas.openxmlformats.org/officeDocument/2006/math">
                    <m:r>
                      <a:rPr lang="es-ES" sz="3600" i="1">
                        <a:latin typeface="Cambria Math" panose="02040503050406030204" pitchFamily="18" charset="0"/>
                      </a:rPr>
                      <m:t>≤</m:t>
                    </m:r>
                    <m:r>
                      <a:rPr lang="es-ES" sz="3600" b="0" i="1" smtClean="0">
                        <a:latin typeface="Cambria Math" panose="02040503050406030204" pitchFamily="18" charset="0"/>
                      </a:rPr>
                      <m:t>9</m:t>
                    </m:r>
                  </m:oMath>
                </a14:m>
                <a:endParaRPr lang="es-ES" sz="3600" dirty="0">
                  <a:latin typeface="Gill Sans Nova" panose="020B0602020104020203" pitchFamily="34" charset="0"/>
                </a:endParaRPr>
              </a:p>
              <a:p>
                <a:pPr marL="0" indent="0">
                  <a:buClr>
                    <a:srgbClr val="0070C0"/>
                  </a:buClr>
                  <a:buSzPct val="100000"/>
                  <a:buNone/>
                </a:pPr>
                <a:endParaRPr lang="es-E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93FF50AE-BEA8-35D2-DC0F-9AA456C85A24}"/>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B1B95C3A-D42F-9489-7A20-1CF1C45256E0}"/>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94</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72451609-D08C-EC52-7D14-D8AA231909AF}"/>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4021368B-1CA8-D36B-4491-27DAA05FAD46}"/>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460DADCB-F52B-72D4-0DEA-FFFE7EAC2B02}"/>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EE95E05D-1DAB-E514-A82D-AC02F1E83516}"/>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30391BB-A50C-D17A-BFE5-89E5152691B3}"/>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F487F93C-7677-9F1F-32CF-D5B83826D58A}"/>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ACF166B3-5E21-CDB0-073C-C91D6A2338E1}"/>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D1AD5E36-1223-1FC1-2FE4-9652B3764FAA}"/>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EBFD177-F380-E4E9-7C96-44F9C5348BBE}"/>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B7F12EBC-4381-1F94-DC13-A82149A8722C}"/>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68DD0416-25D4-DCD3-70F6-B9DC1AC9D310}"/>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7BF66E99-D447-2E4F-1A5E-AEC834A51745}"/>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38E8BB5D-266C-9740-63A4-7396632BE229}"/>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F05D8678-2C4A-7843-F16E-E0D99082D962}"/>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47B18B1F-6D9F-36F9-8C91-95527DA39CD4}"/>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7EB4ACE7-57A4-BCE1-497F-E7C2430045DB}"/>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A5F7BCE-D4C5-D951-083A-38CD346EFEFF}"/>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D7D70C1-2105-F4C6-8F9D-5F80F0949BD0}"/>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cxnSp>
        <p:nvCxnSpPr>
          <p:cNvPr id="33" name="Conector recto 32">
            <a:extLst>
              <a:ext uri="{FF2B5EF4-FFF2-40B4-BE49-F238E27FC236}">
                <a16:creationId xmlns:a16="http://schemas.microsoft.com/office/drawing/2014/main" id="{17723FEE-9605-D800-AB77-5859DD7F2700}"/>
              </a:ext>
            </a:extLst>
          </p:cNvPr>
          <p:cNvCxnSpPr>
            <a:cxnSpLocks/>
          </p:cNvCxnSpPr>
          <p:nvPr/>
        </p:nvCxnSpPr>
        <p:spPr>
          <a:xfrm>
            <a:off x="6854164" y="161000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0" name="Conector recto 39">
            <a:extLst>
              <a:ext uri="{FF2B5EF4-FFF2-40B4-BE49-F238E27FC236}">
                <a16:creationId xmlns:a16="http://schemas.microsoft.com/office/drawing/2014/main" id="{21C3735C-3C7F-C34E-331E-82E097C3A6B0}"/>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5" name="Elipse 24">
            <a:extLst>
              <a:ext uri="{FF2B5EF4-FFF2-40B4-BE49-F238E27FC236}">
                <a16:creationId xmlns:a16="http://schemas.microsoft.com/office/drawing/2014/main" id="{F24019B7-EB92-452F-E8EA-71481392B022}"/>
              </a:ext>
            </a:extLst>
          </p:cNvPr>
          <p:cNvSpPr/>
          <p:nvPr/>
        </p:nvSpPr>
        <p:spPr>
          <a:xfrm>
            <a:off x="7954110" y="3993424"/>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71796339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81556-AFB0-713D-F2B4-225B11E02783}"/>
            </a:ext>
          </a:extLst>
        </p:cNvPr>
        <p:cNvGrpSpPr/>
        <p:nvPr/>
      </p:nvGrpSpPr>
      <p:grpSpPr>
        <a:xfrm>
          <a:off x="0" y="0"/>
          <a:ext cx="0" cy="0"/>
          <a:chOff x="0" y="0"/>
          <a:chExt cx="0" cy="0"/>
        </a:xfrm>
      </p:grpSpPr>
      <p:sp>
        <p:nvSpPr>
          <p:cNvPr id="39" name="Forma libre: forma 38">
            <a:extLst>
              <a:ext uri="{FF2B5EF4-FFF2-40B4-BE49-F238E27FC236}">
                <a16:creationId xmlns:a16="http://schemas.microsoft.com/office/drawing/2014/main" id="{1C18072B-8D60-18EB-D79F-277F303F7718}"/>
              </a:ext>
            </a:extLst>
          </p:cNvPr>
          <p:cNvSpPr/>
          <p:nvPr/>
        </p:nvSpPr>
        <p:spPr>
          <a:xfrm>
            <a:off x="6158792" y="2927863"/>
            <a:ext cx="2166058" cy="2177301"/>
          </a:xfrm>
          <a:custGeom>
            <a:avLst/>
            <a:gdLst>
              <a:gd name="csX0" fmla="*/ 14114 w 2160414"/>
              <a:gd name="csY0" fmla="*/ 53407 h 2215346"/>
              <a:gd name="csX1" fmla="*/ 201439 w 2160414"/>
              <a:gd name="csY1" fmla="*/ 53407 h 2215346"/>
              <a:gd name="csX2" fmla="*/ 391939 w 2160414"/>
              <a:gd name="csY2" fmla="*/ 85157 h 2215346"/>
              <a:gd name="csX3" fmla="*/ 563389 w 2160414"/>
              <a:gd name="csY3" fmla="*/ 116907 h 2215346"/>
              <a:gd name="csX4" fmla="*/ 744364 w 2160414"/>
              <a:gd name="csY4" fmla="*/ 180407 h 2215346"/>
              <a:gd name="csX5" fmla="*/ 906289 w 2160414"/>
              <a:gd name="csY5" fmla="*/ 247082 h 2215346"/>
              <a:gd name="csX6" fmla="*/ 1087264 w 2160414"/>
              <a:gd name="csY6" fmla="*/ 326457 h 2215346"/>
              <a:gd name="csX7" fmla="*/ 1242839 w 2160414"/>
              <a:gd name="csY7" fmla="*/ 431232 h 2215346"/>
              <a:gd name="csX8" fmla="*/ 1373014 w 2160414"/>
              <a:gd name="csY8" fmla="*/ 520132 h 2215346"/>
              <a:gd name="csX9" fmla="*/ 1480964 w 2160414"/>
              <a:gd name="csY9" fmla="*/ 631257 h 2215346"/>
              <a:gd name="csX10" fmla="*/ 1636539 w 2160414"/>
              <a:gd name="csY10" fmla="*/ 774132 h 2215346"/>
              <a:gd name="csX11" fmla="*/ 1722264 w 2160414"/>
              <a:gd name="csY11" fmla="*/ 888432 h 2215346"/>
              <a:gd name="csX12" fmla="*/ 1814339 w 2160414"/>
              <a:gd name="csY12" fmla="*/ 1021782 h 2215346"/>
              <a:gd name="csX13" fmla="*/ 1887364 w 2160414"/>
              <a:gd name="csY13" fmla="*/ 1142432 h 2215346"/>
              <a:gd name="csX14" fmla="*/ 1969914 w 2160414"/>
              <a:gd name="csY14" fmla="*/ 1310707 h 2215346"/>
              <a:gd name="csX15" fmla="*/ 2046114 w 2160414"/>
              <a:gd name="csY15" fmla="*/ 1488507 h 2215346"/>
              <a:gd name="csX16" fmla="*/ 2087389 w 2160414"/>
              <a:gd name="csY16" fmla="*/ 1634557 h 2215346"/>
              <a:gd name="csX17" fmla="*/ 2128664 w 2160414"/>
              <a:gd name="csY17" fmla="*/ 1818707 h 2215346"/>
              <a:gd name="csX18" fmla="*/ 2154064 w 2160414"/>
              <a:gd name="csY18" fmla="*/ 2034607 h 2215346"/>
              <a:gd name="csX19" fmla="*/ 2160414 w 2160414"/>
              <a:gd name="csY19" fmla="*/ 2202882 h 2215346"/>
              <a:gd name="csX20" fmla="*/ 2150889 w 2160414"/>
              <a:gd name="csY20" fmla="*/ 2202882 h 2215346"/>
              <a:gd name="csX21" fmla="*/ 1471439 w 2160414"/>
              <a:gd name="csY21" fmla="*/ 2202882 h 2215346"/>
              <a:gd name="csX22" fmla="*/ 1446039 w 2160414"/>
              <a:gd name="csY22" fmla="*/ 2196532 h 2215346"/>
              <a:gd name="csX23" fmla="*/ 1449214 w 2160414"/>
              <a:gd name="csY23" fmla="*/ 2072707 h 2215346"/>
              <a:gd name="csX24" fmla="*/ 1423814 w 2160414"/>
              <a:gd name="csY24" fmla="*/ 1926657 h 2215346"/>
              <a:gd name="csX25" fmla="*/ 1373014 w 2160414"/>
              <a:gd name="csY25" fmla="*/ 1755207 h 2215346"/>
              <a:gd name="csX26" fmla="*/ 1293639 w 2160414"/>
              <a:gd name="csY26" fmla="*/ 1564707 h 2215346"/>
              <a:gd name="csX27" fmla="*/ 1214264 w 2160414"/>
              <a:gd name="csY27" fmla="*/ 1428182 h 2215346"/>
              <a:gd name="csX28" fmla="*/ 1119014 w 2160414"/>
              <a:gd name="csY28" fmla="*/ 1301182 h 2215346"/>
              <a:gd name="csX29" fmla="*/ 1036464 w 2160414"/>
              <a:gd name="csY29" fmla="*/ 1209107 h 2215346"/>
              <a:gd name="csX30" fmla="*/ 938039 w 2160414"/>
              <a:gd name="csY30" fmla="*/ 1123382 h 2215346"/>
              <a:gd name="csX31" fmla="*/ 791989 w 2160414"/>
              <a:gd name="csY31" fmla="*/ 1018607 h 2215346"/>
              <a:gd name="csX32" fmla="*/ 693564 w 2160414"/>
              <a:gd name="csY32" fmla="*/ 955107 h 2215346"/>
              <a:gd name="csX33" fmla="*/ 579264 w 2160414"/>
              <a:gd name="csY33" fmla="*/ 901132 h 2215346"/>
              <a:gd name="csX34" fmla="*/ 449089 w 2160414"/>
              <a:gd name="csY34" fmla="*/ 850332 h 2215346"/>
              <a:gd name="csX35" fmla="*/ 268114 w 2160414"/>
              <a:gd name="csY35" fmla="*/ 805882 h 2215346"/>
              <a:gd name="csX36" fmla="*/ 109364 w 2160414"/>
              <a:gd name="csY36" fmla="*/ 777307 h 2215346"/>
              <a:gd name="csX37" fmla="*/ 14114 w 2160414"/>
              <a:gd name="csY37" fmla="*/ 777307 h 2215346"/>
              <a:gd name="csX38" fmla="*/ 14114 w 2160414"/>
              <a:gd name="csY38" fmla="*/ 758257 h 2215346"/>
              <a:gd name="csX39" fmla="*/ 14114 w 2160414"/>
              <a:gd name="csY39" fmla="*/ 53407 h 2215346"/>
              <a:gd name="csX0" fmla="*/ 33867 w 2180167"/>
              <a:gd name="csY0" fmla="*/ 13960 h 2175899"/>
              <a:gd name="csX1" fmla="*/ 221192 w 2180167"/>
              <a:gd name="csY1" fmla="*/ 13960 h 2175899"/>
              <a:gd name="csX2" fmla="*/ 411692 w 2180167"/>
              <a:gd name="csY2" fmla="*/ 45710 h 2175899"/>
              <a:gd name="csX3" fmla="*/ 583142 w 2180167"/>
              <a:gd name="csY3" fmla="*/ 77460 h 2175899"/>
              <a:gd name="csX4" fmla="*/ 764117 w 2180167"/>
              <a:gd name="csY4" fmla="*/ 140960 h 2175899"/>
              <a:gd name="csX5" fmla="*/ 926042 w 2180167"/>
              <a:gd name="csY5" fmla="*/ 207635 h 2175899"/>
              <a:gd name="csX6" fmla="*/ 1107017 w 2180167"/>
              <a:gd name="csY6" fmla="*/ 287010 h 2175899"/>
              <a:gd name="csX7" fmla="*/ 1262592 w 2180167"/>
              <a:gd name="csY7" fmla="*/ 391785 h 2175899"/>
              <a:gd name="csX8" fmla="*/ 1392767 w 2180167"/>
              <a:gd name="csY8" fmla="*/ 480685 h 2175899"/>
              <a:gd name="csX9" fmla="*/ 1500717 w 2180167"/>
              <a:gd name="csY9" fmla="*/ 591810 h 2175899"/>
              <a:gd name="csX10" fmla="*/ 1656292 w 2180167"/>
              <a:gd name="csY10" fmla="*/ 734685 h 2175899"/>
              <a:gd name="csX11" fmla="*/ 1742017 w 2180167"/>
              <a:gd name="csY11" fmla="*/ 848985 h 2175899"/>
              <a:gd name="csX12" fmla="*/ 1834092 w 2180167"/>
              <a:gd name="csY12" fmla="*/ 982335 h 2175899"/>
              <a:gd name="csX13" fmla="*/ 1907117 w 2180167"/>
              <a:gd name="csY13" fmla="*/ 1102985 h 2175899"/>
              <a:gd name="csX14" fmla="*/ 1989667 w 2180167"/>
              <a:gd name="csY14" fmla="*/ 1271260 h 2175899"/>
              <a:gd name="csX15" fmla="*/ 2065867 w 2180167"/>
              <a:gd name="csY15" fmla="*/ 1449060 h 2175899"/>
              <a:gd name="csX16" fmla="*/ 2107142 w 2180167"/>
              <a:gd name="csY16" fmla="*/ 1595110 h 2175899"/>
              <a:gd name="csX17" fmla="*/ 2148417 w 2180167"/>
              <a:gd name="csY17" fmla="*/ 1779260 h 2175899"/>
              <a:gd name="csX18" fmla="*/ 2173817 w 2180167"/>
              <a:gd name="csY18" fmla="*/ 1995160 h 2175899"/>
              <a:gd name="csX19" fmla="*/ 2180167 w 2180167"/>
              <a:gd name="csY19" fmla="*/ 2163435 h 2175899"/>
              <a:gd name="csX20" fmla="*/ 2170642 w 2180167"/>
              <a:gd name="csY20" fmla="*/ 2163435 h 2175899"/>
              <a:gd name="csX21" fmla="*/ 1491192 w 2180167"/>
              <a:gd name="csY21" fmla="*/ 2163435 h 2175899"/>
              <a:gd name="csX22" fmla="*/ 1465792 w 2180167"/>
              <a:gd name="csY22" fmla="*/ 2157085 h 2175899"/>
              <a:gd name="csX23" fmla="*/ 1468967 w 2180167"/>
              <a:gd name="csY23" fmla="*/ 2033260 h 2175899"/>
              <a:gd name="csX24" fmla="*/ 1443567 w 2180167"/>
              <a:gd name="csY24" fmla="*/ 1887210 h 2175899"/>
              <a:gd name="csX25" fmla="*/ 1392767 w 2180167"/>
              <a:gd name="csY25" fmla="*/ 1715760 h 2175899"/>
              <a:gd name="csX26" fmla="*/ 1313392 w 2180167"/>
              <a:gd name="csY26" fmla="*/ 1525260 h 2175899"/>
              <a:gd name="csX27" fmla="*/ 1234017 w 2180167"/>
              <a:gd name="csY27" fmla="*/ 1388735 h 2175899"/>
              <a:gd name="csX28" fmla="*/ 1138767 w 2180167"/>
              <a:gd name="csY28" fmla="*/ 1261735 h 2175899"/>
              <a:gd name="csX29" fmla="*/ 1056217 w 2180167"/>
              <a:gd name="csY29" fmla="*/ 1169660 h 2175899"/>
              <a:gd name="csX30" fmla="*/ 957792 w 2180167"/>
              <a:gd name="csY30" fmla="*/ 1083935 h 2175899"/>
              <a:gd name="csX31" fmla="*/ 811742 w 2180167"/>
              <a:gd name="csY31" fmla="*/ 979160 h 2175899"/>
              <a:gd name="csX32" fmla="*/ 713317 w 2180167"/>
              <a:gd name="csY32" fmla="*/ 915660 h 2175899"/>
              <a:gd name="csX33" fmla="*/ 599017 w 2180167"/>
              <a:gd name="csY33" fmla="*/ 861685 h 2175899"/>
              <a:gd name="csX34" fmla="*/ 468842 w 2180167"/>
              <a:gd name="csY34" fmla="*/ 810885 h 2175899"/>
              <a:gd name="csX35" fmla="*/ 287867 w 2180167"/>
              <a:gd name="csY35" fmla="*/ 766435 h 2175899"/>
              <a:gd name="csX36" fmla="*/ 129117 w 2180167"/>
              <a:gd name="csY36" fmla="*/ 737860 h 2175899"/>
              <a:gd name="csX37" fmla="*/ 33867 w 2180167"/>
              <a:gd name="csY37" fmla="*/ 737860 h 2175899"/>
              <a:gd name="csX38" fmla="*/ 33867 w 2180167"/>
              <a:gd name="csY38" fmla="*/ 718810 h 2175899"/>
              <a:gd name="csX39" fmla="*/ 33867 w 2180167"/>
              <a:gd name="csY39" fmla="*/ 13960 h 2175899"/>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797633 w 2166058"/>
              <a:gd name="csY31" fmla="*/ 98056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3683 w 2166058"/>
              <a:gd name="csY30" fmla="*/ 1085337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 name="csX0" fmla="*/ 19758 w 2166058"/>
              <a:gd name="csY0" fmla="*/ 15362 h 2177301"/>
              <a:gd name="csX1" fmla="*/ 207083 w 2166058"/>
              <a:gd name="csY1" fmla="*/ 15362 h 2177301"/>
              <a:gd name="csX2" fmla="*/ 397583 w 2166058"/>
              <a:gd name="csY2" fmla="*/ 47112 h 2177301"/>
              <a:gd name="csX3" fmla="*/ 569033 w 2166058"/>
              <a:gd name="csY3" fmla="*/ 78862 h 2177301"/>
              <a:gd name="csX4" fmla="*/ 750008 w 2166058"/>
              <a:gd name="csY4" fmla="*/ 142362 h 2177301"/>
              <a:gd name="csX5" fmla="*/ 911933 w 2166058"/>
              <a:gd name="csY5" fmla="*/ 209037 h 2177301"/>
              <a:gd name="csX6" fmla="*/ 1092908 w 2166058"/>
              <a:gd name="csY6" fmla="*/ 288412 h 2177301"/>
              <a:gd name="csX7" fmla="*/ 1248483 w 2166058"/>
              <a:gd name="csY7" fmla="*/ 393187 h 2177301"/>
              <a:gd name="csX8" fmla="*/ 1378658 w 2166058"/>
              <a:gd name="csY8" fmla="*/ 482087 h 2177301"/>
              <a:gd name="csX9" fmla="*/ 1486608 w 2166058"/>
              <a:gd name="csY9" fmla="*/ 593212 h 2177301"/>
              <a:gd name="csX10" fmla="*/ 1642183 w 2166058"/>
              <a:gd name="csY10" fmla="*/ 736087 h 2177301"/>
              <a:gd name="csX11" fmla="*/ 1727908 w 2166058"/>
              <a:gd name="csY11" fmla="*/ 850387 h 2177301"/>
              <a:gd name="csX12" fmla="*/ 1819983 w 2166058"/>
              <a:gd name="csY12" fmla="*/ 983737 h 2177301"/>
              <a:gd name="csX13" fmla="*/ 1893008 w 2166058"/>
              <a:gd name="csY13" fmla="*/ 1104387 h 2177301"/>
              <a:gd name="csX14" fmla="*/ 1975558 w 2166058"/>
              <a:gd name="csY14" fmla="*/ 1272662 h 2177301"/>
              <a:gd name="csX15" fmla="*/ 2051758 w 2166058"/>
              <a:gd name="csY15" fmla="*/ 1450462 h 2177301"/>
              <a:gd name="csX16" fmla="*/ 2093033 w 2166058"/>
              <a:gd name="csY16" fmla="*/ 1596512 h 2177301"/>
              <a:gd name="csX17" fmla="*/ 2134308 w 2166058"/>
              <a:gd name="csY17" fmla="*/ 1780662 h 2177301"/>
              <a:gd name="csX18" fmla="*/ 2159708 w 2166058"/>
              <a:gd name="csY18" fmla="*/ 1996562 h 2177301"/>
              <a:gd name="csX19" fmla="*/ 2166058 w 2166058"/>
              <a:gd name="csY19" fmla="*/ 2164837 h 2177301"/>
              <a:gd name="csX20" fmla="*/ 2156533 w 2166058"/>
              <a:gd name="csY20" fmla="*/ 2164837 h 2177301"/>
              <a:gd name="csX21" fmla="*/ 1477083 w 2166058"/>
              <a:gd name="csY21" fmla="*/ 2164837 h 2177301"/>
              <a:gd name="csX22" fmla="*/ 1451683 w 2166058"/>
              <a:gd name="csY22" fmla="*/ 2158487 h 2177301"/>
              <a:gd name="csX23" fmla="*/ 1454858 w 2166058"/>
              <a:gd name="csY23" fmla="*/ 2034662 h 2177301"/>
              <a:gd name="csX24" fmla="*/ 1429458 w 2166058"/>
              <a:gd name="csY24" fmla="*/ 1888612 h 2177301"/>
              <a:gd name="csX25" fmla="*/ 1378658 w 2166058"/>
              <a:gd name="csY25" fmla="*/ 1717162 h 2177301"/>
              <a:gd name="csX26" fmla="*/ 1299283 w 2166058"/>
              <a:gd name="csY26" fmla="*/ 1526662 h 2177301"/>
              <a:gd name="csX27" fmla="*/ 1219908 w 2166058"/>
              <a:gd name="csY27" fmla="*/ 1390137 h 2177301"/>
              <a:gd name="csX28" fmla="*/ 1124658 w 2166058"/>
              <a:gd name="csY28" fmla="*/ 1263137 h 2177301"/>
              <a:gd name="csX29" fmla="*/ 1042108 w 2166058"/>
              <a:gd name="csY29" fmla="*/ 1171062 h 2177301"/>
              <a:gd name="csX30" fmla="*/ 946858 w 2166058"/>
              <a:gd name="csY30" fmla="*/ 1075812 h 2177301"/>
              <a:gd name="csX31" fmla="*/ 845258 w 2166058"/>
              <a:gd name="csY31" fmla="*/ 999612 h 2177301"/>
              <a:gd name="csX32" fmla="*/ 699208 w 2166058"/>
              <a:gd name="csY32" fmla="*/ 917062 h 2177301"/>
              <a:gd name="csX33" fmla="*/ 584908 w 2166058"/>
              <a:gd name="csY33" fmla="*/ 863087 h 2177301"/>
              <a:gd name="csX34" fmla="*/ 454733 w 2166058"/>
              <a:gd name="csY34" fmla="*/ 812287 h 2177301"/>
              <a:gd name="csX35" fmla="*/ 273758 w 2166058"/>
              <a:gd name="csY35" fmla="*/ 767837 h 2177301"/>
              <a:gd name="csX36" fmla="*/ 115008 w 2166058"/>
              <a:gd name="csY36" fmla="*/ 739262 h 2177301"/>
              <a:gd name="csX37" fmla="*/ 19758 w 2166058"/>
              <a:gd name="csY37" fmla="*/ 739262 h 2177301"/>
              <a:gd name="csX38" fmla="*/ 19758 w 2166058"/>
              <a:gd name="csY38" fmla="*/ 720212 h 2177301"/>
              <a:gd name="csX39" fmla="*/ 19758 w 2166058"/>
              <a:gd name="csY39" fmla="*/ 15362 h 21773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2166058" h="2177301">
                <a:moveTo>
                  <a:pt x="19758" y="15362"/>
                </a:moveTo>
                <a:cubicBezTo>
                  <a:pt x="63679" y="-16388"/>
                  <a:pt x="144112" y="10070"/>
                  <a:pt x="207083" y="15362"/>
                </a:cubicBezTo>
                <a:cubicBezTo>
                  <a:pt x="270054" y="20654"/>
                  <a:pt x="397583" y="47112"/>
                  <a:pt x="397583" y="47112"/>
                </a:cubicBezTo>
                <a:cubicBezTo>
                  <a:pt x="457908" y="57695"/>
                  <a:pt x="510296" y="62987"/>
                  <a:pt x="569033" y="78862"/>
                </a:cubicBezTo>
                <a:cubicBezTo>
                  <a:pt x="627770" y="94737"/>
                  <a:pt x="692858" y="120666"/>
                  <a:pt x="750008" y="142362"/>
                </a:cubicBezTo>
                <a:cubicBezTo>
                  <a:pt x="807158" y="164058"/>
                  <a:pt x="854783" y="184695"/>
                  <a:pt x="911933" y="209037"/>
                </a:cubicBezTo>
                <a:cubicBezTo>
                  <a:pt x="969083" y="233379"/>
                  <a:pt x="1036816" y="257720"/>
                  <a:pt x="1092908" y="288412"/>
                </a:cubicBezTo>
                <a:cubicBezTo>
                  <a:pt x="1149000" y="319104"/>
                  <a:pt x="1200858" y="360908"/>
                  <a:pt x="1248483" y="393187"/>
                </a:cubicBezTo>
                <a:cubicBezTo>
                  <a:pt x="1296108" y="425466"/>
                  <a:pt x="1338971" y="448750"/>
                  <a:pt x="1378658" y="482087"/>
                </a:cubicBezTo>
                <a:cubicBezTo>
                  <a:pt x="1418345" y="515424"/>
                  <a:pt x="1442687" y="550879"/>
                  <a:pt x="1486608" y="593212"/>
                </a:cubicBezTo>
                <a:cubicBezTo>
                  <a:pt x="1530529" y="635545"/>
                  <a:pt x="1601966" y="693225"/>
                  <a:pt x="1642183" y="736087"/>
                </a:cubicBezTo>
                <a:cubicBezTo>
                  <a:pt x="1682400" y="778949"/>
                  <a:pt x="1698275" y="809112"/>
                  <a:pt x="1727908" y="850387"/>
                </a:cubicBezTo>
                <a:cubicBezTo>
                  <a:pt x="1757541" y="891662"/>
                  <a:pt x="1792466" y="941404"/>
                  <a:pt x="1819983" y="983737"/>
                </a:cubicBezTo>
                <a:cubicBezTo>
                  <a:pt x="1847500" y="1026070"/>
                  <a:pt x="1867079" y="1056233"/>
                  <a:pt x="1893008" y="1104387"/>
                </a:cubicBezTo>
                <a:cubicBezTo>
                  <a:pt x="1918937" y="1152541"/>
                  <a:pt x="1949100" y="1214983"/>
                  <a:pt x="1975558" y="1272662"/>
                </a:cubicBezTo>
                <a:cubicBezTo>
                  <a:pt x="2002016" y="1330341"/>
                  <a:pt x="2032179" y="1396487"/>
                  <a:pt x="2051758" y="1450462"/>
                </a:cubicBezTo>
                <a:cubicBezTo>
                  <a:pt x="2071337" y="1504437"/>
                  <a:pt x="2079275" y="1541479"/>
                  <a:pt x="2093033" y="1596512"/>
                </a:cubicBezTo>
                <a:cubicBezTo>
                  <a:pt x="2106791" y="1651545"/>
                  <a:pt x="2123196" y="1713987"/>
                  <a:pt x="2134308" y="1780662"/>
                </a:cubicBezTo>
                <a:cubicBezTo>
                  <a:pt x="2145421" y="1847337"/>
                  <a:pt x="2154416" y="1932533"/>
                  <a:pt x="2159708" y="1996562"/>
                </a:cubicBezTo>
                <a:cubicBezTo>
                  <a:pt x="2165000" y="2060591"/>
                  <a:pt x="2166058" y="2164837"/>
                  <a:pt x="2166058" y="2164837"/>
                </a:cubicBezTo>
                <a:cubicBezTo>
                  <a:pt x="2165529" y="2192883"/>
                  <a:pt x="2156533" y="2164837"/>
                  <a:pt x="2156533" y="2164837"/>
                </a:cubicBezTo>
                <a:lnTo>
                  <a:pt x="1477083" y="2164837"/>
                </a:lnTo>
                <a:cubicBezTo>
                  <a:pt x="1359608" y="2163779"/>
                  <a:pt x="1442687" y="2180183"/>
                  <a:pt x="1451683" y="2158487"/>
                </a:cubicBezTo>
                <a:cubicBezTo>
                  <a:pt x="1460679" y="2136791"/>
                  <a:pt x="1458562" y="2079641"/>
                  <a:pt x="1454858" y="2034662"/>
                </a:cubicBezTo>
                <a:cubicBezTo>
                  <a:pt x="1451154" y="1989683"/>
                  <a:pt x="1442158" y="1941529"/>
                  <a:pt x="1429458" y="1888612"/>
                </a:cubicBezTo>
                <a:cubicBezTo>
                  <a:pt x="1416758" y="1835695"/>
                  <a:pt x="1400354" y="1777487"/>
                  <a:pt x="1378658" y="1717162"/>
                </a:cubicBezTo>
                <a:cubicBezTo>
                  <a:pt x="1356962" y="1656837"/>
                  <a:pt x="1325741" y="1581166"/>
                  <a:pt x="1299283" y="1526662"/>
                </a:cubicBezTo>
                <a:cubicBezTo>
                  <a:pt x="1272825" y="1472158"/>
                  <a:pt x="1249012" y="1434058"/>
                  <a:pt x="1219908" y="1390137"/>
                </a:cubicBezTo>
                <a:cubicBezTo>
                  <a:pt x="1190804" y="1346216"/>
                  <a:pt x="1154291" y="1299650"/>
                  <a:pt x="1124658" y="1263137"/>
                </a:cubicBezTo>
                <a:cubicBezTo>
                  <a:pt x="1095025" y="1226624"/>
                  <a:pt x="1071741" y="1202283"/>
                  <a:pt x="1042108" y="1171062"/>
                </a:cubicBezTo>
                <a:cubicBezTo>
                  <a:pt x="1012475" y="1139841"/>
                  <a:pt x="979666" y="1104387"/>
                  <a:pt x="946858" y="1075812"/>
                </a:cubicBezTo>
                <a:cubicBezTo>
                  <a:pt x="914050" y="1047237"/>
                  <a:pt x="886533" y="1026070"/>
                  <a:pt x="845258" y="999612"/>
                </a:cubicBezTo>
                <a:cubicBezTo>
                  <a:pt x="803983" y="973154"/>
                  <a:pt x="742600" y="939816"/>
                  <a:pt x="699208" y="917062"/>
                </a:cubicBezTo>
                <a:cubicBezTo>
                  <a:pt x="655816" y="894308"/>
                  <a:pt x="625654" y="880550"/>
                  <a:pt x="584908" y="863087"/>
                </a:cubicBezTo>
                <a:cubicBezTo>
                  <a:pt x="544162" y="845625"/>
                  <a:pt x="506591" y="828162"/>
                  <a:pt x="454733" y="812287"/>
                </a:cubicBezTo>
                <a:cubicBezTo>
                  <a:pt x="402875" y="796412"/>
                  <a:pt x="330379" y="780008"/>
                  <a:pt x="273758" y="767837"/>
                </a:cubicBezTo>
                <a:cubicBezTo>
                  <a:pt x="217137" y="755666"/>
                  <a:pt x="157341" y="744024"/>
                  <a:pt x="115008" y="739262"/>
                </a:cubicBezTo>
                <a:cubicBezTo>
                  <a:pt x="72675" y="734500"/>
                  <a:pt x="35633" y="742437"/>
                  <a:pt x="19758" y="739262"/>
                </a:cubicBezTo>
                <a:cubicBezTo>
                  <a:pt x="3883" y="736087"/>
                  <a:pt x="20816" y="837687"/>
                  <a:pt x="19758" y="720212"/>
                </a:cubicBezTo>
                <a:cubicBezTo>
                  <a:pt x="18700" y="602737"/>
                  <a:pt x="-24163" y="47112"/>
                  <a:pt x="19758" y="15362"/>
                </a:cubicBezTo>
                <a:close/>
              </a:path>
            </a:pathLst>
          </a:custGeom>
          <a:solidFill>
            <a:srgbClr val="0070C0">
              <a:alpha val="60000"/>
            </a:srgb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F23431AE-DC71-9C88-C995-0BA4000643FF}"/>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03860049-679D-919C-E658-69084310452B}"/>
              </a:ext>
            </a:extLst>
          </p:cNvPr>
          <p:cNvSpPr>
            <a:spLocks noGrp="1"/>
          </p:cNvSpPr>
          <p:nvPr>
            <p:ph type="title"/>
          </p:nvPr>
        </p:nvSpPr>
        <p:spPr>
          <a:xfrm>
            <a:off x="420625" y="254955"/>
            <a:ext cx="2758608" cy="686433"/>
          </a:xfrm>
        </p:spPr>
        <p:txBody>
          <a:bodyPr>
            <a:noAutofit/>
          </a:bodyPr>
          <a:lstStyle/>
          <a:p>
            <a:r>
              <a:rPr lang="en-US" sz="4800" dirty="0">
                <a:latin typeface="Gill Sans Nova" panose="020B0602020104020203" pitchFamily="34" charset="0"/>
              </a:rPr>
              <a:t>Example 9</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2F6E250-9816-B4D7-23B7-70D535F65DA9}"/>
              </a:ext>
            </a:extLst>
          </p:cNvPr>
          <p:cNvSpPr/>
          <p:nvPr/>
        </p:nvSpPr>
        <p:spPr>
          <a:xfrm>
            <a:off x="420625" y="941381"/>
            <a:ext cx="27586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E93A6E1-40F7-0EAC-FF03-A220E6471FEA}"/>
                  </a:ext>
                </a:extLst>
              </p:cNvPr>
              <p:cNvSpPr>
                <a:spLocks noGrp="1"/>
              </p:cNvSpPr>
              <p:nvPr>
                <p:ph idx="1"/>
              </p:nvPr>
            </p:nvSpPr>
            <p:spPr>
              <a:xfrm>
                <a:off x="629412" y="1522914"/>
                <a:ext cx="4117249" cy="4788985"/>
              </a:xfrm>
            </p:spPr>
            <p:txBody>
              <a:bodyPr>
                <a:noAutofit/>
              </a:bodyPr>
              <a:lstStyle/>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3600" noProof="0" dirty="0">
                    <a:latin typeface="Gill Sans Nova" panose="020B0602020104020203" pitchFamily="34" charset="0"/>
                  </a:rPr>
                  <a:t>Optimal solution:</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𝒙</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n-US" sz="3600" b="1" i="0" noProof="0" smtClean="0">
                          <a:solidFill>
                            <a:srgbClr val="0070C0"/>
                          </a:solidFill>
                          <a:latin typeface="Cambria Math" panose="02040503050406030204" pitchFamily="18" charset="0"/>
                        </a:rPr>
                        <m:t>𝟐</m:t>
                      </m:r>
                      <m:r>
                        <a:rPr lang="en-US" sz="3600" b="1" i="0" noProof="0" smtClean="0">
                          <a:solidFill>
                            <a:srgbClr val="0070C0"/>
                          </a:solidFill>
                          <a:latin typeface="Cambria Math" panose="02040503050406030204" pitchFamily="18" charset="0"/>
                        </a:rPr>
                        <m:t>.</m:t>
                      </m:r>
                      <m:r>
                        <a:rPr lang="en-US" sz="3600" b="1" i="0" noProof="0" smtClean="0">
                          <a:solidFill>
                            <a:srgbClr val="0070C0"/>
                          </a:solidFill>
                          <a:latin typeface="Cambria Math" panose="02040503050406030204" pitchFamily="18" charset="0"/>
                        </a:rPr>
                        <m:t>𝟔𝟖𝟑</m:t>
                      </m:r>
                    </m:oMath>
                  </m:oMathPara>
                </a14:m>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𝒚</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a:solidFill>
                            <a:srgbClr val="0070C0"/>
                          </a:solidFill>
                          <a:latin typeface="Cambria Math" panose="02040503050406030204" pitchFamily="18" charset="0"/>
                        </a:rPr>
                        <m:t>𝟏</m:t>
                      </m:r>
                      <m:r>
                        <m:rPr>
                          <m:nor/>
                        </m:rPr>
                        <a:rPr lang="en-US" sz="3600" b="1" i="0" noProof="0" smtClean="0">
                          <a:solidFill>
                            <a:srgbClr val="0070C0"/>
                          </a:solidFill>
                          <a:latin typeface="Cambria Math" panose="02040503050406030204" pitchFamily="18" charset="0"/>
                        </a:rPr>
                        <m:t>.</m:t>
                      </m:r>
                      <m:r>
                        <a:rPr lang="en-US" sz="3600" b="1">
                          <a:solidFill>
                            <a:srgbClr val="0070C0"/>
                          </a:solidFill>
                          <a:latin typeface="Cambria Math" panose="02040503050406030204" pitchFamily="18" charset="0"/>
                        </a:rPr>
                        <m:t>𝟑</m:t>
                      </m:r>
                      <m:r>
                        <a:rPr lang="es-ES" sz="3600" b="1">
                          <a:solidFill>
                            <a:srgbClr val="0070C0"/>
                          </a:solidFill>
                          <a:latin typeface="Cambria Math" panose="02040503050406030204" pitchFamily="18" charset="0"/>
                        </a:rPr>
                        <m:t>𝟒</m:t>
                      </m:r>
                      <m:r>
                        <a:rPr lang="en-US" sz="3600" b="1">
                          <a:solidFill>
                            <a:srgbClr val="0070C0"/>
                          </a:solidFill>
                          <a:latin typeface="Cambria Math" panose="02040503050406030204" pitchFamily="18" charset="0"/>
                        </a:rPr>
                        <m:t>𝟔𝟐</m:t>
                      </m:r>
                    </m:oMath>
                  </m:oMathPara>
                </a14:m>
                <a:endParaRPr lang="en-US" sz="3600" b="1" noProof="0" dirty="0">
                  <a:solidFill>
                    <a:srgbClr val="0070C0"/>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𝒛</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n-US" sz="3600" b="1" i="0" noProof="0" smtClean="0">
                          <a:solidFill>
                            <a:srgbClr val="0070C0"/>
                          </a:solidFill>
                          <a:latin typeface="Cambria Math" panose="02040503050406030204" pitchFamily="18" charset="0"/>
                        </a:rPr>
                        <m:t>𝟔</m:t>
                      </m:r>
                      <m:r>
                        <a:rPr lang="en-US" sz="3600" b="1" i="0" noProof="0" smtClean="0">
                          <a:solidFill>
                            <a:srgbClr val="0070C0"/>
                          </a:solidFill>
                          <a:latin typeface="Cambria Math" panose="02040503050406030204" pitchFamily="18" charset="0"/>
                        </a:rPr>
                        <m:t>.</m:t>
                      </m:r>
                      <m:r>
                        <a:rPr lang="en-US" sz="3600" b="1" i="0" noProof="0" smtClean="0">
                          <a:solidFill>
                            <a:srgbClr val="0070C0"/>
                          </a:solidFill>
                          <a:latin typeface="Cambria Math" panose="02040503050406030204" pitchFamily="18" charset="0"/>
                        </a:rPr>
                        <m:t>𝟕𝟎𝟖</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E93A6E1-40F7-0EAC-FF03-A220E6471FEA}"/>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4F62DB4-A4C6-B4D4-4AA1-6FC9CEC3C57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95</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20AD4131-E651-5B11-4993-5CF6337882C8}"/>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EE7C0BF7-013E-9210-B855-5B9840809B10}"/>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54D9ADF-E0A3-A001-6C1F-0857B3E137BE}"/>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09FCD89-1691-8376-8C67-342360A34794}"/>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1FFBD5C-1A3B-3123-99A5-B444B690C01F}"/>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DD8B7460-6BA4-BDA0-9C87-5E7C06B8B769}"/>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748CADCE-45BC-04D8-DDA9-F1167D313773}"/>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87A7CD26-7971-0FF9-3E21-1B3C2AC1338F}"/>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BDBA4E55-BE2B-1451-68E1-948ACDE06D97}"/>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324AA9AA-B7DC-2415-FB45-D46A5B35A2F8}"/>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7990BC1-2165-8442-C88E-E71DE0B792B7}"/>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D58BCAF-D665-0811-8CD6-138F6F6DEFA1}"/>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FE286AFC-1C2A-DC11-3802-2058BB70B77D}"/>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35DB1921-95F1-52F7-B659-5BE06848D41E}"/>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B8645469-A4BF-7DB7-BD69-E044706C731B}"/>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13EAEF9-B71C-CEDD-5A48-34BADA53FF69}"/>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405EC1AA-FCEB-6BC0-B2D6-1B2D145196F5}"/>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BFEA7786-857E-C439-1F94-34682C66EACD}"/>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4" name="Elipse 33">
            <a:extLst>
              <a:ext uri="{FF2B5EF4-FFF2-40B4-BE49-F238E27FC236}">
                <a16:creationId xmlns:a16="http://schemas.microsoft.com/office/drawing/2014/main" id="{25A6A675-AD45-06DD-34D4-3BFDADCE9AF6}"/>
              </a:ext>
            </a:extLst>
          </p:cNvPr>
          <p:cNvSpPr/>
          <p:nvPr/>
        </p:nvSpPr>
        <p:spPr>
          <a:xfrm>
            <a:off x="7954110" y="3993424"/>
            <a:ext cx="252000" cy="252000"/>
          </a:xfrm>
          <a:prstGeom prst="ellipse">
            <a:avLst/>
          </a:prstGeom>
          <a:solidFill>
            <a:srgbClr val="00B050"/>
          </a:soli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662953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AE9D-1E76-0B63-DF02-BFE361ACA3A3}"/>
            </a:ext>
          </a:extLst>
        </p:cNvPr>
        <p:cNvGrpSpPr/>
        <p:nvPr/>
      </p:nvGrpSpPr>
      <p:grpSpPr>
        <a:xfrm>
          <a:off x="0" y="0"/>
          <a:ext cx="0" cy="0"/>
          <a:chOff x="0" y="0"/>
          <a:chExt cx="0" cy="0"/>
        </a:xfrm>
      </p:grpSpPr>
      <p:sp>
        <p:nvSpPr>
          <p:cNvPr id="27" name="Forma libre: forma 26">
            <a:extLst>
              <a:ext uri="{FF2B5EF4-FFF2-40B4-BE49-F238E27FC236}">
                <a16:creationId xmlns:a16="http://schemas.microsoft.com/office/drawing/2014/main" id="{B10CFC29-7528-B48B-F377-21F1AC7B800B}"/>
              </a:ext>
            </a:extLst>
          </p:cNvPr>
          <p:cNvSpPr/>
          <p:nvPr/>
        </p:nvSpPr>
        <p:spPr>
          <a:xfrm>
            <a:off x="6892336" y="2933700"/>
            <a:ext cx="2877579" cy="1447038"/>
          </a:xfrm>
          <a:custGeom>
            <a:avLst/>
            <a:gdLst>
              <a:gd name="csX0" fmla="*/ 224179 w 3336701"/>
              <a:gd name="csY0" fmla="*/ 136520 h 1678426"/>
              <a:gd name="csX1" fmla="*/ 548029 w 3336701"/>
              <a:gd name="csY1" fmla="*/ 142870 h 1678426"/>
              <a:gd name="csX2" fmla="*/ 929029 w 3336701"/>
              <a:gd name="csY2" fmla="*/ 879470 h 1678426"/>
              <a:gd name="csX3" fmla="*/ 1652929 w 3336701"/>
              <a:gd name="csY3" fmla="*/ 1254120 h 1678426"/>
              <a:gd name="csX4" fmla="*/ 2364129 w 3336701"/>
              <a:gd name="csY4" fmla="*/ 1412870 h 1678426"/>
              <a:gd name="csX5" fmla="*/ 3094379 w 3336701"/>
              <a:gd name="csY5" fmla="*/ 1463670 h 1678426"/>
              <a:gd name="csX6" fmla="*/ 3094379 w 3336701"/>
              <a:gd name="csY6" fmla="*/ 1565270 h 1678426"/>
              <a:gd name="csX7" fmla="*/ 224179 w 3336701"/>
              <a:gd name="csY7" fmla="*/ 1571620 h 1678426"/>
              <a:gd name="csX8" fmla="*/ 224179 w 3336701"/>
              <a:gd name="csY8" fmla="*/ 136520 h 1678426"/>
              <a:gd name="csX0" fmla="*/ 224179 w 3336701"/>
              <a:gd name="csY0" fmla="*/ 94649 h 1636555"/>
              <a:gd name="csX1" fmla="*/ 548029 w 3336701"/>
              <a:gd name="csY1" fmla="*/ 100999 h 1636555"/>
              <a:gd name="csX2" fmla="*/ 929029 w 3336701"/>
              <a:gd name="csY2" fmla="*/ 837599 h 1636555"/>
              <a:gd name="csX3" fmla="*/ 1652929 w 3336701"/>
              <a:gd name="csY3" fmla="*/ 1212249 h 1636555"/>
              <a:gd name="csX4" fmla="*/ 2364129 w 3336701"/>
              <a:gd name="csY4" fmla="*/ 1370999 h 1636555"/>
              <a:gd name="csX5" fmla="*/ 3094379 w 3336701"/>
              <a:gd name="csY5" fmla="*/ 1421799 h 1636555"/>
              <a:gd name="csX6" fmla="*/ 3094379 w 3336701"/>
              <a:gd name="csY6" fmla="*/ 1523399 h 1636555"/>
              <a:gd name="csX7" fmla="*/ 224179 w 3336701"/>
              <a:gd name="csY7" fmla="*/ 1529749 h 1636555"/>
              <a:gd name="csX8" fmla="*/ 224179 w 3336701"/>
              <a:gd name="csY8" fmla="*/ 94649 h 1636555"/>
              <a:gd name="csX0" fmla="*/ 224179 w 3336701"/>
              <a:gd name="csY0" fmla="*/ 104902 h 1646808"/>
              <a:gd name="csX1" fmla="*/ 548029 w 3336701"/>
              <a:gd name="csY1" fmla="*/ 111252 h 1646808"/>
              <a:gd name="csX2" fmla="*/ 929029 w 3336701"/>
              <a:gd name="csY2" fmla="*/ 847852 h 1646808"/>
              <a:gd name="csX3" fmla="*/ 1652929 w 3336701"/>
              <a:gd name="csY3" fmla="*/ 1222502 h 1646808"/>
              <a:gd name="csX4" fmla="*/ 2364129 w 3336701"/>
              <a:gd name="csY4" fmla="*/ 1381252 h 1646808"/>
              <a:gd name="csX5" fmla="*/ 3094379 w 3336701"/>
              <a:gd name="csY5" fmla="*/ 1432052 h 1646808"/>
              <a:gd name="csX6" fmla="*/ 3094379 w 3336701"/>
              <a:gd name="csY6" fmla="*/ 1533652 h 1646808"/>
              <a:gd name="csX7" fmla="*/ 224179 w 3336701"/>
              <a:gd name="csY7" fmla="*/ 1540002 h 1646808"/>
              <a:gd name="csX8" fmla="*/ 224179 w 3336701"/>
              <a:gd name="csY8" fmla="*/ 104902 h 1646808"/>
              <a:gd name="csX0" fmla="*/ 224179 w 3336701"/>
              <a:gd name="csY0" fmla="*/ 100862 h 1642768"/>
              <a:gd name="csX1" fmla="*/ 548029 w 3336701"/>
              <a:gd name="csY1" fmla="*/ 107212 h 1642768"/>
              <a:gd name="csX2" fmla="*/ 929029 w 3336701"/>
              <a:gd name="csY2" fmla="*/ 843812 h 1642768"/>
              <a:gd name="csX3" fmla="*/ 1652929 w 3336701"/>
              <a:gd name="csY3" fmla="*/ 1218462 h 1642768"/>
              <a:gd name="csX4" fmla="*/ 2364129 w 3336701"/>
              <a:gd name="csY4" fmla="*/ 1377212 h 1642768"/>
              <a:gd name="csX5" fmla="*/ 3094379 w 3336701"/>
              <a:gd name="csY5" fmla="*/ 1428012 h 1642768"/>
              <a:gd name="csX6" fmla="*/ 3094379 w 3336701"/>
              <a:gd name="csY6" fmla="*/ 1529612 h 1642768"/>
              <a:gd name="csX7" fmla="*/ 224179 w 3336701"/>
              <a:gd name="csY7" fmla="*/ 1535962 h 1642768"/>
              <a:gd name="csX8" fmla="*/ 224179 w 3336701"/>
              <a:gd name="csY8" fmla="*/ 100862 h 1642768"/>
              <a:gd name="csX0" fmla="*/ 221142 w 3333664"/>
              <a:gd name="csY0" fmla="*/ 11519 h 1553425"/>
              <a:gd name="csX1" fmla="*/ 544992 w 3333664"/>
              <a:gd name="csY1" fmla="*/ 17869 h 1553425"/>
              <a:gd name="csX2" fmla="*/ 925992 w 3333664"/>
              <a:gd name="csY2" fmla="*/ 754469 h 1553425"/>
              <a:gd name="csX3" fmla="*/ 1649892 w 3333664"/>
              <a:gd name="csY3" fmla="*/ 1129119 h 1553425"/>
              <a:gd name="csX4" fmla="*/ 2361092 w 3333664"/>
              <a:gd name="csY4" fmla="*/ 1287869 h 1553425"/>
              <a:gd name="csX5" fmla="*/ 3091342 w 3333664"/>
              <a:gd name="csY5" fmla="*/ 1338669 h 1553425"/>
              <a:gd name="csX6" fmla="*/ 3091342 w 3333664"/>
              <a:gd name="csY6" fmla="*/ 1440269 h 1553425"/>
              <a:gd name="csX7" fmla="*/ 221142 w 3333664"/>
              <a:gd name="csY7" fmla="*/ 1446619 h 1553425"/>
              <a:gd name="csX8" fmla="*/ 221142 w 3333664"/>
              <a:gd name="csY8" fmla="*/ 11519 h 1553425"/>
              <a:gd name="csX0" fmla="*/ 209566 w 3322088"/>
              <a:gd name="csY0" fmla="*/ 3956 h 1545862"/>
              <a:gd name="csX1" fmla="*/ 533416 w 3322088"/>
              <a:gd name="csY1" fmla="*/ 10306 h 1545862"/>
              <a:gd name="csX2" fmla="*/ 914416 w 3322088"/>
              <a:gd name="csY2" fmla="*/ 746906 h 1545862"/>
              <a:gd name="csX3" fmla="*/ 1638316 w 3322088"/>
              <a:gd name="csY3" fmla="*/ 1121556 h 1545862"/>
              <a:gd name="csX4" fmla="*/ 2349516 w 3322088"/>
              <a:gd name="csY4" fmla="*/ 1280306 h 1545862"/>
              <a:gd name="csX5" fmla="*/ 3079766 w 3322088"/>
              <a:gd name="csY5" fmla="*/ 1331106 h 1545862"/>
              <a:gd name="csX6" fmla="*/ 3079766 w 3322088"/>
              <a:gd name="csY6" fmla="*/ 1432706 h 1545862"/>
              <a:gd name="csX7" fmla="*/ 209566 w 3322088"/>
              <a:gd name="csY7" fmla="*/ 1439056 h 1545862"/>
              <a:gd name="csX8" fmla="*/ 209566 w 3322088"/>
              <a:gd name="csY8" fmla="*/ 3956 h 1545862"/>
              <a:gd name="csX0" fmla="*/ 20605 w 3133127"/>
              <a:gd name="csY0" fmla="*/ 3956 h 1596651"/>
              <a:gd name="csX1" fmla="*/ 344455 w 3133127"/>
              <a:gd name="csY1" fmla="*/ 10306 h 1596651"/>
              <a:gd name="csX2" fmla="*/ 725455 w 3133127"/>
              <a:gd name="csY2" fmla="*/ 746906 h 1596651"/>
              <a:gd name="csX3" fmla="*/ 1449355 w 3133127"/>
              <a:gd name="csY3" fmla="*/ 1121556 h 1596651"/>
              <a:gd name="csX4" fmla="*/ 2160555 w 3133127"/>
              <a:gd name="csY4" fmla="*/ 1280306 h 1596651"/>
              <a:gd name="csX5" fmla="*/ 2890805 w 3133127"/>
              <a:gd name="csY5" fmla="*/ 1331106 h 1596651"/>
              <a:gd name="csX6" fmla="*/ 2890805 w 3133127"/>
              <a:gd name="csY6" fmla="*/ 1432706 h 1596651"/>
              <a:gd name="csX7" fmla="*/ 20605 w 3133127"/>
              <a:gd name="csY7" fmla="*/ 1439056 h 1596651"/>
              <a:gd name="csX8" fmla="*/ 20605 w 3133127"/>
              <a:gd name="csY8" fmla="*/ 3956 h 1596651"/>
              <a:gd name="csX0" fmla="*/ 26221 w 3138743"/>
              <a:gd name="csY0" fmla="*/ 3956 h 1447558"/>
              <a:gd name="csX1" fmla="*/ 350071 w 3138743"/>
              <a:gd name="csY1" fmla="*/ 10306 h 1447558"/>
              <a:gd name="csX2" fmla="*/ 731071 w 3138743"/>
              <a:gd name="csY2" fmla="*/ 746906 h 1447558"/>
              <a:gd name="csX3" fmla="*/ 1454971 w 3138743"/>
              <a:gd name="csY3" fmla="*/ 1121556 h 1447558"/>
              <a:gd name="csX4" fmla="*/ 2166171 w 3138743"/>
              <a:gd name="csY4" fmla="*/ 1280306 h 1447558"/>
              <a:gd name="csX5" fmla="*/ 2896421 w 3138743"/>
              <a:gd name="csY5" fmla="*/ 1331106 h 1447558"/>
              <a:gd name="csX6" fmla="*/ 2896421 w 3138743"/>
              <a:gd name="csY6" fmla="*/ 1432706 h 1447558"/>
              <a:gd name="csX7" fmla="*/ 26221 w 3138743"/>
              <a:gd name="csY7" fmla="*/ 1439056 h 1447558"/>
              <a:gd name="csX8" fmla="*/ 26221 w 3138743"/>
              <a:gd name="csY8" fmla="*/ 3956 h 1447558"/>
              <a:gd name="csX0" fmla="*/ 26221 w 2953959"/>
              <a:gd name="csY0" fmla="*/ 3956 h 1447558"/>
              <a:gd name="csX1" fmla="*/ 350071 w 2953959"/>
              <a:gd name="csY1" fmla="*/ 10306 h 1447558"/>
              <a:gd name="csX2" fmla="*/ 731071 w 2953959"/>
              <a:gd name="csY2" fmla="*/ 746906 h 1447558"/>
              <a:gd name="csX3" fmla="*/ 1454971 w 2953959"/>
              <a:gd name="csY3" fmla="*/ 1121556 h 1447558"/>
              <a:gd name="csX4" fmla="*/ 2166171 w 2953959"/>
              <a:gd name="csY4" fmla="*/ 1280306 h 1447558"/>
              <a:gd name="csX5" fmla="*/ 2896421 w 2953959"/>
              <a:gd name="csY5" fmla="*/ 1331106 h 1447558"/>
              <a:gd name="csX6" fmla="*/ 2896421 w 2953959"/>
              <a:gd name="csY6" fmla="*/ 1432706 h 1447558"/>
              <a:gd name="csX7" fmla="*/ 26221 w 2953959"/>
              <a:gd name="csY7" fmla="*/ 1439056 h 1447558"/>
              <a:gd name="csX8" fmla="*/ 26221 w 2953959"/>
              <a:gd name="csY8" fmla="*/ 3956 h 1447558"/>
              <a:gd name="csX0" fmla="*/ 26221 w 2907140"/>
              <a:gd name="csY0" fmla="*/ 3956 h 1447558"/>
              <a:gd name="csX1" fmla="*/ 350071 w 2907140"/>
              <a:gd name="csY1" fmla="*/ 10306 h 1447558"/>
              <a:gd name="csX2" fmla="*/ 731071 w 2907140"/>
              <a:gd name="csY2" fmla="*/ 746906 h 1447558"/>
              <a:gd name="csX3" fmla="*/ 1454971 w 2907140"/>
              <a:gd name="csY3" fmla="*/ 1121556 h 1447558"/>
              <a:gd name="csX4" fmla="*/ 2166171 w 2907140"/>
              <a:gd name="csY4" fmla="*/ 1280306 h 1447558"/>
              <a:gd name="csX5" fmla="*/ 2896421 w 2907140"/>
              <a:gd name="csY5" fmla="*/ 1331106 h 1447558"/>
              <a:gd name="csX6" fmla="*/ 2896421 w 2907140"/>
              <a:gd name="csY6" fmla="*/ 1432706 h 1447558"/>
              <a:gd name="csX7" fmla="*/ 26221 w 2907140"/>
              <a:gd name="csY7" fmla="*/ 1439056 h 1447558"/>
              <a:gd name="csX8" fmla="*/ 26221 w 2907140"/>
              <a:gd name="csY8" fmla="*/ 3956 h 1447558"/>
              <a:gd name="csX0" fmla="*/ 28222 w 2909141"/>
              <a:gd name="csY0" fmla="*/ 0 h 1443602"/>
              <a:gd name="csX1" fmla="*/ 352072 w 2909141"/>
              <a:gd name="csY1" fmla="*/ 6350 h 1443602"/>
              <a:gd name="csX2" fmla="*/ 733072 w 2909141"/>
              <a:gd name="csY2" fmla="*/ 742950 h 1443602"/>
              <a:gd name="csX3" fmla="*/ 1456972 w 2909141"/>
              <a:gd name="csY3" fmla="*/ 1117600 h 1443602"/>
              <a:gd name="csX4" fmla="*/ 2168172 w 2909141"/>
              <a:gd name="csY4" fmla="*/ 1276350 h 1443602"/>
              <a:gd name="csX5" fmla="*/ 2898422 w 2909141"/>
              <a:gd name="csY5" fmla="*/ 1327150 h 1443602"/>
              <a:gd name="csX6" fmla="*/ 2898422 w 2909141"/>
              <a:gd name="csY6" fmla="*/ 1428750 h 1443602"/>
              <a:gd name="csX7" fmla="*/ 28222 w 2909141"/>
              <a:gd name="csY7" fmla="*/ 1435100 h 1443602"/>
              <a:gd name="csX8" fmla="*/ 28222 w 2909141"/>
              <a:gd name="csY8" fmla="*/ 0 h 1443602"/>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8467 w 2886448"/>
              <a:gd name="csY0" fmla="*/ 0 h 1443507"/>
              <a:gd name="csX1" fmla="*/ 332317 w 2886448"/>
              <a:gd name="csY1" fmla="*/ 6350 h 1443507"/>
              <a:gd name="csX2" fmla="*/ 713317 w 2886448"/>
              <a:gd name="csY2" fmla="*/ 742950 h 1443507"/>
              <a:gd name="csX3" fmla="*/ 1437217 w 2886448"/>
              <a:gd name="csY3" fmla="*/ 1117600 h 1443507"/>
              <a:gd name="csX4" fmla="*/ 2148417 w 2886448"/>
              <a:gd name="csY4" fmla="*/ 1276350 h 1443507"/>
              <a:gd name="csX5" fmla="*/ 2878667 w 2886448"/>
              <a:gd name="csY5" fmla="*/ 1327150 h 1443507"/>
              <a:gd name="csX6" fmla="*/ 2878667 w 2886448"/>
              <a:gd name="csY6" fmla="*/ 1428750 h 1443507"/>
              <a:gd name="csX7" fmla="*/ 8467 w 2886448"/>
              <a:gd name="csY7" fmla="*/ 1435100 h 1443507"/>
              <a:gd name="csX8" fmla="*/ 8467 w 2886448"/>
              <a:gd name="csY8" fmla="*/ 0 h 1443507"/>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212607 w 3138830"/>
              <a:gd name="csY0" fmla="*/ 0 h 1546073"/>
              <a:gd name="csX1" fmla="*/ 536457 w 3138830"/>
              <a:gd name="csY1" fmla="*/ 6350 h 1546073"/>
              <a:gd name="csX2" fmla="*/ 917457 w 3138830"/>
              <a:gd name="csY2" fmla="*/ 742950 h 1546073"/>
              <a:gd name="csX3" fmla="*/ 1641357 w 3138830"/>
              <a:gd name="csY3" fmla="*/ 1117600 h 1546073"/>
              <a:gd name="csX4" fmla="*/ 2352557 w 3138830"/>
              <a:gd name="csY4" fmla="*/ 1276350 h 1546073"/>
              <a:gd name="csX5" fmla="*/ 3082807 w 3138830"/>
              <a:gd name="csY5" fmla="*/ 1327150 h 1546073"/>
              <a:gd name="csX6" fmla="*/ 3082807 w 3138830"/>
              <a:gd name="csY6" fmla="*/ 1436687 h 1546073"/>
              <a:gd name="csX7" fmla="*/ 212607 w 3138830"/>
              <a:gd name="csY7" fmla="*/ 1435100 h 1546073"/>
              <a:gd name="csX8" fmla="*/ 212607 w 3138830"/>
              <a:gd name="csY8" fmla="*/ 0 h 1546073"/>
              <a:gd name="csX0" fmla="*/ 212607 w 3138461"/>
              <a:gd name="csY0" fmla="*/ 0 h 1546073"/>
              <a:gd name="csX1" fmla="*/ 536457 w 3138461"/>
              <a:gd name="csY1" fmla="*/ 6350 h 1546073"/>
              <a:gd name="csX2" fmla="*/ 917457 w 3138461"/>
              <a:gd name="csY2" fmla="*/ 742950 h 1546073"/>
              <a:gd name="csX3" fmla="*/ 1641357 w 3138461"/>
              <a:gd name="csY3" fmla="*/ 1117600 h 1546073"/>
              <a:gd name="csX4" fmla="*/ 2352557 w 3138461"/>
              <a:gd name="csY4" fmla="*/ 1276350 h 1546073"/>
              <a:gd name="csX5" fmla="*/ 3082807 w 3138461"/>
              <a:gd name="csY5" fmla="*/ 1327150 h 1546073"/>
              <a:gd name="csX6" fmla="*/ 3082807 w 3138461"/>
              <a:gd name="csY6" fmla="*/ 1436687 h 1546073"/>
              <a:gd name="csX7" fmla="*/ 212607 w 3138461"/>
              <a:gd name="csY7" fmla="*/ 1435100 h 1546073"/>
              <a:gd name="csX8" fmla="*/ 212607 w 3138461"/>
              <a:gd name="csY8" fmla="*/ 0 h 1546073"/>
              <a:gd name="csX0" fmla="*/ 212607 w 3137732"/>
              <a:gd name="csY0" fmla="*/ 0 h 1546073"/>
              <a:gd name="csX1" fmla="*/ 536457 w 3137732"/>
              <a:gd name="csY1" fmla="*/ 6350 h 1546073"/>
              <a:gd name="csX2" fmla="*/ 917457 w 3137732"/>
              <a:gd name="csY2" fmla="*/ 742950 h 1546073"/>
              <a:gd name="csX3" fmla="*/ 1641357 w 3137732"/>
              <a:gd name="csY3" fmla="*/ 1117600 h 1546073"/>
              <a:gd name="csX4" fmla="*/ 2352557 w 3137732"/>
              <a:gd name="csY4" fmla="*/ 1276350 h 1546073"/>
              <a:gd name="csX5" fmla="*/ 3082807 w 3137732"/>
              <a:gd name="csY5" fmla="*/ 1327150 h 1546073"/>
              <a:gd name="csX6" fmla="*/ 3082807 w 3137732"/>
              <a:gd name="csY6" fmla="*/ 1436687 h 1546073"/>
              <a:gd name="csX7" fmla="*/ 212607 w 3137732"/>
              <a:gd name="csY7" fmla="*/ 1435100 h 1546073"/>
              <a:gd name="csX8" fmla="*/ 212607 w 3137732"/>
              <a:gd name="csY8" fmla="*/ 0 h 1546073"/>
              <a:gd name="csX0" fmla="*/ 212607 w 3086422"/>
              <a:gd name="csY0" fmla="*/ 0 h 1546073"/>
              <a:gd name="csX1" fmla="*/ 536457 w 3086422"/>
              <a:gd name="csY1" fmla="*/ 6350 h 1546073"/>
              <a:gd name="csX2" fmla="*/ 917457 w 3086422"/>
              <a:gd name="csY2" fmla="*/ 742950 h 1546073"/>
              <a:gd name="csX3" fmla="*/ 1641357 w 3086422"/>
              <a:gd name="csY3" fmla="*/ 1117600 h 1546073"/>
              <a:gd name="csX4" fmla="*/ 2352557 w 3086422"/>
              <a:gd name="csY4" fmla="*/ 1276350 h 1546073"/>
              <a:gd name="csX5" fmla="*/ 3082807 w 3086422"/>
              <a:gd name="csY5" fmla="*/ 1327150 h 1546073"/>
              <a:gd name="csX6" fmla="*/ 3082807 w 3086422"/>
              <a:gd name="csY6" fmla="*/ 1436687 h 1546073"/>
              <a:gd name="csX7" fmla="*/ 212607 w 3086422"/>
              <a:gd name="csY7" fmla="*/ 1435100 h 1546073"/>
              <a:gd name="csX8" fmla="*/ 212607 w 3086422"/>
              <a:gd name="csY8" fmla="*/ 0 h 1546073"/>
              <a:gd name="csX0" fmla="*/ 240829 w 3114644"/>
              <a:gd name="csY0" fmla="*/ 0 h 1451483"/>
              <a:gd name="csX1" fmla="*/ 564679 w 3114644"/>
              <a:gd name="csY1" fmla="*/ 6350 h 1451483"/>
              <a:gd name="csX2" fmla="*/ 945679 w 3114644"/>
              <a:gd name="csY2" fmla="*/ 742950 h 1451483"/>
              <a:gd name="csX3" fmla="*/ 1669579 w 3114644"/>
              <a:gd name="csY3" fmla="*/ 1117600 h 1451483"/>
              <a:gd name="csX4" fmla="*/ 2380779 w 3114644"/>
              <a:gd name="csY4" fmla="*/ 1276350 h 1451483"/>
              <a:gd name="csX5" fmla="*/ 3111029 w 3114644"/>
              <a:gd name="csY5" fmla="*/ 1327150 h 1451483"/>
              <a:gd name="csX6" fmla="*/ 3111029 w 3114644"/>
              <a:gd name="csY6" fmla="*/ 1436687 h 1451483"/>
              <a:gd name="csX7" fmla="*/ 240829 w 3114644"/>
              <a:gd name="csY7" fmla="*/ 1435100 h 1451483"/>
              <a:gd name="csX8" fmla="*/ 240829 w 3114644"/>
              <a:gd name="csY8" fmla="*/ 0 h 1451483"/>
              <a:gd name="csX0" fmla="*/ 3764 w 2877579"/>
              <a:gd name="csY0" fmla="*/ 0 h 1447038"/>
              <a:gd name="csX1" fmla="*/ 327614 w 2877579"/>
              <a:gd name="csY1" fmla="*/ 6350 h 1447038"/>
              <a:gd name="csX2" fmla="*/ 708614 w 2877579"/>
              <a:gd name="csY2" fmla="*/ 74295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 name="csX0" fmla="*/ 3764 w 2877579"/>
              <a:gd name="csY0" fmla="*/ 48969 h 1496007"/>
              <a:gd name="csX1" fmla="*/ 327614 w 2877579"/>
              <a:gd name="csY1" fmla="*/ 55319 h 1496007"/>
              <a:gd name="csX2" fmla="*/ 713377 w 2877579"/>
              <a:gd name="csY2" fmla="*/ 772869 h 1496007"/>
              <a:gd name="csX3" fmla="*/ 1432514 w 2877579"/>
              <a:gd name="csY3" fmla="*/ 1166569 h 1496007"/>
              <a:gd name="csX4" fmla="*/ 2143714 w 2877579"/>
              <a:gd name="csY4" fmla="*/ 1325319 h 1496007"/>
              <a:gd name="csX5" fmla="*/ 2873964 w 2877579"/>
              <a:gd name="csY5" fmla="*/ 1376119 h 1496007"/>
              <a:gd name="csX6" fmla="*/ 2873964 w 2877579"/>
              <a:gd name="csY6" fmla="*/ 1485656 h 1496007"/>
              <a:gd name="csX7" fmla="*/ 3764 w 2877579"/>
              <a:gd name="csY7" fmla="*/ 1484069 h 1496007"/>
              <a:gd name="csX8" fmla="*/ 3764 w 2877579"/>
              <a:gd name="csY8" fmla="*/ 48969 h 1496007"/>
              <a:gd name="csX0" fmla="*/ 3764 w 2877579"/>
              <a:gd name="csY0" fmla="*/ 0 h 1447038"/>
              <a:gd name="csX1" fmla="*/ 327614 w 2877579"/>
              <a:gd name="csY1" fmla="*/ 6350 h 1447038"/>
              <a:gd name="csX2" fmla="*/ 713377 w 2877579"/>
              <a:gd name="csY2" fmla="*/ 72390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77579" h="1447038">
                <a:moveTo>
                  <a:pt x="3764" y="0"/>
                </a:moveTo>
                <a:lnTo>
                  <a:pt x="327614" y="6350"/>
                </a:lnTo>
                <a:cubicBezTo>
                  <a:pt x="359523" y="20320"/>
                  <a:pt x="529227" y="538692"/>
                  <a:pt x="713377" y="723900"/>
                </a:cubicBezTo>
                <a:cubicBezTo>
                  <a:pt x="897527" y="909108"/>
                  <a:pt x="1194125" y="1025525"/>
                  <a:pt x="1432514" y="1117600"/>
                </a:cubicBezTo>
                <a:cubicBezTo>
                  <a:pt x="1670903" y="1209675"/>
                  <a:pt x="1903472" y="1241425"/>
                  <a:pt x="2143714" y="1276350"/>
                </a:cubicBezTo>
                <a:cubicBezTo>
                  <a:pt x="2383956" y="1311275"/>
                  <a:pt x="2868143" y="1311539"/>
                  <a:pt x="2873964" y="1327150"/>
                </a:cubicBezTo>
                <a:cubicBezTo>
                  <a:pt x="2879785" y="1342761"/>
                  <a:pt x="2877669" y="1444624"/>
                  <a:pt x="2873964" y="1436687"/>
                </a:cubicBezTo>
                <a:cubicBezTo>
                  <a:pt x="2395597" y="1454679"/>
                  <a:pt x="12231" y="1445948"/>
                  <a:pt x="3764" y="1435100"/>
                </a:cubicBezTo>
                <a:cubicBezTo>
                  <a:pt x="-4703" y="1424252"/>
                  <a:pt x="3764" y="0"/>
                  <a:pt x="3764" y="0"/>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20B40EF3-01B6-8F06-271E-944CEF871EB5}"/>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F626B61F-CC6E-1CC6-674D-36733CF022CC}"/>
              </a:ext>
            </a:extLst>
          </p:cNvPr>
          <p:cNvSpPr>
            <a:spLocks noGrp="1"/>
          </p:cNvSpPr>
          <p:nvPr>
            <p:ph type="title"/>
          </p:nvPr>
        </p:nvSpPr>
        <p:spPr>
          <a:xfrm>
            <a:off x="420625" y="254955"/>
            <a:ext cx="3054096" cy="686433"/>
          </a:xfrm>
        </p:spPr>
        <p:txBody>
          <a:bodyPr>
            <a:noAutofit/>
          </a:bodyPr>
          <a:lstStyle/>
          <a:p>
            <a:r>
              <a:rPr lang="en-US" sz="4800" dirty="0">
                <a:latin typeface="Gill Sans Nova" panose="020B0602020104020203" pitchFamily="34" charset="0"/>
              </a:rPr>
              <a:t>Example 10</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BD07875C-9E6F-CD71-FE4C-B046908435B1}"/>
              </a:ext>
            </a:extLst>
          </p:cNvPr>
          <p:cNvSpPr/>
          <p:nvPr/>
        </p:nvSpPr>
        <p:spPr>
          <a:xfrm>
            <a:off x="420624" y="941380"/>
            <a:ext cx="305409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3EB6EE1-7A16-4966-5D0F-59A59ECF5BC3}"/>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1</m:t>
                      </m:r>
                      <m:r>
                        <a:rPr lang="es-ES" sz="3600" i="1">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1</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𝑦</m:t>
                      </m:r>
                      <m:d>
                        <m:dPr>
                          <m:ctrlPr>
                            <a:rPr lang="es-ES" sz="3600" i="1">
                              <a:latin typeface="Cambria Math" panose="02040503050406030204" pitchFamily="18" charset="0"/>
                            </a:rPr>
                          </m:ctrlPr>
                        </m:dPr>
                        <m:e>
                          <m:r>
                            <a:rPr lang="es-ES" sz="3600" i="1">
                              <a:latin typeface="Cambria Math" panose="02040503050406030204" pitchFamily="18" charset="0"/>
                            </a:rPr>
                            <m:t>𝑥</m:t>
                          </m:r>
                          <m:r>
                            <a:rPr lang="es-ES" sz="3600" i="1">
                              <a:latin typeface="Cambria Math" panose="02040503050406030204" pitchFamily="18" charset="0"/>
                            </a:rPr>
                            <m:t>−1</m:t>
                          </m:r>
                        </m:e>
                      </m:d>
                      <m:r>
                        <a:rPr lang="es-ES" sz="3600" b="0" i="1">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𝑥</m:t>
                      </m:r>
                    </m:oMath>
                  </m:oMathPara>
                </a14:m>
                <a:endParaRPr lang="es-ES" sz="3600" i="1" dirty="0">
                  <a:solidFill>
                    <a:srgbClr val="0070C0"/>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23EB6EE1-7A16-4966-5D0F-59A59ECF5BC3}"/>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CA01B632-BFAA-21EB-017D-55E1B5A32A26}"/>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96</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A56F5B7-FE5B-FA44-05C4-9B4B7ACC12BC}"/>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ABA084D-5488-8F52-D7EC-72D507AF143B}"/>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67630C3D-EFCE-5394-C9E5-BEB9E16A65EA}"/>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A53BCC60-07B3-C58B-8219-50ADE6EEC62A}"/>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25389AC6-2AC5-9668-FC0E-0D1465217892}"/>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8AE002AE-F4BC-AB1F-894E-E521101BF86B}"/>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080C13D-81AC-3F48-66D9-58685475FA04}"/>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E34E558-215D-C3B2-D504-9CD9CBB1CFDE}"/>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583EF171-8258-3517-C0B1-9EBDA985555B}"/>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53B7C2D-634B-5C5B-A3A7-7058A93A3142}"/>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4A5FFF89-6CE6-1C31-8A48-CE1F14CD6B37}"/>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2E739473-CD58-5557-21E4-C8086DFCD4B9}"/>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61FEFB3-4A5D-E53E-9A95-1D84B0511D5D}"/>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69265FC1-9FF3-B1B4-2A39-89FD913FDAC4}"/>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CF2D7544-15C2-A5F2-517E-DCF03AAD21CF}"/>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A6578CF-60D2-C2A6-C787-468C3F64144E}"/>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310C6AE-EA5C-AFE7-FA45-176CCA1A9DCD}"/>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65FA5712-3498-DB72-FEF8-2EA0A2F1316A}"/>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7993422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48342-38D9-53F2-159F-FB7733E70225}"/>
            </a:ext>
          </a:extLst>
        </p:cNvPr>
        <p:cNvGrpSpPr/>
        <p:nvPr/>
      </p:nvGrpSpPr>
      <p:grpSpPr>
        <a:xfrm>
          <a:off x="0" y="0"/>
          <a:ext cx="0" cy="0"/>
          <a:chOff x="0" y="0"/>
          <a:chExt cx="0" cy="0"/>
        </a:xfrm>
      </p:grpSpPr>
      <p:sp>
        <p:nvSpPr>
          <p:cNvPr id="33" name="Forma libre: forma 32">
            <a:extLst>
              <a:ext uri="{FF2B5EF4-FFF2-40B4-BE49-F238E27FC236}">
                <a16:creationId xmlns:a16="http://schemas.microsoft.com/office/drawing/2014/main" id="{C7004105-5070-7235-A16A-B7F6C362479F}"/>
              </a:ext>
            </a:extLst>
          </p:cNvPr>
          <p:cNvSpPr/>
          <p:nvPr/>
        </p:nvSpPr>
        <p:spPr>
          <a:xfrm>
            <a:off x="6892336" y="2933700"/>
            <a:ext cx="2877579" cy="1447038"/>
          </a:xfrm>
          <a:custGeom>
            <a:avLst/>
            <a:gdLst>
              <a:gd name="csX0" fmla="*/ 224179 w 3336701"/>
              <a:gd name="csY0" fmla="*/ 136520 h 1678426"/>
              <a:gd name="csX1" fmla="*/ 548029 w 3336701"/>
              <a:gd name="csY1" fmla="*/ 142870 h 1678426"/>
              <a:gd name="csX2" fmla="*/ 929029 w 3336701"/>
              <a:gd name="csY2" fmla="*/ 879470 h 1678426"/>
              <a:gd name="csX3" fmla="*/ 1652929 w 3336701"/>
              <a:gd name="csY3" fmla="*/ 1254120 h 1678426"/>
              <a:gd name="csX4" fmla="*/ 2364129 w 3336701"/>
              <a:gd name="csY4" fmla="*/ 1412870 h 1678426"/>
              <a:gd name="csX5" fmla="*/ 3094379 w 3336701"/>
              <a:gd name="csY5" fmla="*/ 1463670 h 1678426"/>
              <a:gd name="csX6" fmla="*/ 3094379 w 3336701"/>
              <a:gd name="csY6" fmla="*/ 1565270 h 1678426"/>
              <a:gd name="csX7" fmla="*/ 224179 w 3336701"/>
              <a:gd name="csY7" fmla="*/ 1571620 h 1678426"/>
              <a:gd name="csX8" fmla="*/ 224179 w 3336701"/>
              <a:gd name="csY8" fmla="*/ 136520 h 1678426"/>
              <a:gd name="csX0" fmla="*/ 224179 w 3336701"/>
              <a:gd name="csY0" fmla="*/ 94649 h 1636555"/>
              <a:gd name="csX1" fmla="*/ 548029 w 3336701"/>
              <a:gd name="csY1" fmla="*/ 100999 h 1636555"/>
              <a:gd name="csX2" fmla="*/ 929029 w 3336701"/>
              <a:gd name="csY2" fmla="*/ 837599 h 1636555"/>
              <a:gd name="csX3" fmla="*/ 1652929 w 3336701"/>
              <a:gd name="csY3" fmla="*/ 1212249 h 1636555"/>
              <a:gd name="csX4" fmla="*/ 2364129 w 3336701"/>
              <a:gd name="csY4" fmla="*/ 1370999 h 1636555"/>
              <a:gd name="csX5" fmla="*/ 3094379 w 3336701"/>
              <a:gd name="csY5" fmla="*/ 1421799 h 1636555"/>
              <a:gd name="csX6" fmla="*/ 3094379 w 3336701"/>
              <a:gd name="csY6" fmla="*/ 1523399 h 1636555"/>
              <a:gd name="csX7" fmla="*/ 224179 w 3336701"/>
              <a:gd name="csY7" fmla="*/ 1529749 h 1636555"/>
              <a:gd name="csX8" fmla="*/ 224179 w 3336701"/>
              <a:gd name="csY8" fmla="*/ 94649 h 1636555"/>
              <a:gd name="csX0" fmla="*/ 224179 w 3336701"/>
              <a:gd name="csY0" fmla="*/ 104902 h 1646808"/>
              <a:gd name="csX1" fmla="*/ 548029 w 3336701"/>
              <a:gd name="csY1" fmla="*/ 111252 h 1646808"/>
              <a:gd name="csX2" fmla="*/ 929029 w 3336701"/>
              <a:gd name="csY2" fmla="*/ 847852 h 1646808"/>
              <a:gd name="csX3" fmla="*/ 1652929 w 3336701"/>
              <a:gd name="csY3" fmla="*/ 1222502 h 1646808"/>
              <a:gd name="csX4" fmla="*/ 2364129 w 3336701"/>
              <a:gd name="csY4" fmla="*/ 1381252 h 1646808"/>
              <a:gd name="csX5" fmla="*/ 3094379 w 3336701"/>
              <a:gd name="csY5" fmla="*/ 1432052 h 1646808"/>
              <a:gd name="csX6" fmla="*/ 3094379 w 3336701"/>
              <a:gd name="csY6" fmla="*/ 1533652 h 1646808"/>
              <a:gd name="csX7" fmla="*/ 224179 w 3336701"/>
              <a:gd name="csY7" fmla="*/ 1540002 h 1646808"/>
              <a:gd name="csX8" fmla="*/ 224179 w 3336701"/>
              <a:gd name="csY8" fmla="*/ 104902 h 1646808"/>
              <a:gd name="csX0" fmla="*/ 224179 w 3336701"/>
              <a:gd name="csY0" fmla="*/ 100862 h 1642768"/>
              <a:gd name="csX1" fmla="*/ 548029 w 3336701"/>
              <a:gd name="csY1" fmla="*/ 107212 h 1642768"/>
              <a:gd name="csX2" fmla="*/ 929029 w 3336701"/>
              <a:gd name="csY2" fmla="*/ 843812 h 1642768"/>
              <a:gd name="csX3" fmla="*/ 1652929 w 3336701"/>
              <a:gd name="csY3" fmla="*/ 1218462 h 1642768"/>
              <a:gd name="csX4" fmla="*/ 2364129 w 3336701"/>
              <a:gd name="csY4" fmla="*/ 1377212 h 1642768"/>
              <a:gd name="csX5" fmla="*/ 3094379 w 3336701"/>
              <a:gd name="csY5" fmla="*/ 1428012 h 1642768"/>
              <a:gd name="csX6" fmla="*/ 3094379 w 3336701"/>
              <a:gd name="csY6" fmla="*/ 1529612 h 1642768"/>
              <a:gd name="csX7" fmla="*/ 224179 w 3336701"/>
              <a:gd name="csY7" fmla="*/ 1535962 h 1642768"/>
              <a:gd name="csX8" fmla="*/ 224179 w 3336701"/>
              <a:gd name="csY8" fmla="*/ 100862 h 1642768"/>
              <a:gd name="csX0" fmla="*/ 221142 w 3333664"/>
              <a:gd name="csY0" fmla="*/ 11519 h 1553425"/>
              <a:gd name="csX1" fmla="*/ 544992 w 3333664"/>
              <a:gd name="csY1" fmla="*/ 17869 h 1553425"/>
              <a:gd name="csX2" fmla="*/ 925992 w 3333664"/>
              <a:gd name="csY2" fmla="*/ 754469 h 1553425"/>
              <a:gd name="csX3" fmla="*/ 1649892 w 3333664"/>
              <a:gd name="csY3" fmla="*/ 1129119 h 1553425"/>
              <a:gd name="csX4" fmla="*/ 2361092 w 3333664"/>
              <a:gd name="csY4" fmla="*/ 1287869 h 1553425"/>
              <a:gd name="csX5" fmla="*/ 3091342 w 3333664"/>
              <a:gd name="csY5" fmla="*/ 1338669 h 1553425"/>
              <a:gd name="csX6" fmla="*/ 3091342 w 3333664"/>
              <a:gd name="csY6" fmla="*/ 1440269 h 1553425"/>
              <a:gd name="csX7" fmla="*/ 221142 w 3333664"/>
              <a:gd name="csY7" fmla="*/ 1446619 h 1553425"/>
              <a:gd name="csX8" fmla="*/ 221142 w 3333664"/>
              <a:gd name="csY8" fmla="*/ 11519 h 1553425"/>
              <a:gd name="csX0" fmla="*/ 209566 w 3322088"/>
              <a:gd name="csY0" fmla="*/ 3956 h 1545862"/>
              <a:gd name="csX1" fmla="*/ 533416 w 3322088"/>
              <a:gd name="csY1" fmla="*/ 10306 h 1545862"/>
              <a:gd name="csX2" fmla="*/ 914416 w 3322088"/>
              <a:gd name="csY2" fmla="*/ 746906 h 1545862"/>
              <a:gd name="csX3" fmla="*/ 1638316 w 3322088"/>
              <a:gd name="csY3" fmla="*/ 1121556 h 1545862"/>
              <a:gd name="csX4" fmla="*/ 2349516 w 3322088"/>
              <a:gd name="csY4" fmla="*/ 1280306 h 1545862"/>
              <a:gd name="csX5" fmla="*/ 3079766 w 3322088"/>
              <a:gd name="csY5" fmla="*/ 1331106 h 1545862"/>
              <a:gd name="csX6" fmla="*/ 3079766 w 3322088"/>
              <a:gd name="csY6" fmla="*/ 1432706 h 1545862"/>
              <a:gd name="csX7" fmla="*/ 209566 w 3322088"/>
              <a:gd name="csY7" fmla="*/ 1439056 h 1545862"/>
              <a:gd name="csX8" fmla="*/ 209566 w 3322088"/>
              <a:gd name="csY8" fmla="*/ 3956 h 1545862"/>
              <a:gd name="csX0" fmla="*/ 20605 w 3133127"/>
              <a:gd name="csY0" fmla="*/ 3956 h 1596651"/>
              <a:gd name="csX1" fmla="*/ 344455 w 3133127"/>
              <a:gd name="csY1" fmla="*/ 10306 h 1596651"/>
              <a:gd name="csX2" fmla="*/ 725455 w 3133127"/>
              <a:gd name="csY2" fmla="*/ 746906 h 1596651"/>
              <a:gd name="csX3" fmla="*/ 1449355 w 3133127"/>
              <a:gd name="csY3" fmla="*/ 1121556 h 1596651"/>
              <a:gd name="csX4" fmla="*/ 2160555 w 3133127"/>
              <a:gd name="csY4" fmla="*/ 1280306 h 1596651"/>
              <a:gd name="csX5" fmla="*/ 2890805 w 3133127"/>
              <a:gd name="csY5" fmla="*/ 1331106 h 1596651"/>
              <a:gd name="csX6" fmla="*/ 2890805 w 3133127"/>
              <a:gd name="csY6" fmla="*/ 1432706 h 1596651"/>
              <a:gd name="csX7" fmla="*/ 20605 w 3133127"/>
              <a:gd name="csY7" fmla="*/ 1439056 h 1596651"/>
              <a:gd name="csX8" fmla="*/ 20605 w 3133127"/>
              <a:gd name="csY8" fmla="*/ 3956 h 1596651"/>
              <a:gd name="csX0" fmla="*/ 26221 w 3138743"/>
              <a:gd name="csY0" fmla="*/ 3956 h 1447558"/>
              <a:gd name="csX1" fmla="*/ 350071 w 3138743"/>
              <a:gd name="csY1" fmla="*/ 10306 h 1447558"/>
              <a:gd name="csX2" fmla="*/ 731071 w 3138743"/>
              <a:gd name="csY2" fmla="*/ 746906 h 1447558"/>
              <a:gd name="csX3" fmla="*/ 1454971 w 3138743"/>
              <a:gd name="csY3" fmla="*/ 1121556 h 1447558"/>
              <a:gd name="csX4" fmla="*/ 2166171 w 3138743"/>
              <a:gd name="csY4" fmla="*/ 1280306 h 1447558"/>
              <a:gd name="csX5" fmla="*/ 2896421 w 3138743"/>
              <a:gd name="csY5" fmla="*/ 1331106 h 1447558"/>
              <a:gd name="csX6" fmla="*/ 2896421 w 3138743"/>
              <a:gd name="csY6" fmla="*/ 1432706 h 1447558"/>
              <a:gd name="csX7" fmla="*/ 26221 w 3138743"/>
              <a:gd name="csY7" fmla="*/ 1439056 h 1447558"/>
              <a:gd name="csX8" fmla="*/ 26221 w 3138743"/>
              <a:gd name="csY8" fmla="*/ 3956 h 1447558"/>
              <a:gd name="csX0" fmla="*/ 26221 w 2953959"/>
              <a:gd name="csY0" fmla="*/ 3956 h 1447558"/>
              <a:gd name="csX1" fmla="*/ 350071 w 2953959"/>
              <a:gd name="csY1" fmla="*/ 10306 h 1447558"/>
              <a:gd name="csX2" fmla="*/ 731071 w 2953959"/>
              <a:gd name="csY2" fmla="*/ 746906 h 1447558"/>
              <a:gd name="csX3" fmla="*/ 1454971 w 2953959"/>
              <a:gd name="csY3" fmla="*/ 1121556 h 1447558"/>
              <a:gd name="csX4" fmla="*/ 2166171 w 2953959"/>
              <a:gd name="csY4" fmla="*/ 1280306 h 1447558"/>
              <a:gd name="csX5" fmla="*/ 2896421 w 2953959"/>
              <a:gd name="csY5" fmla="*/ 1331106 h 1447558"/>
              <a:gd name="csX6" fmla="*/ 2896421 w 2953959"/>
              <a:gd name="csY6" fmla="*/ 1432706 h 1447558"/>
              <a:gd name="csX7" fmla="*/ 26221 w 2953959"/>
              <a:gd name="csY7" fmla="*/ 1439056 h 1447558"/>
              <a:gd name="csX8" fmla="*/ 26221 w 2953959"/>
              <a:gd name="csY8" fmla="*/ 3956 h 1447558"/>
              <a:gd name="csX0" fmla="*/ 26221 w 2907140"/>
              <a:gd name="csY0" fmla="*/ 3956 h 1447558"/>
              <a:gd name="csX1" fmla="*/ 350071 w 2907140"/>
              <a:gd name="csY1" fmla="*/ 10306 h 1447558"/>
              <a:gd name="csX2" fmla="*/ 731071 w 2907140"/>
              <a:gd name="csY2" fmla="*/ 746906 h 1447558"/>
              <a:gd name="csX3" fmla="*/ 1454971 w 2907140"/>
              <a:gd name="csY3" fmla="*/ 1121556 h 1447558"/>
              <a:gd name="csX4" fmla="*/ 2166171 w 2907140"/>
              <a:gd name="csY4" fmla="*/ 1280306 h 1447558"/>
              <a:gd name="csX5" fmla="*/ 2896421 w 2907140"/>
              <a:gd name="csY5" fmla="*/ 1331106 h 1447558"/>
              <a:gd name="csX6" fmla="*/ 2896421 w 2907140"/>
              <a:gd name="csY6" fmla="*/ 1432706 h 1447558"/>
              <a:gd name="csX7" fmla="*/ 26221 w 2907140"/>
              <a:gd name="csY7" fmla="*/ 1439056 h 1447558"/>
              <a:gd name="csX8" fmla="*/ 26221 w 2907140"/>
              <a:gd name="csY8" fmla="*/ 3956 h 1447558"/>
              <a:gd name="csX0" fmla="*/ 28222 w 2909141"/>
              <a:gd name="csY0" fmla="*/ 0 h 1443602"/>
              <a:gd name="csX1" fmla="*/ 352072 w 2909141"/>
              <a:gd name="csY1" fmla="*/ 6350 h 1443602"/>
              <a:gd name="csX2" fmla="*/ 733072 w 2909141"/>
              <a:gd name="csY2" fmla="*/ 742950 h 1443602"/>
              <a:gd name="csX3" fmla="*/ 1456972 w 2909141"/>
              <a:gd name="csY3" fmla="*/ 1117600 h 1443602"/>
              <a:gd name="csX4" fmla="*/ 2168172 w 2909141"/>
              <a:gd name="csY4" fmla="*/ 1276350 h 1443602"/>
              <a:gd name="csX5" fmla="*/ 2898422 w 2909141"/>
              <a:gd name="csY5" fmla="*/ 1327150 h 1443602"/>
              <a:gd name="csX6" fmla="*/ 2898422 w 2909141"/>
              <a:gd name="csY6" fmla="*/ 1428750 h 1443602"/>
              <a:gd name="csX7" fmla="*/ 28222 w 2909141"/>
              <a:gd name="csY7" fmla="*/ 1435100 h 1443602"/>
              <a:gd name="csX8" fmla="*/ 28222 w 2909141"/>
              <a:gd name="csY8" fmla="*/ 0 h 1443602"/>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8467 w 2886448"/>
              <a:gd name="csY0" fmla="*/ 0 h 1443507"/>
              <a:gd name="csX1" fmla="*/ 332317 w 2886448"/>
              <a:gd name="csY1" fmla="*/ 6350 h 1443507"/>
              <a:gd name="csX2" fmla="*/ 713317 w 2886448"/>
              <a:gd name="csY2" fmla="*/ 742950 h 1443507"/>
              <a:gd name="csX3" fmla="*/ 1437217 w 2886448"/>
              <a:gd name="csY3" fmla="*/ 1117600 h 1443507"/>
              <a:gd name="csX4" fmla="*/ 2148417 w 2886448"/>
              <a:gd name="csY4" fmla="*/ 1276350 h 1443507"/>
              <a:gd name="csX5" fmla="*/ 2878667 w 2886448"/>
              <a:gd name="csY5" fmla="*/ 1327150 h 1443507"/>
              <a:gd name="csX6" fmla="*/ 2878667 w 2886448"/>
              <a:gd name="csY6" fmla="*/ 1428750 h 1443507"/>
              <a:gd name="csX7" fmla="*/ 8467 w 2886448"/>
              <a:gd name="csY7" fmla="*/ 1435100 h 1443507"/>
              <a:gd name="csX8" fmla="*/ 8467 w 2886448"/>
              <a:gd name="csY8" fmla="*/ 0 h 1443507"/>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212607 w 3138830"/>
              <a:gd name="csY0" fmla="*/ 0 h 1546073"/>
              <a:gd name="csX1" fmla="*/ 536457 w 3138830"/>
              <a:gd name="csY1" fmla="*/ 6350 h 1546073"/>
              <a:gd name="csX2" fmla="*/ 917457 w 3138830"/>
              <a:gd name="csY2" fmla="*/ 742950 h 1546073"/>
              <a:gd name="csX3" fmla="*/ 1641357 w 3138830"/>
              <a:gd name="csY3" fmla="*/ 1117600 h 1546073"/>
              <a:gd name="csX4" fmla="*/ 2352557 w 3138830"/>
              <a:gd name="csY4" fmla="*/ 1276350 h 1546073"/>
              <a:gd name="csX5" fmla="*/ 3082807 w 3138830"/>
              <a:gd name="csY5" fmla="*/ 1327150 h 1546073"/>
              <a:gd name="csX6" fmla="*/ 3082807 w 3138830"/>
              <a:gd name="csY6" fmla="*/ 1436687 h 1546073"/>
              <a:gd name="csX7" fmla="*/ 212607 w 3138830"/>
              <a:gd name="csY7" fmla="*/ 1435100 h 1546073"/>
              <a:gd name="csX8" fmla="*/ 212607 w 3138830"/>
              <a:gd name="csY8" fmla="*/ 0 h 1546073"/>
              <a:gd name="csX0" fmla="*/ 212607 w 3138461"/>
              <a:gd name="csY0" fmla="*/ 0 h 1546073"/>
              <a:gd name="csX1" fmla="*/ 536457 w 3138461"/>
              <a:gd name="csY1" fmla="*/ 6350 h 1546073"/>
              <a:gd name="csX2" fmla="*/ 917457 w 3138461"/>
              <a:gd name="csY2" fmla="*/ 742950 h 1546073"/>
              <a:gd name="csX3" fmla="*/ 1641357 w 3138461"/>
              <a:gd name="csY3" fmla="*/ 1117600 h 1546073"/>
              <a:gd name="csX4" fmla="*/ 2352557 w 3138461"/>
              <a:gd name="csY4" fmla="*/ 1276350 h 1546073"/>
              <a:gd name="csX5" fmla="*/ 3082807 w 3138461"/>
              <a:gd name="csY5" fmla="*/ 1327150 h 1546073"/>
              <a:gd name="csX6" fmla="*/ 3082807 w 3138461"/>
              <a:gd name="csY6" fmla="*/ 1436687 h 1546073"/>
              <a:gd name="csX7" fmla="*/ 212607 w 3138461"/>
              <a:gd name="csY7" fmla="*/ 1435100 h 1546073"/>
              <a:gd name="csX8" fmla="*/ 212607 w 3138461"/>
              <a:gd name="csY8" fmla="*/ 0 h 1546073"/>
              <a:gd name="csX0" fmla="*/ 212607 w 3137732"/>
              <a:gd name="csY0" fmla="*/ 0 h 1546073"/>
              <a:gd name="csX1" fmla="*/ 536457 w 3137732"/>
              <a:gd name="csY1" fmla="*/ 6350 h 1546073"/>
              <a:gd name="csX2" fmla="*/ 917457 w 3137732"/>
              <a:gd name="csY2" fmla="*/ 742950 h 1546073"/>
              <a:gd name="csX3" fmla="*/ 1641357 w 3137732"/>
              <a:gd name="csY3" fmla="*/ 1117600 h 1546073"/>
              <a:gd name="csX4" fmla="*/ 2352557 w 3137732"/>
              <a:gd name="csY4" fmla="*/ 1276350 h 1546073"/>
              <a:gd name="csX5" fmla="*/ 3082807 w 3137732"/>
              <a:gd name="csY5" fmla="*/ 1327150 h 1546073"/>
              <a:gd name="csX6" fmla="*/ 3082807 w 3137732"/>
              <a:gd name="csY6" fmla="*/ 1436687 h 1546073"/>
              <a:gd name="csX7" fmla="*/ 212607 w 3137732"/>
              <a:gd name="csY7" fmla="*/ 1435100 h 1546073"/>
              <a:gd name="csX8" fmla="*/ 212607 w 3137732"/>
              <a:gd name="csY8" fmla="*/ 0 h 1546073"/>
              <a:gd name="csX0" fmla="*/ 212607 w 3086422"/>
              <a:gd name="csY0" fmla="*/ 0 h 1546073"/>
              <a:gd name="csX1" fmla="*/ 536457 w 3086422"/>
              <a:gd name="csY1" fmla="*/ 6350 h 1546073"/>
              <a:gd name="csX2" fmla="*/ 917457 w 3086422"/>
              <a:gd name="csY2" fmla="*/ 742950 h 1546073"/>
              <a:gd name="csX3" fmla="*/ 1641357 w 3086422"/>
              <a:gd name="csY3" fmla="*/ 1117600 h 1546073"/>
              <a:gd name="csX4" fmla="*/ 2352557 w 3086422"/>
              <a:gd name="csY4" fmla="*/ 1276350 h 1546073"/>
              <a:gd name="csX5" fmla="*/ 3082807 w 3086422"/>
              <a:gd name="csY5" fmla="*/ 1327150 h 1546073"/>
              <a:gd name="csX6" fmla="*/ 3082807 w 3086422"/>
              <a:gd name="csY6" fmla="*/ 1436687 h 1546073"/>
              <a:gd name="csX7" fmla="*/ 212607 w 3086422"/>
              <a:gd name="csY7" fmla="*/ 1435100 h 1546073"/>
              <a:gd name="csX8" fmla="*/ 212607 w 3086422"/>
              <a:gd name="csY8" fmla="*/ 0 h 1546073"/>
              <a:gd name="csX0" fmla="*/ 240829 w 3114644"/>
              <a:gd name="csY0" fmla="*/ 0 h 1451483"/>
              <a:gd name="csX1" fmla="*/ 564679 w 3114644"/>
              <a:gd name="csY1" fmla="*/ 6350 h 1451483"/>
              <a:gd name="csX2" fmla="*/ 945679 w 3114644"/>
              <a:gd name="csY2" fmla="*/ 742950 h 1451483"/>
              <a:gd name="csX3" fmla="*/ 1669579 w 3114644"/>
              <a:gd name="csY3" fmla="*/ 1117600 h 1451483"/>
              <a:gd name="csX4" fmla="*/ 2380779 w 3114644"/>
              <a:gd name="csY4" fmla="*/ 1276350 h 1451483"/>
              <a:gd name="csX5" fmla="*/ 3111029 w 3114644"/>
              <a:gd name="csY5" fmla="*/ 1327150 h 1451483"/>
              <a:gd name="csX6" fmla="*/ 3111029 w 3114644"/>
              <a:gd name="csY6" fmla="*/ 1436687 h 1451483"/>
              <a:gd name="csX7" fmla="*/ 240829 w 3114644"/>
              <a:gd name="csY7" fmla="*/ 1435100 h 1451483"/>
              <a:gd name="csX8" fmla="*/ 240829 w 3114644"/>
              <a:gd name="csY8" fmla="*/ 0 h 1451483"/>
              <a:gd name="csX0" fmla="*/ 3764 w 2877579"/>
              <a:gd name="csY0" fmla="*/ 0 h 1447038"/>
              <a:gd name="csX1" fmla="*/ 327614 w 2877579"/>
              <a:gd name="csY1" fmla="*/ 6350 h 1447038"/>
              <a:gd name="csX2" fmla="*/ 708614 w 2877579"/>
              <a:gd name="csY2" fmla="*/ 74295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 name="csX0" fmla="*/ 3764 w 2877579"/>
              <a:gd name="csY0" fmla="*/ 48969 h 1496007"/>
              <a:gd name="csX1" fmla="*/ 327614 w 2877579"/>
              <a:gd name="csY1" fmla="*/ 55319 h 1496007"/>
              <a:gd name="csX2" fmla="*/ 713377 w 2877579"/>
              <a:gd name="csY2" fmla="*/ 772869 h 1496007"/>
              <a:gd name="csX3" fmla="*/ 1432514 w 2877579"/>
              <a:gd name="csY3" fmla="*/ 1166569 h 1496007"/>
              <a:gd name="csX4" fmla="*/ 2143714 w 2877579"/>
              <a:gd name="csY4" fmla="*/ 1325319 h 1496007"/>
              <a:gd name="csX5" fmla="*/ 2873964 w 2877579"/>
              <a:gd name="csY5" fmla="*/ 1376119 h 1496007"/>
              <a:gd name="csX6" fmla="*/ 2873964 w 2877579"/>
              <a:gd name="csY6" fmla="*/ 1485656 h 1496007"/>
              <a:gd name="csX7" fmla="*/ 3764 w 2877579"/>
              <a:gd name="csY7" fmla="*/ 1484069 h 1496007"/>
              <a:gd name="csX8" fmla="*/ 3764 w 2877579"/>
              <a:gd name="csY8" fmla="*/ 48969 h 1496007"/>
              <a:gd name="csX0" fmla="*/ 3764 w 2877579"/>
              <a:gd name="csY0" fmla="*/ 0 h 1447038"/>
              <a:gd name="csX1" fmla="*/ 327614 w 2877579"/>
              <a:gd name="csY1" fmla="*/ 6350 h 1447038"/>
              <a:gd name="csX2" fmla="*/ 713377 w 2877579"/>
              <a:gd name="csY2" fmla="*/ 72390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77579" h="1447038">
                <a:moveTo>
                  <a:pt x="3764" y="0"/>
                </a:moveTo>
                <a:lnTo>
                  <a:pt x="327614" y="6350"/>
                </a:lnTo>
                <a:cubicBezTo>
                  <a:pt x="359523" y="20320"/>
                  <a:pt x="529227" y="538692"/>
                  <a:pt x="713377" y="723900"/>
                </a:cubicBezTo>
                <a:cubicBezTo>
                  <a:pt x="897527" y="909108"/>
                  <a:pt x="1194125" y="1025525"/>
                  <a:pt x="1432514" y="1117600"/>
                </a:cubicBezTo>
                <a:cubicBezTo>
                  <a:pt x="1670903" y="1209675"/>
                  <a:pt x="1903472" y="1241425"/>
                  <a:pt x="2143714" y="1276350"/>
                </a:cubicBezTo>
                <a:cubicBezTo>
                  <a:pt x="2383956" y="1311275"/>
                  <a:pt x="2868143" y="1311539"/>
                  <a:pt x="2873964" y="1327150"/>
                </a:cubicBezTo>
                <a:cubicBezTo>
                  <a:pt x="2879785" y="1342761"/>
                  <a:pt x="2877669" y="1444624"/>
                  <a:pt x="2873964" y="1436687"/>
                </a:cubicBezTo>
                <a:cubicBezTo>
                  <a:pt x="2395597" y="1454679"/>
                  <a:pt x="12231" y="1445948"/>
                  <a:pt x="3764" y="1435100"/>
                </a:cubicBezTo>
                <a:cubicBezTo>
                  <a:pt x="-4703" y="1424252"/>
                  <a:pt x="3764" y="0"/>
                  <a:pt x="3764" y="0"/>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FF70A8DF-FCFC-6C79-98E3-0ADC549D8D1E}"/>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89228B0B-A5CD-7C11-7F53-1BD9ACAB70FE}"/>
              </a:ext>
            </a:extLst>
          </p:cNvPr>
          <p:cNvSpPr>
            <a:spLocks noGrp="1"/>
          </p:cNvSpPr>
          <p:nvPr>
            <p:ph type="title"/>
          </p:nvPr>
        </p:nvSpPr>
        <p:spPr>
          <a:xfrm>
            <a:off x="420625" y="254955"/>
            <a:ext cx="3054096" cy="686433"/>
          </a:xfrm>
        </p:spPr>
        <p:txBody>
          <a:bodyPr>
            <a:noAutofit/>
          </a:bodyPr>
          <a:lstStyle/>
          <a:p>
            <a:r>
              <a:rPr lang="en-US" sz="4800" dirty="0">
                <a:latin typeface="Gill Sans Nova" panose="020B0602020104020203" pitchFamily="34" charset="0"/>
              </a:rPr>
              <a:t>Example 10</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A0DD3331-399B-1FD8-0EB0-D9C0BA06D615}"/>
              </a:ext>
            </a:extLst>
          </p:cNvPr>
          <p:cNvSpPr/>
          <p:nvPr/>
        </p:nvSpPr>
        <p:spPr>
          <a:xfrm>
            <a:off x="420624" y="941380"/>
            <a:ext cx="305409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883BE9A9-E48C-2D7B-B7CF-DDE3F882D059}"/>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𝑚𝑎𝑥</m:t>
                              </m:r>
                            </m:e>
                            <m:lim>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𝑦</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=2</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 + </m:t>
                      </m:r>
                      <m:r>
                        <a:rPr lang="es-ES" sz="3600" b="0" i="1" noProof="0" smtClean="0">
                          <a:latin typeface="Cambria Math" panose="02040503050406030204" pitchFamily="18" charset="0"/>
                        </a:rPr>
                        <m:t>𝑦</m:t>
                      </m:r>
                    </m:oMath>
                  </m:oMathPara>
                </a14:m>
                <a:endParaRPr lang="en-US" sz="3600" noProof="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1</m:t>
                      </m:r>
                      <m:r>
                        <a:rPr lang="es-ES" sz="3600" i="1">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1</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𝑦</m:t>
                      </m:r>
                      <m:d>
                        <m:dPr>
                          <m:ctrlPr>
                            <a:rPr lang="es-ES" sz="3600" i="1">
                              <a:latin typeface="Cambria Math" panose="02040503050406030204" pitchFamily="18" charset="0"/>
                            </a:rPr>
                          </m:ctrlPr>
                        </m:dPr>
                        <m:e>
                          <m:r>
                            <a:rPr lang="es-ES" sz="3600" i="1">
                              <a:latin typeface="Cambria Math" panose="02040503050406030204" pitchFamily="18" charset="0"/>
                            </a:rPr>
                            <m:t>𝑥</m:t>
                          </m:r>
                          <m:r>
                            <a:rPr lang="es-ES" sz="3600" i="1">
                              <a:latin typeface="Cambria Math" panose="02040503050406030204" pitchFamily="18" charset="0"/>
                            </a:rPr>
                            <m:t>−1</m:t>
                          </m:r>
                        </m:e>
                      </m:d>
                      <m:r>
                        <a:rPr lang="es-ES" sz="3600" b="0" i="1">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𝑥</m:t>
                      </m:r>
                    </m:oMath>
                  </m:oMathPara>
                </a14:m>
                <a:endParaRPr lang="es-ES" sz="3600" i="1" dirty="0">
                  <a:solidFill>
                    <a:srgbClr val="0070C0"/>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883BE9A9-E48C-2D7B-B7CF-DDE3F882D059}"/>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DBC3CAB0-29F9-B2DD-1C96-59709039C57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97</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F01661D3-CC22-B3AF-0C34-49B16E133417}"/>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5BC6195-A5BB-D68C-6B34-203C56C38EBE}"/>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F938AA09-BDF4-3F51-1EBE-079D1B76D450}"/>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C883019-9D46-0EA0-DE7C-6034ABA4E23B}"/>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4AA694DF-908C-634F-BCEE-DC5499803A75}"/>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CEA3FC1A-5C8E-35AF-9509-CC270B6F8249}"/>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0576620E-6CCF-D8CF-830D-487611C1DB6E}"/>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CDACEE20-1048-D465-7487-934E4B31D18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1556464E-4B57-E0C6-F24C-8389184A5638}"/>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845AC2C-7D8F-706D-744B-AC9303663309}"/>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A605DC5E-1381-10D3-1256-B3CDBFB1433A}"/>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7201B0F-61BE-6125-2547-32127F43CA7B}"/>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2BDF45A-FE0A-5719-4409-99C704AD8128}"/>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96DB8989-608E-EC33-A5F8-28335798E5E2}"/>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273786F6-5BF4-00FD-F000-A39F85E3A2C0}"/>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8EB3BD31-328C-1E19-414D-03F2E8443DF2}"/>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70FF9094-42AE-26DD-1EA4-224A29BDF3F7}"/>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75B40476-7CA9-1241-5D1C-6998EAEFE261}"/>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cxnSp>
        <p:nvCxnSpPr>
          <p:cNvPr id="29" name="Conector recto 28">
            <a:extLst>
              <a:ext uri="{FF2B5EF4-FFF2-40B4-BE49-F238E27FC236}">
                <a16:creationId xmlns:a16="http://schemas.microsoft.com/office/drawing/2014/main" id="{36837617-B6CB-C6BE-D47C-5A1B41680728}"/>
              </a:ext>
            </a:extLst>
          </p:cNvPr>
          <p:cNvCxnSpPr>
            <a:cxnSpLocks/>
          </p:cNvCxnSpPr>
          <p:nvPr/>
        </p:nvCxnSpPr>
        <p:spPr>
          <a:xfrm>
            <a:off x="8435934" y="1519236"/>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8E766C6B-D644-1EAF-500F-2E03BE100ED3}"/>
              </a:ext>
            </a:extLst>
          </p:cNvPr>
          <p:cNvCxnSpPr>
            <a:cxnSpLocks/>
          </p:cNvCxnSpPr>
          <p:nvPr/>
        </p:nvCxnSpPr>
        <p:spPr>
          <a:xfrm>
            <a:off x="4735774" y="2189855"/>
            <a:ext cx="2086911" cy="4300203"/>
          </a:xfrm>
          <a:prstGeom prst="line">
            <a:avLst/>
          </a:prstGeom>
          <a:ln w="317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1" name="Elipse 30">
            <a:extLst>
              <a:ext uri="{FF2B5EF4-FFF2-40B4-BE49-F238E27FC236}">
                <a16:creationId xmlns:a16="http://schemas.microsoft.com/office/drawing/2014/main" id="{099F056F-3975-CDA1-EFDD-18A580A621CA}"/>
              </a:ext>
            </a:extLst>
          </p:cNvPr>
          <p:cNvSpPr/>
          <p:nvPr/>
        </p:nvSpPr>
        <p:spPr>
          <a:xfrm>
            <a:off x="9715915" y="4198237"/>
            <a:ext cx="108000" cy="108000"/>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5830228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E447-8F8B-A57F-2A79-A0C6BC96E4B4}"/>
            </a:ext>
          </a:extLst>
        </p:cNvPr>
        <p:cNvGrpSpPr/>
        <p:nvPr/>
      </p:nvGrpSpPr>
      <p:grpSpPr>
        <a:xfrm>
          <a:off x="0" y="0"/>
          <a:ext cx="0" cy="0"/>
          <a:chOff x="0" y="0"/>
          <a:chExt cx="0" cy="0"/>
        </a:xfrm>
      </p:grpSpPr>
      <p:sp>
        <p:nvSpPr>
          <p:cNvPr id="33" name="Forma libre: forma 32">
            <a:extLst>
              <a:ext uri="{FF2B5EF4-FFF2-40B4-BE49-F238E27FC236}">
                <a16:creationId xmlns:a16="http://schemas.microsoft.com/office/drawing/2014/main" id="{B2D80582-20DD-FFEE-83F2-AB0EA406BAE0}"/>
              </a:ext>
            </a:extLst>
          </p:cNvPr>
          <p:cNvSpPr/>
          <p:nvPr/>
        </p:nvSpPr>
        <p:spPr>
          <a:xfrm>
            <a:off x="6892336" y="2933700"/>
            <a:ext cx="2877579" cy="1447038"/>
          </a:xfrm>
          <a:custGeom>
            <a:avLst/>
            <a:gdLst>
              <a:gd name="csX0" fmla="*/ 224179 w 3336701"/>
              <a:gd name="csY0" fmla="*/ 136520 h 1678426"/>
              <a:gd name="csX1" fmla="*/ 548029 w 3336701"/>
              <a:gd name="csY1" fmla="*/ 142870 h 1678426"/>
              <a:gd name="csX2" fmla="*/ 929029 w 3336701"/>
              <a:gd name="csY2" fmla="*/ 879470 h 1678426"/>
              <a:gd name="csX3" fmla="*/ 1652929 w 3336701"/>
              <a:gd name="csY3" fmla="*/ 1254120 h 1678426"/>
              <a:gd name="csX4" fmla="*/ 2364129 w 3336701"/>
              <a:gd name="csY4" fmla="*/ 1412870 h 1678426"/>
              <a:gd name="csX5" fmla="*/ 3094379 w 3336701"/>
              <a:gd name="csY5" fmla="*/ 1463670 h 1678426"/>
              <a:gd name="csX6" fmla="*/ 3094379 w 3336701"/>
              <a:gd name="csY6" fmla="*/ 1565270 h 1678426"/>
              <a:gd name="csX7" fmla="*/ 224179 w 3336701"/>
              <a:gd name="csY7" fmla="*/ 1571620 h 1678426"/>
              <a:gd name="csX8" fmla="*/ 224179 w 3336701"/>
              <a:gd name="csY8" fmla="*/ 136520 h 1678426"/>
              <a:gd name="csX0" fmla="*/ 224179 w 3336701"/>
              <a:gd name="csY0" fmla="*/ 94649 h 1636555"/>
              <a:gd name="csX1" fmla="*/ 548029 w 3336701"/>
              <a:gd name="csY1" fmla="*/ 100999 h 1636555"/>
              <a:gd name="csX2" fmla="*/ 929029 w 3336701"/>
              <a:gd name="csY2" fmla="*/ 837599 h 1636555"/>
              <a:gd name="csX3" fmla="*/ 1652929 w 3336701"/>
              <a:gd name="csY3" fmla="*/ 1212249 h 1636555"/>
              <a:gd name="csX4" fmla="*/ 2364129 w 3336701"/>
              <a:gd name="csY4" fmla="*/ 1370999 h 1636555"/>
              <a:gd name="csX5" fmla="*/ 3094379 w 3336701"/>
              <a:gd name="csY5" fmla="*/ 1421799 h 1636555"/>
              <a:gd name="csX6" fmla="*/ 3094379 w 3336701"/>
              <a:gd name="csY6" fmla="*/ 1523399 h 1636555"/>
              <a:gd name="csX7" fmla="*/ 224179 w 3336701"/>
              <a:gd name="csY7" fmla="*/ 1529749 h 1636555"/>
              <a:gd name="csX8" fmla="*/ 224179 w 3336701"/>
              <a:gd name="csY8" fmla="*/ 94649 h 1636555"/>
              <a:gd name="csX0" fmla="*/ 224179 w 3336701"/>
              <a:gd name="csY0" fmla="*/ 104902 h 1646808"/>
              <a:gd name="csX1" fmla="*/ 548029 w 3336701"/>
              <a:gd name="csY1" fmla="*/ 111252 h 1646808"/>
              <a:gd name="csX2" fmla="*/ 929029 w 3336701"/>
              <a:gd name="csY2" fmla="*/ 847852 h 1646808"/>
              <a:gd name="csX3" fmla="*/ 1652929 w 3336701"/>
              <a:gd name="csY3" fmla="*/ 1222502 h 1646808"/>
              <a:gd name="csX4" fmla="*/ 2364129 w 3336701"/>
              <a:gd name="csY4" fmla="*/ 1381252 h 1646808"/>
              <a:gd name="csX5" fmla="*/ 3094379 w 3336701"/>
              <a:gd name="csY5" fmla="*/ 1432052 h 1646808"/>
              <a:gd name="csX6" fmla="*/ 3094379 w 3336701"/>
              <a:gd name="csY6" fmla="*/ 1533652 h 1646808"/>
              <a:gd name="csX7" fmla="*/ 224179 w 3336701"/>
              <a:gd name="csY7" fmla="*/ 1540002 h 1646808"/>
              <a:gd name="csX8" fmla="*/ 224179 w 3336701"/>
              <a:gd name="csY8" fmla="*/ 104902 h 1646808"/>
              <a:gd name="csX0" fmla="*/ 224179 w 3336701"/>
              <a:gd name="csY0" fmla="*/ 100862 h 1642768"/>
              <a:gd name="csX1" fmla="*/ 548029 w 3336701"/>
              <a:gd name="csY1" fmla="*/ 107212 h 1642768"/>
              <a:gd name="csX2" fmla="*/ 929029 w 3336701"/>
              <a:gd name="csY2" fmla="*/ 843812 h 1642768"/>
              <a:gd name="csX3" fmla="*/ 1652929 w 3336701"/>
              <a:gd name="csY3" fmla="*/ 1218462 h 1642768"/>
              <a:gd name="csX4" fmla="*/ 2364129 w 3336701"/>
              <a:gd name="csY4" fmla="*/ 1377212 h 1642768"/>
              <a:gd name="csX5" fmla="*/ 3094379 w 3336701"/>
              <a:gd name="csY5" fmla="*/ 1428012 h 1642768"/>
              <a:gd name="csX6" fmla="*/ 3094379 w 3336701"/>
              <a:gd name="csY6" fmla="*/ 1529612 h 1642768"/>
              <a:gd name="csX7" fmla="*/ 224179 w 3336701"/>
              <a:gd name="csY7" fmla="*/ 1535962 h 1642768"/>
              <a:gd name="csX8" fmla="*/ 224179 w 3336701"/>
              <a:gd name="csY8" fmla="*/ 100862 h 1642768"/>
              <a:gd name="csX0" fmla="*/ 221142 w 3333664"/>
              <a:gd name="csY0" fmla="*/ 11519 h 1553425"/>
              <a:gd name="csX1" fmla="*/ 544992 w 3333664"/>
              <a:gd name="csY1" fmla="*/ 17869 h 1553425"/>
              <a:gd name="csX2" fmla="*/ 925992 w 3333664"/>
              <a:gd name="csY2" fmla="*/ 754469 h 1553425"/>
              <a:gd name="csX3" fmla="*/ 1649892 w 3333664"/>
              <a:gd name="csY3" fmla="*/ 1129119 h 1553425"/>
              <a:gd name="csX4" fmla="*/ 2361092 w 3333664"/>
              <a:gd name="csY4" fmla="*/ 1287869 h 1553425"/>
              <a:gd name="csX5" fmla="*/ 3091342 w 3333664"/>
              <a:gd name="csY5" fmla="*/ 1338669 h 1553425"/>
              <a:gd name="csX6" fmla="*/ 3091342 w 3333664"/>
              <a:gd name="csY6" fmla="*/ 1440269 h 1553425"/>
              <a:gd name="csX7" fmla="*/ 221142 w 3333664"/>
              <a:gd name="csY7" fmla="*/ 1446619 h 1553425"/>
              <a:gd name="csX8" fmla="*/ 221142 w 3333664"/>
              <a:gd name="csY8" fmla="*/ 11519 h 1553425"/>
              <a:gd name="csX0" fmla="*/ 209566 w 3322088"/>
              <a:gd name="csY0" fmla="*/ 3956 h 1545862"/>
              <a:gd name="csX1" fmla="*/ 533416 w 3322088"/>
              <a:gd name="csY1" fmla="*/ 10306 h 1545862"/>
              <a:gd name="csX2" fmla="*/ 914416 w 3322088"/>
              <a:gd name="csY2" fmla="*/ 746906 h 1545862"/>
              <a:gd name="csX3" fmla="*/ 1638316 w 3322088"/>
              <a:gd name="csY3" fmla="*/ 1121556 h 1545862"/>
              <a:gd name="csX4" fmla="*/ 2349516 w 3322088"/>
              <a:gd name="csY4" fmla="*/ 1280306 h 1545862"/>
              <a:gd name="csX5" fmla="*/ 3079766 w 3322088"/>
              <a:gd name="csY5" fmla="*/ 1331106 h 1545862"/>
              <a:gd name="csX6" fmla="*/ 3079766 w 3322088"/>
              <a:gd name="csY6" fmla="*/ 1432706 h 1545862"/>
              <a:gd name="csX7" fmla="*/ 209566 w 3322088"/>
              <a:gd name="csY7" fmla="*/ 1439056 h 1545862"/>
              <a:gd name="csX8" fmla="*/ 209566 w 3322088"/>
              <a:gd name="csY8" fmla="*/ 3956 h 1545862"/>
              <a:gd name="csX0" fmla="*/ 20605 w 3133127"/>
              <a:gd name="csY0" fmla="*/ 3956 h 1596651"/>
              <a:gd name="csX1" fmla="*/ 344455 w 3133127"/>
              <a:gd name="csY1" fmla="*/ 10306 h 1596651"/>
              <a:gd name="csX2" fmla="*/ 725455 w 3133127"/>
              <a:gd name="csY2" fmla="*/ 746906 h 1596651"/>
              <a:gd name="csX3" fmla="*/ 1449355 w 3133127"/>
              <a:gd name="csY3" fmla="*/ 1121556 h 1596651"/>
              <a:gd name="csX4" fmla="*/ 2160555 w 3133127"/>
              <a:gd name="csY4" fmla="*/ 1280306 h 1596651"/>
              <a:gd name="csX5" fmla="*/ 2890805 w 3133127"/>
              <a:gd name="csY5" fmla="*/ 1331106 h 1596651"/>
              <a:gd name="csX6" fmla="*/ 2890805 w 3133127"/>
              <a:gd name="csY6" fmla="*/ 1432706 h 1596651"/>
              <a:gd name="csX7" fmla="*/ 20605 w 3133127"/>
              <a:gd name="csY7" fmla="*/ 1439056 h 1596651"/>
              <a:gd name="csX8" fmla="*/ 20605 w 3133127"/>
              <a:gd name="csY8" fmla="*/ 3956 h 1596651"/>
              <a:gd name="csX0" fmla="*/ 26221 w 3138743"/>
              <a:gd name="csY0" fmla="*/ 3956 h 1447558"/>
              <a:gd name="csX1" fmla="*/ 350071 w 3138743"/>
              <a:gd name="csY1" fmla="*/ 10306 h 1447558"/>
              <a:gd name="csX2" fmla="*/ 731071 w 3138743"/>
              <a:gd name="csY2" fmla="*/ 746906 h 1447558"/>
              <a:gd name="csX3" fmla="*/ 1454971 w 3138743"/>
              <a:gd name="csY3" fmla="*/ 1121556 h 1447558"/>
              <a:gd name="csX4" fmla="*/ 2166171 w 3138743"/>
              <a:gd name="csY4" fmla="*/ 1280306 h 1447558"/>
              <a:gd name="csX5" fmla="*/ 2896421 w 3138743"/>
              <a:gd name="csY5" fmla="*/ 1331106 h 1447558"/>
              <a:gd name="csX6" fmla="*/ 2896421 w 3138743"/>
              <a:gd name="csY6" fmla="*/ 1432706 h 1447558"/>
              <a:gd name="csX7" fmla="*/ 26221 w 3138743"/>
              <a:gd name="csY7" fmla="*/ 1439056 h 1447558"/>
              <a:gd name="csX8" fmla="*/ 26221 w 3138743"/>
              <a:gd name="csY8" fmla="*/ 3956 h 1447558"/>
              <a:gd name="csX0" fmla="*/ 26221 w 2953959"/>
              <a:gd name="csY0" fmla="*/ 3956 h 1447558"/>
              <a:gd name="csX1" fmla="*/ 350071 w 2953959"/>
              <a:gd name="csY1" fmla="*/ 10306 h 1447558"/>
              <a:gd name="csX2" fmla="*/ 731071 w 2953959"/>
              <a:gd name="csY2" fmla="*/ 746906 h 1447558"/>
              <a:gd name="csX3" fmla="*/ 1454971 w 2953959"/>
              <a:gd name="csY3" fmla="*/ 1121556 h 1447558"/>
              <a:gd name="csX4" fmla="*/ 2166171 w 2953959"/>
              <a:gd name="csY4" fmla="*/ 1280306 h 1447558"/>
              <a:gd name="csX5" fmla="*/ 2896421 w 2953959"/>
              <a:gd name="csY5" fmla="*/ 1331106 h 1447558"/>
              <a:gd name="csX6" fmla="*/ 2896421 w 2953959"/>
              <a:gd name="csY6" fmla="*/ 1432706 h 1447558"/>
              <a:gd name="csX7" fmla="*/ 26221 w 2953959"/>
              <a:gd name="csY7" fmla="*/ 1439056 h 1447558"/>
              <a:gd name="csX8" fmla="*/ 26221 w 2953959"/>
              <a:gd name="csY8" fmla="*/ 3956 h 1447558"/>
              <a:gd name="csX0" fmla="*/ 26221 w 2907140"/>
              <a:gd name="csY0" fmla="*/ 3956 h 1447558"/>
              <a:gd name="csX1" fmla="*/ 350071 w 2907140"/>
              <a:gd name="csY1" fmla="*/ 10306 h 1447558"/>
              <a:gd name="csX2" fmla="*/ 731071 w 2907140"/>
              <a:gd name="csY2" fmla="*/ 746906 h 1447558"/>
              <a:gd name="csX3" fmla="*/ 1454971 w 2907140"/>
              <a:gd name="csY3" fmla="*/ 1121556 h 1447558"/>
              <a:gd name="csX4" fmla="*/ 2166171 w 2907140"/>
              <a:gd name="csY4" fmla="*/ 1280306 h 1447558"/>
              <a:gd name="csX5" fmla="*/ 2896421 w 2907140"/>
              <a:gd name="csY5" fmla="*/ 1331106 h 1447558"/>
              <a:gd name="csX6" fmla="*/ 2896421 w 2907140"/>
              <a:gd name="csY6" fmla="*/ 1432706 h 1447558"/>
              <a:gd name="csX7" fmla="*/ 26221 w 2907140"/>
              <a:gd name="csY7" fmla="*/ 1439056 h 1447558"/>
              <a:gd name="csX8" fmla="*/ 26221 w 2907140"/>
              <a:gd name="csY8" fmla="*/ 3956 h 1447558"/>
              <a:gd name="csX0" fmla="*/ 28222 w 2909141"/>
              <a:gd name="csY0" fmla="*/ 0 h 1443602"/>
              <a:gd name="csX1" fmla="*/ 352072 w 2909141"/>
              <a:gd name="csY1" fmla="*/ 6350 h 1443602"/>
              <a:gd name="csX2" fmla="*/ 733072 w 2909141"/>
              <a:gd name="csY2" fmla="*/ 742950 h 1443602"/>
              <a:gd name="csX3" fmla="*/ 1456972 w 2909141"/>
              <a:gd name="csY3" fmla="*/ 1117600 h 1443602"/>
              <a:gd name="csX4" fmla="*/ 2168172 w 2909141"/>
              <a:gd name="csY4" fmla="*/ 1276350 h 1443602"/>
              <a:gd name="csX5" fmla="*/ 2898422 w 2909141"/>
              <a:gd name="csY5" fmla="*/ 1327150 h 1443602"/>
              <a:gd name="csX6" fmla="*/ 2898422 w 2909141"/>
              <a:gd name="csY6" fmla="*/ 1428750 h 1443602"/>
              <a:gd name="csX7" fmla="*/ 28222 w 2909141"/>
              <a:gd name="csY7" fmla="*/ 1435100 h 1443602"/>
              <a:gd name="csX8" fmla="*/ 28222 w 2909141"/>
              <a:gd name="csY8" fmla="*/ 0 h 1443602"/>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9386"/>
              <a:gd name="csY0" fmla="*/ 0 h 1442305"/>
              <a:gd name="csX1" fmla="*/ 332317 w 2889386"/>
              <a:gd name="csY1" fmla="*/ 6350 h 1442305"/>
              <a:gd name="csX2" fmla="*/ 713317 w 2889386"/>
              <a:gd name="csY2" fmla="*/ 742950 h 1442305"/>
              <a:gd name="csX3" fmla="*/ 1437217 w 2889386"/>
              <a:gd name="csY3" fmla="*/ 1117600 h 1442305"/>
              <a:gd name="csX4" fmla="*/ 2148417 w 2889386"/>
              <a:gd name="csY4" fmla="*/ 1276350 h 1442305"/>
              <a:gd name="csX5" fmla="*/ 2878667 w 2889386"/>
              <a:gd name="csY5" fmla="*/ 1327150 h 1442305"/>
              <a:gd name="csX6" fmla="*/ 2878667 w 2889386"/>
              <a:gd name="csY6" fmla="*/ 1428750 h 1442305"/>
              <a:gd name="csX7" fmla="*/ 8467 w 2889386"/>
              <a:gd name="csY7" fmla="*/ 1435100 h 1442305"/>
              <a:gd name="csX8" fmla="*/ 8467 w 2889386"/>
              <a:gd name="csY8" fmla="*/ 0 h 1442305"/>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8467 w 2886448"/>
              <a:gd name="csY0" fmla="*/ 0 h 1443507"/>
              <a:gd name="csX1" fmla="*/ 332317 w 2886448"/>
              <a:gd name="csY1" fmla="*/ 6350 h 1443507"/>
              <a:gd name="csX2" fmla="*/ 713317 w 2886448"/>
              <a:gd name="csY2" fmla="*/ 742950 h 1443507"/>
              <a:gd name="csX3" fmla="*/ 1437217 w 2886448"/>
              <a:gd name="csY3" fmla="*/ 1117600 h 1443507"/>
              <a:gd name="csX4" fmla="*/ 2148417 w 2886448"/>
              <a:gd name="csY4" fmla="*/ 1276350 h 1443507"/>
              <a:gd name="csX5" fmla="*/ 2878667 w 2886448"/>
              <a:gd name="csY5" fmla="*/ 1327150 h 1443507"/>
              <a:gd name="csX6" fmla="*/ 2878667 w 2886448"/>
              <a:gd name="csY6" fmla="*/ 1428750 h 1443507"/>
              <a:gd name="csX7" fmla="*/ 8467 w 2886448"/>
              <a:gd name="csY7" fmla="*/ 1435100 h 1443507"/>
              <a:gd name="csX8" fmla="*/ 8467 w 2886448"/>
              <a:gd name="csY8" fmla="*/ 0 h 1443507"/>
              <a:gd name="csX0" fmla="*/ 8467 w 2887116"/>
              <a:gd name="csY0" fmla="*/ 0 h 1442305"/>
              <a:gd name="csX1" fmla="*/ 332317 w 2887116"/>
              <a:gd name="csY1" fmla="*/ 6350 h 1442305"/>
              <a:gd name="csX2" fmla="*/ 713317 w 2887116"/>
              <a:gd name="csY2" fmla="*/ 742950 h 1442305"/>
              <a:gd name="csX3" fmla="*/ 1437217 w 2887116"/>
              <a:gd name="csY3" fmla="*/ 1117600 h 1442305"/>
              <a:gd name="csX4" fmla="*/ 2148417 w 2887116"/>
              <a:gd name="csY4" fmla="*/ 1276350 h 1442305"/>
              <a:gd name="csX5" fmla="*/ 2878667 w 2887116"/>
              <a:gd name="csY5" fmla="*/ 1327150 h 1442305"/>
              <a:gd name="csX6" fmla="*/ 2878667 w 2887116"/>
              <a:gd name="csY6" fmla="*/ 1428750 h 1442305"/>
              <a:gd name="csX7" fmla="*/ 8467 w 2887116"/>
              <a:gd name="csY7" fmla="*/ 1435100 h 1442305"/>
              <a:gd name="csX8" fmla="*/ 8467 w 2887116"/>
              <a:gd name="csY8" fmla="*/ 0 h 1442305"/>
              <a:gd name="csX0" fmla="*/ 212607 w 3138830"/>
              <a:gd name="csY0" fmla="*/ 0 h 1546073"/>
              <a:gd name="csX1" fmla="*/ 536457 w 3138830"/>
              <a:gd name="csY1" fmla="*/ 6350 h 1546073"/>
              <a:gd name="csX2" fmla="*/ 917457 w 3138830"/>
              <a:gd name="csY2" fmla="*/ 742950 h 1546073"/>
              <a:gd name="csX3" fmla="*/ 1641357 w 3138830"/>
              <a:gd name="csY3" fmla="*/ 1117600 h 1546073"/>
              <a:gd name="csX4" fmla="*/ 2352557 w 3138830"/>
              <a:gd name="csY4" fmla="*/ 1276350 h 1546073"/>
              <a:gd name="csX5" fmla="*/ 3082807 w 3138830"/>
              <a:gd name="csY5" fmla="*/ 1327150 h 1546073"/>
              <a:gd name="csX6" fmla="*/ 3082807 w 3138830"/>
              <a:gd name="csY6" fmla="*/ 1436687 h 1546073"/>
              <a:gd name="csX7" fmla="*/ 212607 w 3138830"/>
              <a:gd name="csY7" fmla="*/ 1435100 h 1546073"/>
              <a:gd name="csX8" fmla="*/ 212607 w 3138830"/>
              <a:gd name="csY8" fmla="*/ 0 h 1546073"/>
              <a:gd name="csX0" fmla="*/ 212607 w 3138461"/>
              <a:gd name="csY0" fmla="*/ 0 h 1546073"/>
              <a:gd name="csX1" fmla="*/ 536457 w 3138461"/>
              <a:gd name="csY1" fmla="*/ 6350 h 1546073"/>
              <a:gd name="csX2" fmla="*/ 917457 w 3138461"/>
              <a:gd name="csY2" fmla="*/ 742950 h 1546073"/>
              <a:gd name="csX3" fmla="*/ 1641357 w 3138461"/>
              <a:gd name="csY3" fmla="*/ 1117600 h 1546073"/>
              <a:gd name="csX4" fmla="*/ 2352557 w 3138461"/>
              <a:gd name="csY4" fmla="*/ 1276350 h 1546073"/>
              <a:gd name="csX5" fmla="*/ 3082807 w 3138461"/>
              <a:gd name="csY5" fmla="*/ 1327150 h 1546073"/>
              <a:gd name="csX6" fmla="*/ 3082807 w 3138461"/>
              <a:gd name="csY6" fmla="*/ 1436687 h 1546073"/>
              <a:gd name="csX7" fmla="*/ 212607 w 3138461"/>
              <a:gd name="csY7" fmla="*/ 1435100 h 1546073"/>
              <a:gd name="csX8" fmla="*/ 212607 w 3138461"/>
              <a:gd name="csY8" fmla="*/ 0 h 1546073"/>
              <a:gd name="csX0" fmla="*/ 212607 w 3137732"/>
              <a:gd name="csY0" fmla="*/ 0 h 1546073"/>
              <a:gd name="csX1" fmla="*/ 536457 w 3137732"/>
              <a:gd name="csY1" fmla="*/ 6350 h 1546073"/>
              <a:gd name="csX2" fmla="*/ 917457 w 3137732"/>
              <a:gd name="csY2" fmla="*/ 742950 h 1546073"/>
              <a:gd name="csX3" fmla="*/ 1641357 w 3137732"/>
              <a:gd name="csY3" fmla="*/ 1117600 h 1546073"/>
              <a:gd name="csX4" fmla="*/ 2352557 w 3137732"/>
              <a:gd name="csY4" fmla="*/ 1276350 h 1546073"/>
              <a:gd name="csX5" fmla="*/ 3082807 w 3137732"/>
              <a:gd name="csY5" fmla="*/ 1327150 h 1546073"/>
              <a:gd name="csX6" fmla="*/ 3082807 w 3137732"/>
              <a:gd name="csY6" fmla="*/ 1436687 h 1546073"/>
              <a:gd name="csX7" fmla="*/ 212607 w 3137732"/>
              <a:gd name="csY7" fmla="*/ 1435100 h 1546073"/>
              <a:gd name="csX8" fmla="*/ 212607 w 3137732"/>
              <a:gd name="csY8" fmla="*/ 0 h 1546073"/>
              <a:gd name="csX0" fmla="*/ 212607 w 3086422"/>
              <a:gd name="csY0" fmla="*/ 0 h 1546073"/>
              <a:gd name="csX1" fmla="*/ 536457 w 3086422"/>
              <a:gd name="csY1" fmla="*/ 6350 h 1546073"/>
              <a:gd name="csX2" fmla="*/ 917457 w 3086422"/>
              <a:gd name="csY2" fmla="*/ 742950 h 1546073"/>
              <a:gd name="csX3" fmla="*/ 1641357 w 3086422"/>
              <a:gd name="csY3" fmla="*/ 1117600 h 1546073"/>
              <a:gd name="csX4" fmla="*/ 2352557 w 3086422"/>
              <a:gd name="csY4" fmla="*/ 1276350 h 1546073"/>
              <a:gd name="csX5" fmla="*/ 3082807 w 3086422"/>
              <a:gd name="csY5" fmla="*/ 1327150 h 1546073"/>
              <a:gd name="csX6" fmla="*/ 3082807 w 3086422"/>
              <a:gd name="csY6" fmla="*/ 1436687 h 1546073"/>
              <a:gd name="csX7" fmla="*/ 212607 w 3086422"/>
              <a:gd name="csY7" fmla="*/ 1435100 h 1546073"/>
              <a:gd name="csX8" fmla="*/ 212607 w 3086422"/>
              <a:gd name="csY8" fmla="*/ 0 h 1546073"/>
              <a:gd name="csX0" fmla="*/ 240829 w 3114644"/>
              <a:gd name="csY0" fmla="*/ 0 h 1451483"/>
              <a:gd name="csX1" fmla="*/ 564679 w 3114644"/>
              <a:gd name="csY1" fmla="*/ 6350 h 1451483"/>
              <a:gd name="csX2" fmla="*/ 945679 w 3114644"/>
              <a:gd name="csY2" fmla="*/ 742950 h 1451483"/>
              <a:gd name="csX3" fmla="*/ 1669579 w 3114644"/>
              <a:gd name="csY3" fmla="*/ 1117600 h 1451483"/>
              <a:gd name="csX4" fmla="*/ 2380779 w 3114644"/>
              <a:gd name="csY4" fmla="*/ 1276350 h 1451483"/>
              <a:gd name="csX5" fmla="*/ 3111029 w 3114644"/>
              <a:gd name="csY5" fmla="*/ 1327150 h 1451483"/>
              <a:gd name="csX6" fmla="*/ 3111029 w 3114644"/>
              <a:gd name="csY6" fmla="*/ 1436687 h 1451483"/>
              <a:gd name="csX7" fmla="*/ 240829 w 3114644"/>
              <a:gd name="csY7" fmla="*/ 1435100 h 1451483"/>
              <a:gd name="csX8" fmla="*/ 240829 w 3114644"/>
              <a:gd name="csY8" fmla="*/ 0 h 1451483"/>
              <a:gd name="csX0" fmla="*/ 3764 w 2877579"/>
              <a:gd name="csY0" fmla="*/ 0 h 1447038"/>
              <a:gd name="csX1" fmla="*/ 327614 w 2877579"/>
              <a:gd name="csY1" fmla="*/ 6350 h 1447038"/>
              <a:gd name="csX2" fmla="*/ 708614 w 2877579"/>
              <a:gd name="csY2" fmla="*/ 74295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 name="csX0" fmla="*/ 3764 w 2877579"/>
              <a:gd name="csY0" fmla="*/ 48969 h 1496007"/>
              <a:gd name="csX1" fmla="*/ 327614 w 2877579"/>
              <a:gd name="csY1" fmla="*/ 55319 h 1496007"/>
              <a:gd name="csX2" fmla="*/ 713377 w 2877579"/>
              <a:gd name="csY2" fmla="*/ 772869 h 1496007"/>
              <a:gd name="csX3" fmla="*/ 1432514 w 2877579"/>
              <a:gd name="csY3" fmla="*/ 1166569 h 1496007"/>
              <a:gd name="csX4" fmla="*/ 2143714 w 2877579"/>
              <a:gd name="csY4" fmla="*/ 1325319 h 1496007"/>
              <a:gd name="csX5" fmla="*/ 2873964 w 2877579"/>
              <a:gd name="csY5" fmla="*/ 1376119 h 1496007"/>
              <a:gd name="csX6" fmla="*/ 2873964 w 2877579"/>
              <a:gd name="csY6" fmla="*/ 1485656 h 1496007"/>
              <a:gd name="csX7" fmla="*/ 3764 w 2877579"/>
              <a:gd name="csY7" fmla="*/ 1484069 h 1496007"/>
              <a:gd name="csX8" fmla="*/ 3764 w 2877579"/>
              <a:gd name="csY8" fmla="*/ 48969 h 1496007"/>
              <a:gd name="csX0" fmla="*/ 3764 w 2877579"/>
              <a:gd name="csY0" fmla="*/ 0 h 1447038"/>
              <a:gd name="csX1" fmla="*/ 327614 w 2877579"/>
              <a:gd name="csY1" fmla="*/ 6350 h 1447038"/>
              <a:gd name="csX2" fmla="*/ 713377 w 2877579"/>
              <a:gd name="csY2" fmla="*/ 723900 h 1447038"/>
              <a:gd name="csX3" fmla="*/ 1432514 w 2877579"/>
              <a:gd name="csY3" fmla="*/ 1117600 h 1447038"/>
              <a:gd name="csX4" fmla="*/ 2143714 w 2877579"/>
              <a:gd name="csY4" fmla="*/ 1276350 h 1447038"/>
              <a:gd name="csX5" fmla="*/ 2873964 w 2877579"/>
              <a:gd name="csY5" fmla="*/ 1327150 h 1447038"/>
              <a:gd name="csX6" fmla="*/ 2873964 w 2877579"/>
              <a:gd name="csY6" fmla="*/ 1436687 h 1447038"/>
              <a:gd name="csX7" fmla="*/ 3764 w 2877579"/>
              <a:gd name="csY7" fmla="*/ 1435100 h 1447038"/>
              <a:gd name="csX8" fmla="*/ 3764 w 2877579"/>
              <a:gd name="csY8" fmla="*/ 0 h 1447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77579" h="1447038">
                <a:moveTo>
                  <a:pt x="3764" y="0"/>
                </a:moveTo>
                <a:lnTo>
                  <a:pt x="327614" y="6350"/>
                </a:lnTo>
                <a:cubicBezTo>
                  <a:pt x="359523" y="20320"/>
                  <a:pt x="529227" y="538692"/>
                  <a:pt x="713377" y="723900"/>
                </a:cubicBezTo>
                <a:cubicBezTo>
                  <a:pt x="897527" y="909108"/>
                  <a:pt x="1194125" y="1025525"/>
                  <a:pt x="1432514" y="1117600"/>
                </a:cubicBezTo>
                <a:cubicBezTo>
                  <a:pt x="1670903" y="1209675"/>
                  <a:pt x="1903472" y="1241425"/>
                  <a:pt x="2143714" y="1276350"/>
                </a:cubicBezTo>
                <a:cubicBezTo>
                  <a:pt x="2383956" y="1311275"/>
                  <a:pt x="2868143" y="1311539"/>
                  <a:pt x="2873964" y="1327150"/>
                </a:cubicBezTo>
                <a:cubicBezTo>
                  <a:pt x="2879785" y="1342761"/>
                  <a:pt x="2877669" y="1444624"/>
                  <a:pt x="2873964" y="1436687"/>
                </a:cubicBezTo>
                <a:cubicBezTo>
                  <a:pt x="2395597" y="1454679"/>
                  <a:pt x="12231" y="1445948"/>
                  <a:pt x="3764" y="1435100"/>
                </a:cubicBezTo>
                <a:cubicBezTo>
                  <a:pt x="-4703" y="1424252"/>
                  <a:pt x="3764" y="0"/>
                  <a:pt x="3764" y="0"/>
                </a:cubicBezTo>
                <a:close/>
              </a:path>
            </a:pathLst>
          </a:custGeom>
          <a:solidFill>
            <a:srgbClr val="0070C0">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5" name="Tabla 4">
            <a:extLst>
              <a:ext uri="{FF2B5EF4-FFF2-40B4-BE49-F238E27FC236}">
                <a16:creationId xmlns:a16="http://schemas.microsoft.com/office/drawing/2014/main" id="{B882729D-9D09-729F-1C69-E3B942F471AE}"/>
              </a:ext>
            </a:extLst>
          </p:cNvPr>
          <p:cNvGraphicFramePr>
            <a:graphicFrameLocks noGrp="1"/>
          </p:cNvGraphicFramePr>
          <p:nvPr/>
        </p:nvGraphicFramePr>
        <p:xfrm>
          <a:off x="5451787" y="1499439"/>
          <a:ext cx="5040000" cy="4320000"/>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2481055377"/>
                    </a:ext>
                  </a:extLst>
                </a:gridCol>
                <a:gridCol w="720000">
                  <a:extLst>
                    <a:ext uri="{9D8B030D-6E8A-4147-A177-3AD203B41FA5}">
                      <a16:colId xmlns:a16="http://schemas.microsoft.com/office/drawing/2014/main" val="4292377686"/>
                    </a:ext>
                  </a:extLst>
                </a:gridCol>
                <a:gridCol w="720000">
                  <a:extLst>
                    <a:ext uri="{9D8B030D-6E8A-4147-A177-3AD203B41FA5}">
                      <a16:colId xmlns:a16="http://schemas.microsoft.com/office/drawing/2014/main" val="2038555307"/>
                    </a:ext>
                  </a:extLst>
                </a:gridCol>
                <a:gridCol w="720000">
                  <a:extLst>
                    <a:ext uri="{9D8B030D-6E8A-4147-A177-3AD203B41FA5}">
                      <a16:colId xmlns:a16="http://schemas.microsoft.com/office/drawing/2014/main" val="2361370244"/>
                    </a:ext>
                  </a:extLst>
                </a:gridCol>
                <a:gridCol w="720000">
                  <a:extLst>
                    <a:ext uri="{9D8B030D-6E8A-4147-A177-3AD203B41FA5}">
                      <a16:colId xmlns:a16="http://schemas.microsoft.com/office/drawing/2014/main" val="4227564659"/>
                    </a:ext>
                  </a:extLst>
                </a:gridCol>
                <a:gridCol w="720000">
                  <a:extLst>
                    <a:ext uri="{9D8B030D-6E8A-4147-A177-3AD203B41FA5}">
                      <a16:colId xmlns:a16="http://schemas.microsoft.com/office/drawing/2014/main" val="2994604306"/>
                    </a:ext>
                  </a:extLst>
                </a:gridCol>
                <a:gridCol w="720000">
                  <a:extLst>
                    <a:ext uri="{9D8B030D-6E8A-4147-A177-3AD203B41FA5}">
                      <a16:colId xmlns:a16="http://schemas.microsoft.com/office/drawing/2014/main" val="2404247778"/>
                    </a:ext>
                  </a:extLst>
                </a:gridCol>
              </a:tblGrid>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1255111578"/>
                  </a:ext>
                </a:extLst>
              </a:tr>
              <a:tr h="720000">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612155829"/>
                  </a:ext>
                </a:extLst>
              </a:tr>
              <a:tr h="720000">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2524396937"/>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673205519"/>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4274870333"/>
                  </a:ext>
                </a:extLst>
              </a:tr>
              <a:tr h="720000">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extLst>
                  <a:ext uri="{0D108BD9-81ED-4DB2-BD59-A6C34878D82A}">
                    <a16:rowId xmlns:a16="http://schemas.microsoft.com/office/drawing/2014/main" val="3283156071"/>
                  </a:ext>
                </a:extLst>
              </a:tr>
            </a:tbl>
          </a:graphicData>
        </a:graphic>
      </p:graphicFrame>
      <p:sp>
        <p:nvSpPr>
          <p:cNvPr id="16" name="Título 1">
            <a:extLst>
              <a:ext uri="{FF2B5EF4-FFF2-40B4-BE49-F238E27FC236}">
                <a16:creationId xmlns:a16="http://schemas.microsoft.com/office/drawing/2014/main" id="{AA5F47DD-7B8F-27EE-8BDF-9E933C1C06DA}"/>
              </a:ext>
            </a:extLst>
          </p:cNvPr>
          <p:cNvSpPr>
            <a:spLocks noGrp="1"/>
          </p:cNvSpPr>
          <p:nvPr>
            <p:ph type="title"/>
          </p:nvPr>
        </p:nvSpPr>
        <p:spPr>
          <a:xfrm>
            <a:off x="420625" y="254955"/>
            <a:ext cx="3054096" cy="686433"/>
          </a:xfrm>
        </p:spPr>
        <p:txBody>
          <a:bodyPr>
            <a:noAutofit/>
          </a:bodyPr>
          <a:lstStyle/>
          <a:p>
            <a:r>
              <a:rPr lang="en-US" sz="4800" dirty="0">
                <a:latin typeface="Gill Sans Nova" panose="020B0602020104020203" pitchFamily="34" charset="0"/>
              </a:rPr>
              <a:t>Example 10</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BCFCEA5-3365-FA63-DF4D-96BF947AAD5F}"/>
              </a:ext>
            </a:extLst>
          </p:cNvPr>
          <p:cNvSpPr/>
          <p:nvPr/>
        </p:nvSpPr>
        <p:spPr>
          <a:xfrm>
            <a:off x="420624" y="941380"/>
            <a:ext cx="305409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B2F18661-F15C-A630-A50A-BEF7D00548E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98</a:t>
            </a:fld>
            <a:endParaRPr lang="en-US" noProof="0" dirty="0"/>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997AF19-3083-6853-CAB5-635FD4BD962A}"/>
                  </a:ext>
                </a:extLst>
              </p:cNvPr>
              <p:cNvSpPr txBox="1"/>
              <p:nvPr/>
            </p:nvSpPr>
            <p:spPr>
              <a:xfrm>
                <a:off x="5267827" y="617907"/>
                <a:ext cx="904128"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𝑦</m:t>
                      </m:r>
                    </m:oMath>
                  </m:oMathPara>
                </a14:m>
                <a:endParaRPr lang="es-ES" dirty="0"/>
              </a:p>
            </p:txBody>
          </p:sp>
        </mc:Choice>
        <mc:Fallback xmlns="">
          <p:sp>
            <p:nvSpPr>
              <p:cNvPr id="6" name="CuadroTexto 5">
                <a:extLst>
                  <a:ext uri="{FF2B5EF4-FFF2-40B4-BE49-F238E27FC236}">
                    <a16:creationId xmlns:a16="http://schemas.microsoft.com/office/drawing/2014/main" id="{DC67228B-4F24-157D-9660-DDFCD1DB7127}"/>
                  </a:ext>
                </a:extLst>
              </p:cNvPr>
              <p:cNvSpPr txBox="1">
                <a:spLocks noRot="1" noChangeAspect="1" noMove="1" noResize="1" noEditPoints="1" noAdjustHandles="1" noChangeArrowheads="1" noChangeShapeType="1" noTextEdit="1"/>
              </p:cNvSpPr>
              <p:nvPr/>
            </p:nvSpPr>
            <p:spPr>
              <a:xfrm>
                <a:off x="5267827" y="617907"/>
                <a:ext cx="904128"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564C0AE0-EBE2-F932-E821-210AFFA3280F}"/>
                  </a:ext>
                </a:extLst>
              </p:cNvPr>
              <p:cNvSpPr txBox="1"/>
              <p:nvPr/>
            </p:nvSpPr>
            <p:spPr>
              <a:xfrm>
                <a:off x="10429512" y="5173108"/>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𝑥</m:t>
                      </m:r>
                    </m:oMath>
                  </m:oMathPara>
                </a14:m>
                <a:endParaRPr lang="es-ES" i="1" dirty="0"/>
              </a:p>
            </p:txBody>
          </p:sp>
        </mc:Choice>
        <mc:Fallback xmlns="">
          <p:sp>
            <p:nvSpPr>
              <p:cNvPr id="7" name="CuadroTexto 6">
                <a:extLst>
                  <a:ext uri="{FF2B5EF4-FFF2-40B4-BE49-F238E27FC236}">
                    <a16:creationId xmlns:a16="http://schemas.microsoft.com/office/drawing/2014/main" id="{ACCCCC9E-C976-69B7-449A-6434C47DED72}"/>
                  </a:ext>
                </a:extLst>
              </p:cNvPr>
              <p:cNvSpPr txBox="1">
                <a:spLocks noRot="1" noChangeAspect="1" noMove="1" noResize="1" noEditPoints="1" noAdjustHandles="1" noChangeArrowheads="1" noChangeShapeType="1" noTextEdit="1"/>
              </p:cNvSpPr>
              <p:nvPr/>
            </p:nvSpPr>
            <p:spPr>
              <a:xfrm>
                <a:off x="10429512" y="5173108"/>
                <a:ext cx="1163547" cy="646331"/>
              </a:xfrm>
              <a:prstGeom prst="rect">
                <a:avLst/>
              </a:prstGeom>
              <a:blipFill>
                <a:blip r:embed="rId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8AE2245A-E9DA-B54B-42D2-2E99FAFF14B3}"/>
                  </a:ext>
                </a:extLst>
              </p:cNvPr>
              <p:cNvSpPr txBox="1"/>
              <p:nvPr/>
            </p:nvSpPr>
            <p:spPr>
              <a:xfrm>
                <a:off x="537462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0</m:t>
                      </m:r>
                    </m:oMath>
                  </m:oMathPara>
                </a14:m>
                <a:endParaRPr lang="es-ES" i="1" dirty="0"/>
              </a:p>
            </p:txBody>
          </p:sp>
        </mc:Choice>
        <mc:Fallback xmlns="">
          <p:sp>
            <p:nvSpPr>
              <p:cNvPr id="8" name="CuadroTexto 7">
                <a:extLst>
                  <a:ext uri="{FF2B5EF4-FFF2-40B4-BE49-F238E27FC236}">
                    <a16:creationId xmlns:a16="http://schemas.microsoft.com/office/drawing/2014/main" id="{970BDE05-9443-A051-1139-53F31BD20795}"/>
                  </a:ext>
                </a:extLst>
              </p:cNvPr>
              <p:cNvSpPr txBox="1">
                <a:spLocks noRot="1" noChangeAspect="1" noMove="1" noResize="1" noEditPoints="1" noAdjustHandles="1" noChangeArrowheads="1" noChangeShapeType="1" noTextEdit="1"/>
              </p:cNvSpPr>
              <p:nvPr/>
            </p:nvSpPr>
            <p:spPr>
              <a:xfrm>
                <a:off x="5374626" y="5085637"/>
                <a:ext cx="1163547" cy="646331"/>
              </a:xfrm>
              <a:prstGeom prst="rect">
                <a:avLst/>
              </a:prstGeom>
              <a:blipFill>
                <a:blip r:embed="rId6"/>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5894F4D1-79FE-EFFF-7EFA-6C9F5108DB98}"/>
                  </a:ext>
                </a:extLst>
              </p:cNvPr>
              <p:cNvSpPr txBox="1"/>
              <p:nvPr/>
            </p:nvSpPr>
            <p:spPr>
              <a:xfrm>
                <a:off x="6840391" y="508563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9" name="CuadroTexto 8">
                <a:extLst>
                  <a:ext uri="{FF2B5EF4-FFF2-40B4-BE49-F238E27FC236}">
                    <a16:creationId xmlns:a16="http://schemas.microsoft.com/office/drawing/2014/main" id="{4A4A0753-C075-A042-1E83-2F6E43B3A536}"/>
                  </a:ext>
                </a:extLst>
              </p:cNvPr>
              <p:cNvSpPr txBox="1">
                <a:spLocks noRot="1" noChangeAspect="1" noMove="1" noResize="1" noEditPoints="1" noAdjustHandles="1" noChangeArrowheads="1" noChangeShapeType="1" noTextEdit="1"/>
              </p:cNvSpPr>
              <p:nvPr/>
            </p:nvSpPr>
            <p:spPr>
              <a:xfrm>
                <a:off x="6840391" y="5085636"/>
                <a:ext cx="1163547" cy="646331"/>
              </a:xfrm>
              <a:prstGeom prst="rect">
                <a:avLst/>
              </a:prstGeom>
              <a:blipFill>
                <a:blip r:embed="rId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5F08446C-E504-CB04-E755-8DEB266B5EC5}"/>
                  </a:ext>
                </a:extLst>
              </p:cNvPr>
              <p:cNvSpPr txBox="1"/>
              <p:nvPr/>
            </p:nvSpPr>
            <p:spPr>
              <a:xfrm>
                <a:off x="7550915" y="5092249"/>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0" name="CuadroTexto 9">
                <a:extLst>
                  <a:ext uri="{FF2B5EF4-FFF2-40B4-BE49-F238E27FC236}">
                    <a16:creationId xmlns:a16="http://schemas.microsoft.com/office/drawing/2014/main" id="{393E739E-67C7-BEE8-4F49-B27EAC4789B7}"/>
                  </a:ext>
                </a:extLst>
              </p:cNvPr>
              <p:cNvSpPr txBox="1">
                <a:spLocks noRot="1" noChangeAspect="1" noMove="1" noResize="1" noEditPoints="1" noAdjustHandles="1" noChangeArrowheads="1" noChangeShapeType="1" noTextEdit="1"/>
              </p:cNvSpPr>
              <p:nvPr/>
            </p:nvSpPr>
            <p:spPr>
              <a:xfrm>
                <a:off x="7550915" y="5092249"/>
                <a:ext cx="1163547" cy="646331"/>
              </a:xfrm>
              <a:prstGeom prst="rect">
                <a:avLst/>
              </a:prstGeom>
              <a:blipFill>
                <a:blip r:embed="rId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7879045B-EF2A-3367-E78F-5E273B037715}"/>
                  </a:ext>
                </a:extLst>
              </p:cNvPr>
              <p:cNvSpPr txBox="1"/>
              <p:nvPr/>
            </p:nvSpPr>
            <p:spPr>
              <a:xfrm>
                <a:off x="8253223" y="508563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1" name="CuadroTexto 10">
                <a:extLst>
                  <a:ext uri="{FF2B5EF4-FFF2-40B4-BE49-F238E27FC236}">
                    <a16:creationId xmlns:a16="http://schemas.microsoft.com/office/drawing/2014/main" id="{EEC38B18-CAAD-8EF4-F5B2-8F4D264CF420}"/>
                  </a:ext>
                </a:extLst>
              </p:cNvPr>
              <p:cNvSpPr txBox="1">
                <a:spLocks noRot="1" noChangeAspect="1" noMove="1" noResize="1" noEditPoints="1" noAdjustHandles="1" noChangeArrowheads="1" noChangeShapeType="1" noTextEdit="1"/>
              </p:cNvSpPr>
              <p:nvPr/>
            </p:nvSpPr>
            <p:spPr>
              <a:xfrm>
                <a:off x="8253223" y="5085635"/>
                <a:ext cx="1163547" cy="646331"/>
              </a:xfrm>
              <a:prstGeom prst="rect">
                <a:avLst/>
              </a:prstGeom>
              <a:blipFill>
                <a:blip r:embed="rId9"/>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35AF553-BD00-092B-0349-9A43A9B799E1}"/>
                  </a:ext>
                </a:extLst>
              </p:cNvPr>
              <p:cNvSpPr txBox="1"/>
              <p:nvPr/>
            </p:nvSpPr>
            <p:spPr>
              <a:xfrm>
                <a:off x="8985643" y="5079021"/>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12" name="CuadroTexto 11">
                <a:extLst>
                  <a:ext uri="{FF2B5EF4-FFF2-40B4-BE49-F238E27FC236}">
                    <a16:creationId xmlns:a16="http://schemas.microsoft.com/office/drawing/2014/main" id="{E1F3BBF1-5D4D-A94A-F719-9CC6CB8F66C1}"/>
                  </a:ext>
                </a:extLst>
              </p:cNvPr>
              <p:cNvSpPr txBox="1">
                <a:spLocks noRot="1" noChangeAspect="1" noMove="1" noResize="1" noEditPoints="1" noAdjustHandles="1" noChangeArrowheads="1" noChangeShapeType="1" noTextEdit="1"/>
              </p:cNvSpPr>
              <p:nvPr/>
            </p:nvSpPr>
            <p:spPr>
              <a:xfrm>
                <a:off x="8985643" y="5079021"/>
                <a:ext cx="1163547" cy="646331"/>
              </a:xfrm>
              <a:prstGeom prst="rect">
                <a:avLst/>
              </a:prstGeom>
              <a:blipFill>
                <a:blip r:embed="rId10"/>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9B61E217-1C26-48F1-44AB-4CC0A0F38B14}"/>
                  </a:ext>
                </a:extLst>
              </p:cNvPr>
              <p:cNvSpPr txBox="1"/>
              <p:nvPr/>
            </p:nvSpPr>
            <p:spPr>
              <a:xfrm>
                <a:off x="9694450" y="507240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6</m:t>
                      </m:r>
                    </m:oMath>
                  </m:oMathPara>
                </a14:m>
                <a:endParaRPr lang="es-ES" i="1" dirty="0"/>
              </a:p>
            </p:txBody>
          </p:sp>
        </mc:Choice>
        <mc:Fallback xmlns="">
          <p:sp>
            <p:nvSpPr>
              <p:cNvPr id="13" name="CuadroTexto 12">
                <a:extLst>
                  <a:ext uri="{FF2B5EF4-FFF2-40B4-BE49-F238E27FC236}">
                    <a16:creationId xmlns:a16="http://schemas.microsoft.com/office/drawing/2014/main" id="{7C800677-F09C-E087-48BC-BD2A3FF29052}"/>
                  </a:ext>
                </a:extLst>
              </p:cNvPr>
              <p:cNvSpPr txBox="1">
                <a:spLocks noRot="1" noChangeAspect="1" noMove="1" noResize="1" noEditPoints="1" noAdjustHandles="1" noChangeArrowheads="1" noChangeShapeType="1" noTextEdit="1"/>
              </p:cNvSpPr>
              <p:nvPr/>
            </p:nvSpPr>
            <p:spPr>
              <a:xfrm>
                <a:off x="9694450" y="5072407"/>
                <a:ext cx="1163547" cy="646331"/>
              </a:xfrm>
              <a:prstGeom prst="rect">
                <a:avLst/>
              </a:prstGeom>
              <a:blipFill>
                <a:blip r:embed="rId11"/>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D8F8CE67-AF65-6B70-6D28-E7EBECE79831}"/>
                  </a:ext>
                </a:extLst>
              </p:cNvPr>
              <p:cNvSpPr txBox="1"/>
              <p:nvPr/>
            </p:nvSpPr>
            <p:spPr>
              <a:xfrm>
                <a:off x="5374442" y="432170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14" name="CuadroTexto 13">
                <a:extLst>
                  <a:ext uri="{FF2B5EF4-FFF2-40B4-BE49-F238E27FC236}">
                    <a16:creationId xmlns:a16="http://schemas.microsoft.com/office/drawing/2014/main" id="{E8B8AA27-04CE-48E0-C85F-8CFE5C82A9DB}"/>
                  </a:ext>
                </a:extLst>
              </p:cNvPr>
              <p:cNvSpPr txBox="1">
                <a:spLocks noRot="1" noChangeAspect="1" noMove="1" noResize="1" noEditPoints="1" noAdjustHandles="1" noChangeArrowheads="1" noChangeShapeType="1" noTextEdit="1"/>
              </p:cNvSpPr>
              <p:nvPr/>
            </p:nvSpPr>
            <p:spPr>
              <a:xfrm>
                <a:off x="5374442" y="4321705"/>
                <a:ext cx="1163547" cy="646331"/>
              </a:xfrm>
              <a:prstGeom prst="rect">
                <a:avLst/>
              </a:prstGeom>
              <a:blipFill>
                <a:blip r:embed="rId12"/>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ABC0D176-29F5-4601-D2D3-370F6660A986}"/>
                  </a:ext>
                </a:extLst>
              </p:cNvPr>
              <p:cNvSpPr txBox="1"/>
              <p:nvPr/>
            </p:nvSpPr>
            <p:spPr>
              <a:xfrm>
                <a:off x="5374442" y="3605906"/>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2</m:t>
                      </m:r>
                    </m:oMath>
                  </m:oMathPara>
                </a14:m>
                <a:endParaRPr lang="es-ES" i="1" dirty="0"/>
              </a:p>
            </p:txBody>
          </p:sp>
        </mc:Choice>
        <mc:Fallback xmlns="">
          <p:sp>
            <p:nvSpPr>
              <p:cNvPr id="15" name="CuadroTexto 14">
                <a:extLst>
                  <a:ext uri="{FF2B5EF4-FFF2-40B4-BE49-F238E27FC236}">
                    <a16:creationId xmlns:a16="http://schemas.microsoft.com/office/drawing/2014/main" id="{C3E08CBD-7F10-6F94-64B8-03ECF57702E3}"/>
                  </a:ext>
                </a:extLst>
              </p:cNvPr>
              <p:cNvSpPr txBox="1">
                <a:spLocks noRot="1" noChangeAspect="1" noMove="1" noResize="1" noEditPoints="1" noAdjustHandles="1" noChangeArrowheads="1" noChangeShapeType="1" noTextEdit="1"/>
              </p:cNvSpPr>
              <p:nvPr/>
            </p:nvSpPr>
            <p:spPr>
              <a:xfrm>
                <a:off x="5374442" y="3605906"/>
                <a:ext cx="1163547" cy="646331"/>
              </a:xfrm>
              <a:prstGeom prst="rect">
                <a:avLst/>
              </a:prstGeom>
              <a:blipFill>
                <a:blip r:embed="rId13"/>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C20033B6-50A0-539C-3695-FC6B0F132381}"/>
                  </a:ext>
                </a:extLst>
              </p:cNvPr>
              <p:cNvSpPr txBox="1"/>
              <p:nvPr/>
            </p:nvSpPr>
            <p:spPr>
              <a:xfrm>
                <a:off x="5374442" y="2900774"/>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3</m:t>
                      </m:r>
                    </m:oMath>
                  </m:oMathPara>
                </a14:m>
                <a:endParaRPr lang="es-ES" i="1" dirty="0"/>
              </a:p>
            </p:txBody>
          </p:sp>
        </mc:Choice>
        <mc:Fallback xmlns="">
          <p:sp>
            <p:nvSpPr>
              <p:cNvPr id="17" name="CuadroTexto 16">
                <a:extLst>
                  <a:ext uri="{FF2B5EF4-FFF2-40B4-BE49-F238E27FC236}">
                    <a16:creationId xmlns:a16="http://schemas.microsoft.com/office/drawing/2014/main" id="{F62C824E-AE21-3790-C2F2-8A40725F5C28}"/>
                  </a:ext>
                </a:extLst>
              </p:cNvPr>
              <p:cNvSpPr txBox="1">
                <a:spLocks noRot="1" noChangeAspect="1" noMove="1" noResize="1" noEditPoints="1" noAdjustHandles="1" noChangeArrowheads="1" noChangeShapeType="1" noTextEdit="1"/>
              </p:cNvSpPr>
              <p:nvPr/>
            </p:nvSpPr>
            <p:spPr>
              <a:xfrm>
                <a:off x="5374442" y="2900774"/>
                <a:ext cx="1163547" cy="646331"/>
              </a:xfrm>
              <a:prstGeom prst="rect">
                <a:avLst/>
              </a:prstGeom>
              <a:blipFill>
                <a:blip r:embed="rId1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573BEC8-7F14-938C-68E0-22DC3210EB4A}"/>
                  </a:ext>
                </a:extLst>
              </p:cNvPr>
              <p:cNvSpPr txBox="1"/>
              <p:nvPr/>
            </p:nvSpPr>
            <p:spPr>
              <a:xfrm>
                <a:off x="5374442" y="2155295"/>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4</m:t>
                      </m:r>
                    </m:oMath>
                  </m:oMathPara>
                </a14:m>
                <a:endParaRPr lang="es-ES" i="1" dirty="0"/>
              </a:p>
            </p:txBody>
          </p:sp>
        </mc:Choice>
        <mc:Fallback xmlns="">
          <p:sp>
            <p:nvSpPr>
              <p:cNvPr id="19" name="CuadroTexto 18">
                <a:extLst>
                  <a:ext uri="{FF2B5EF4-FFF2-40B4-BE49-F238E27FC236}">
                    <a16:creationId xmlns:a16="http://schemas.microsoft.com/office/drawing/2014/main" id="{B34CFC7E-1C8C-42B7-5D42-96FD8C215596}"/>
                  </a:ext>
                </a:extLst>
              </p:cNvPr>
              <p:cNvSpPr txBox="1">
                <a:spLocks noRot="1" noChangeAspect="1" noMove="1" noResize="1" noEditPoints="1" noAdjustHandles="1" noChangeArrowheads="1" noChangeShapeType="1" noTextEdit="1"/>
              </p:cNvSpPr>
              <p:nvPr/>
            </p:nvSpPr>
            <p:spPr>
              <a:xfrm>
                <a:off x="5374442" y="2155295"/>
                <a:ext cx="1163547" cy="646331"/>
              </a:xfrm>
              <a:prstGeom prst="rect">
                <a:avLst/>
              </a:prstGeom>
              <a:blipFill>
                <a:blip r:embed="rId15"/>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8FECEED-0BF5-424A-9BDD-3C9B060968FE}"/>
                  </a:ext>
                </a:extLst>
              </p:cNvPr>
              <p:cNvSpPr txBox="1"/>
              <p:nvPr/>
            </p:nvSpPr>
            <p:spPr>
              <a:xfrm>
                <a:off x="5374441" y="1450163"/>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5</m:t>
                      </m:r>
                    </m:oMath>
                  </m:oMathPara>
                </a14:m>
                <a:endParaRPr lang="es-ES" i="1" dirty="0"/>
              </a:p>
            </p:txBody>
          </p:sp>
        </mc:Choice>
        <mc:Fallback xmlns="">
          <p:sp>
            <p:nvSpPr>
              <p:cNvPr id="20" name="CuadroTexto 19">
                <a:extLst>
                  <a:ext uri="{FF2B5EF4-FFF2-40B4-BE49-F238E27FC236}">
                    <a16:creationId xmlns:a16="http://schemas.microsoft.com/office/drawing/2014/main" id="{5ED52B63-3064-D299-002F-2D8D65779809}"/>
                  </a:ext>
                </a:extLst>
              </p:cNvPr>
              <p:cNvSpPr txBox="1">
                <a:spLocks noRot="1" noChangeAspect="1" noMove="1" noResize="1" noEditPoints="1" noAdjustHandles="1" noChangeArrowheads="1" noChangeShapeType="1" noTextEdit="1"/>
              </p:cNvSpPr>
              <p:nvPr/>
            </p:nvSpPr>
            <p:spPr>
              <a:xfrm>
                <a:off x="5374441" y="1450163"/>
                <a:ext cx="1163547" cy="646331"/>
              </a:xfrm>
              <a:prstGeom prst="rect">
                <a:avLst/>
              </a:prstGeom>
              <a:blipFill>
                <a:blip r:embed="rId16"/>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13013934-0DC5-3E6A-6153-44C87DB023BD}"/>
              </a:ext>
            </a:extLst>
          </p:cNvPr>
          <p:cNvCxnSpPr>
            <a:cxnSpLocks/>
          </p:cNvCxnSpPr>
          <p:nvPr/>
        </p:nvCxnSpPr>
        <p:spPr>
          <a:xfrm flipV="1">
            <a:off x="6141374" y="5088589"/>
            <a:ext cx="5040000" cy="10272"/>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7B77B04F-4E48-BAB3-81A2-289A830201A7}"/>
              </a:ext>
            </a:extLst>
          </p:cNvPr>
          <p:cNvCxnSpPr>
            <a:cxnSpLocks/>
          </p:cNvCxnSpPr>
          <p:nvPr/>
        </p:nvCxnSpPr>
        <p:spPr>
          <a:xfrm flipV="1">
            <a:off x="6172432" y="791809"/>
            <a:ext cx="0" cy="4320000"/>
          </a:xfrm>
          <a:prstGeom prst="straightConnector1">
            <a:avLst/>
          </a:prstGeom>
          <a:ln w="508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7A74566-947E-C33A-23E5-855C4B7B2F00}"/>
                  </a:ext>
                </a:extLst>
              </p:cNvPr>
              <p:cNvSpPr txBox="1"/>
              <p:nvPr/>
            </p:nvSpPr>
            <p:spPr>
              <a:xfrm>
                <a:off x="5299099" y="5798233"/>
                <a:ext cx="1163547" cy="646331"/>
              </a:xfrm>
              <a:prstGeom prst="rect">
                <a:avLst/>
              </a:prstGeom>
              <a:noFill/>
            </p:spPr>
            <p:txBody>
              <a:bodyPr wrap="square">
                <a:spAutoFit/>
              </a:bodyPr>
              <a:lstStyle/>
              <a:p>
                <a:pPr/>
                <a14:m>
                  <m:oMathPara xmlns:m="http://schemas.openxmlformats.org/officeDocument/2006/math">
                    <m:oMath>
                      <m:r>
                        <a:rPr lang="es-ES" sz="3600" i="1" noProof="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3" name="CuadroTexto 22">
                <a:extLst>
                  <a:ext uri="{FF2B5EF4-FFF2-40B4-BE49-F238E27FC236}">
                    <a16:creationId xmlns:a16="http://schemas.microsoft.com/office/drawing/2014/main" id="{D5E66AF1-8BAE-A953-420D-F2676AE42E7E}"/>
                  </a:ext>
                </a:extLst>
              </p:cNvPr>
              <p:cNvSpPr txBox="1">
                <a:spLocks noRot="1" noChangeAspect="1" noMove="1" noResize="1" noEditPoints="1" noAdjustHandles="1" noChangeArrowheads="1" noChangeShapeType="1" noTextEdit="1"/>
              </p:cNvSpPr>
              <p:nvPr/>
            </p:nvSpPr>
            <p:spPr>
              <a:xfrm>
                <a:off x="5299099" y="5798233"/>
                <a:ext cx="1163547" cy="646331"/>
              </a:xfrm>
              <a:prstGeom prst="rect">
                <a:avLst/>
              </a:prstGeom>
              <a:blipFill>
                <a:blip r:embed="rId17"/>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F6AC5E7E-4DC9-FE4A-5239-4EDD6DBA34B6}"/>
                  </a:ext>
                </a:extLst>
              </p:cNvPr>
              <p:cNvSpPr txBox="1"/>
              <p:nvPr/>
            </p:nvSpPr>
            <p:spPr>
              <a:xfrm>
                <a:off x="6107046" y="5085637"/>
                <a:ext cx="1163547" cy="646331"/>
              </a:xfrm>
              <a:prstGeom prst="rect">
                <a:avLst/>
              </a:prstGeom>
              <a:noFill/>
            </p:spPr>
            <p:txBody>
              <a:bodyPr wrap="square">
                <a:spAutoFit/>
              </a:bodyPr>
              <a:lstStyle/>
              <a:p>
                <a:pPr/>
                <a14:m>
                  <m:oMathPara xmlns:m="http://schemas.openxmlformats.org/officeDocument/2006/math">
                    <m:oMath>
                      <m:r>
                        <a:rPr lang="es-ES" sz="3600" b="0" i="1" noProof="0" smtClean="0">
                          <a:latin typeface="Cambria Math" panose="02040503050406030204" pitchFamily="18" charset="0"/>
                        </a:rPr>
                        <m:t>1</m:t>
                      </m:r>
                    </m:oMath>
                  </m:oMathPara>
                </a14:m>
                <a:endParaRPr lang="es-ES" i="1" dirty="0"/>
              </a:p>
            </p:txBody>
          </p:sp>
        </mc:Choice>
        <mc:Fallback xmlns="">
          <p:sp>
            <p:nvSpPr>
              <p:cNvPr id="24" name="CuadroTexto 23">
                <a:extLst>
                  <a:ext uri="{FF2B5EF4-FFF2-40B4-BE49-F238E27FC236}">
                    <a16:creationId xmlns:a16="http://schemas.microsoft.com/office/drawing/2014/main" id="{97A4EF5E-71C9-3EEF-CCFE-5F643EF3B8EB}"/>
                  </a:ext>
                </a:extLst>
              </p:cNvPr>
              <p:cNvSpPr txBox="1">
                <a:spLocks noRot="1" noChangeAspect="1" noMove="1" noResize="1" noEditPoints="1" noAdjustHandles="1" noChangeArrowheads="1" noChangeShapeType="1" noTextEdit="1"/>
              </p:cNvSpPr>
              <p:nvPr/>
            </p:nvSpPr>
            <p:spPr>
              <a:xfrm>
                <a:off x="6107046" y="5085637"/>
                <a:ext cx="1163547" cy="646331"/>
              </a:xfrm>
              <a:prstGeom prst="rect">
                <a:avLst/>
              </a:prstGeom>
              <a:blipFill>
                <a:blip r:embed="rId18"/>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603CF2BA-4EB1-9C84-17FB-939C868F3A12}"/>
                  </a:ext>
                </a:extLst>
              </p:cNvPr>
              <p:cNvSpPr txBox="1"/>
              <p:nvPr/>
            </p:nvSpPr>
            <p:spPr>
              <a:xfrm>
                <a:off x="4574396" y="5090854"/>
                <a:ext cx="1163547" cy="646331"/>
              </a:xfrm>
              <a:prstGeom prst="rect">
                <a:avLst/>
              </a:prstGeom>
              <a:noFill/>
            </p:spPr>
            <p:txBody>
              <a:bodyPr wrap="square">
                <a:spAutoFit/>
              </a:bodyPr>
              <a:lstStyle/>
              <a:p>
                <a:pPr/>
                <a14:m>
                  <m:oMathPara xmlns:m="http://schemas.openxmlformats.org/officeDocument/2006/math">
                    <m:oMath>
                      <m:r>
                        <a:rPr lang="es-ES" sz="3600" b="0" i="1" smtClean="0">
                          <a:latin typeface="Cambria Math" panose="02040503050406030204" pitchFamily="18" charset="0"/>
                        </a:rPr>
                        <m:t>−</m:t>
                      </m:r>
                      <m:r>
                        <a:rPr lang="es-ES" sz="3600" b="0" i="1" noProof="0" smtClean="0">
                          <a:latin typeface="Cambria Math" panose="02040503050406030204" pitchFamily="18" charset="0"/>
                        </a:rPr>
                        <m:t>1</m:t>
                      </m:r>
                    </m:oMath>
                  </m:oMathPara>
                </a14:m>
                <a:endParaRPr lang="es-ES" i="1" dirty="0"/>
              </a:p>
            </p:txBody>
          </p:sp>
        </mc:Choice>
        <mc:Fallback xmlns="">
          <p:sp>
            <p:nvSpPr>
              <p:cNvPr id="28" name="CuadroTexto 27">
                <a:extLst>
                  <a:ext uri="{FF2B5EF4-FFF2-40B4-BE49-F238E27FC236}">
                    <a16:creationId xmlns:a16="http://schemas.microsoft.com/office/drawing/2014/main" id="{35B106F4-82C9-55CF-A529-F4B0698D31B0}"/>
                  </a:ext>
                </a:extLst>
              </p:cNvPr>
              <p:cNvSpPr txBox="1">
                <a:spLocks noRot="1" noChangeAspect="1" noMove="1" noResize="1" noEditPoints="1" noAdjustHandles="1" noChangeArrowheads="1" noChangeShapeType="1" noTextEdit="1"/>
              </p:cNvSpPr>
              <p:nvPr/>
            </p:nvSpPr>
            <p:spPr>
              <a:xfrm>
                <a:off x="4574396" y="5090854"/>
                <a:ext cx="1163547" cy="646331"/>
              </a:xfrm>
              <a:prstGeom prst="rect">
                <a:avLst/>
              </a:prstGeom>
              <a:blipFill>
                <a:blip r:embed="rId19"/>
                <a:stretch>
                  <a:fillRect/>
                </a:stretch>
              </a:blipFill>
            </p:spPr>
            <p:txBody>
              <a:bodyPr/>
              <a:lstStyle/>
              <a:p>
                <a:r>
                  <a:rPr lang="es-ES">
                    <a:noFill/>
                  </a:rPr>
                  <a:t> </a:t>
                </a:r>
              </a:p>
            </p:txBody>
          </p:sp>
        </mc:Fallback>
      </mc:AlternateContent>
      <p:sp>
        <p:nvSpPr>
          <p:cNvPr id="31" name="Elipse 30">
            <a:extLst>
              <a:ext uri="{FF2B5EF4-FFF2-40B4-BE49-F238E27FC236}">
                <a16:creationId xmlns:a16="http://schemas.microsoft.com/office/drawing/2014/main" id="{EE15926B-F19C-23F1-885A-9E1DFCC3B2A2}"/>
              </a:ext>
            </a:extLst>
          </p:cNvPr>
          <p:cNvSpPr/>
          <p:nvPr/>
        </p:nvSpPr>
        <p:spPr>
          <a:xfrm>
            <a:off x="9715915" y="4198237"/>
            <a:ext cx="108000" cy="108000"/>
          </a:xfrm>
          <a:prstGeom prst="ellipse">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27" name="Marcador de contenido 2">
                <a:extLst>
                  <a:ext uri="{FF2B5EF4-FFF2-40B4-BE49-F238E27FC236}">
                    <a16:creationId xmlns:a16="http://schemas.microsoft.com/office/drawing/2014/main" id="{1372E463-08CF-6628-E601-52707C9A54AC}"/>
                  </a:ext>
                </a:extLst>
              </p:cNvPr>
              <p:cNvSpPr>
                <a:spLocks noGrp="1"/>
              </p:cNvSpPr>
              <p:nvPr>
                <p:ph idx="1"/>
              </p:nvPr>
            </p:nvSpPr>
            <p:spPr>
              <a:xfrm>
                <a:off x="629412" y="1522914"/>
                <a:ext cx="4117249" cy="4788985"/>
              </a:xfrm>
            </p:spPr>
            <p:txBody>
              <a:bodyPr>
                <a:noAutofit/>
              </a:bodyPr>
              <a:lstStyle/>
              <a:p>
                <a:pPr marL="0" indent="0" algn="ctr">
                  <a:buClr>
                    <a:srgbClr val="0070C0"/>
                  </a:buClr>
                  <a:buSzPct val="100000"/>
                  <a:buNone/>
                </a:pPr>
                <a:endParaRPr lang="en-US" sz="3600" noProof="0" dirty="0">
                  <a:latin typeface="Gill Sans Nova" panose="020B0602020104020203" pitchFamily="34" charset="0"/>
                </a:endParaRPr>
              </a:p>
              <a:p>
                <a:pPr marL="0" indent="0" algn="ctr">
                  <a:buClr>
                    <a:srgbClr val="0070C0"/>
                  </a:buClr>
                  <a:buSzPct val="100000"/>
                  <a:buNone/>
                </a:pPr>
                <a:r>
                  <a:rPr lang="en-US" sz="3600" noProof="0" dirty="0">
                    <a:latin typeface="Gill Sans Nova" panose="020B0602020104020203" pitchFamily="34" charset="0"/>
                  </a:rPr>
                  <a:t>Optimal solution:</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𝒙</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𝟓</m:t>
                      </m:r>
                    </m:oMath>
                  </m:oMathPara>
                </a14:m>
                <a:endParaRPr lang="en-US" sz="3600" b="1" noProof="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𝒚</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smtClean="0">
                          <a:solidFill>
                            <a:srgbClr val="0070C0"/>
                          </a:solidFill>
                          <a:latin typeface="Cambria Math" panose="02040503050406030204" pitchFamily="18" charset="0"/>
                        </a:rPr>
                        <m:t>𝟏</m:t>
                      </m:r>
                      <m:r>
                        <a:rPr lang="es-ES" sz="3600" b="1" i="0" smtClean="0">
                          <a:solidFill>
                            <a:srgbClr val="0070C0"/>
                          </a:solidFill>
                          <a:latin typeface="Cambria Math" panose="02040503050406030204" pitchFamily="18" charset="0"/>
                        </a:rPr>
                        <m:t>.</m:t>
                      </m:r>
                      <m:r>
                        <a:rPr lang="es-ES" sz="3600" b="1" i="0" smtClean="0">
                          <a:solidFill>
                            <a:srgbClr val="0070C0"/>
                          </a:solidFill>
                          <a:latin typeface="Cambria Math" panose="02040503050406030204" pitchFamily="18" charset="0"/>
                        </a:rPr>
                        <m:t>𝟐𝟓</m:t>
                      </m:r>
                    </m:oMath>
                  </m:oMathPara>
                </a14:m>
                <a:endParaRPr lang="en-US" sz="3600" b="1" noProof="0" dirty="0">
                  <a:solidFill>
                    <a:srgbClr val="0070C0"/>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1" i="1" noProof="0" smtClean="0">
                              <a:solidFill>
                                <a:srgbClr val="0070C0"/>
                              </a:solidFill>
                              <a:latin typeface="Cambria Math" panose="02040503050406030204" pitchFamily="18" charset="0"/>
                            </a:rPr>
                          </m:ctrlPr>
                        </m:sSupPr>
                        <m:e>
                          <m:r>
                            <a:rPr lang="en-US" sz="3600" b="1" i="1" noProof="0" smtClean="0">
                              <a:solidFill>
                                <a:srgbClr val="0070C0"/>
                              </a:solidFill>
                              <a:latin typeface="Cambria Math" panose="02040503050406030204" pitchFamily="18" charset="0"/>
                            </a:rPr>
                            <m:t>𝒛</m:t>
                          </m:r>
                        </m:e>
                        <m:sup>
                          <m:r>
                            <a:rPr lang="en-US" sz="3600" b="1" i="0" noProof="0" smtClean="0">
                              <a:solidFill>
                                <a:srgbClr val="0070C0"/>
                              </a:solidFill>
                              <a:latin typeface="Cambria Math" panose="02040503050406030204" pitchFamily="18" charset="0"/>
                            </a:rPr>
                            <m:t>∗</m:t>
                          </m:r>
                        </m:sup>
                      </m:sSup>
                      <m:r>
                        <a:rPr lang="en-U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𝟏𝟏</m:t>
                      </m:r>
                      <m:r>
                        <a:rPr lang="es-ES" sz="3600" b="1" i="0" noProof="0" smtClean="0">
                          <a:solidFill>
                            <a:srgbClr val="0070C0"/>
                          </a:solidFill>
                          <a:latin typeface="Cambria Math" panose="02040503050406030204" pitchFamily="18" charset="0"/>
                        </a:rPr>
                        <m:t>.</m:t>
                      </m:r>
                      <m:r>
                        <a:rPr lang="es-ES" sz="3600" b="1" i="0" noProof="0" smtClean="0">
                          <a:solidFill>
                            <a:srgbClr val="0070C0"/>
                          </a:solidFill>
                          <a:latin typeface="Cambria Math" panose="02040503050406030204" pitchFamily="18" charset="0"/>
                        </a:rPr>
                        <m:t>𝟐𝟓</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mc:Choice>
        <mc:Fallback xmlns="">
          <p:sp>
            <p:nvSpPr>
              <p:cNvPr id="27" name="Marcador de contenido 2">
                <a:extLst>
                  <a:ext uri="{FF2B5EF4-FFF2-40B4-BE49-F238E27FC236}">
                    <a16:creationId xmlns:a16="http://schemas.microsoft.com/office/drawing/2014/main" id="{1372E463-08CF-6628-E601-52707C9A54AC}"/>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20"/>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3778166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FB6DD-BA11-2685-52D8-5FEF57F54A6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F18630-3C4B-E4DF-099D-ABD83637EBFB}"/>
              </a:ext>
            </a:extLst>
          </p:cNvPr>
          <p:cNvSpPr>
            <a:spLocks noGrp="1"/>
          </p:cNvSpPr>
          <p:nvPr>
            <p:ph type="title"/>
          </p:nvPr>
        </p:nvSpPr>
        <p:spPr>
          <a:xfrm>
            <a:off x="1265578" y="844748"/>
            <a:ext cx="9660843" cy="5168504"/>
          </a:xfrm>
        </p:spPr>
        <p:txBody>
          <a:bodyPr>
            <a:noAutofit/>
          </a:bodyPr>
          <a:lstStyle/>
          <a:p>
            <a:pPr algn="ctr"/>
            <a:r>
              <a:rPr lang="en-US" sz="8800" dirty="0">
                <a:latin typeface="Gill Sans Nova" panose="020B0602020104020203" pitchFamily="34" charset="0"/>
              </a:rPr>
              <a:t>6. Optimization Software</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10BB8C6D-CBEE-94A6-30A3-2039E8101A53}"/>
              </a:ext>
            </a:extLst>
          </p:cNvPr>
          <p:cNvSpPr>
            <a:spLocks noGrp="1"/>
          </p:cNvSpPr>
          <p:nvPr>
            <p:ph type="sldNum" sz="quarter" idx="12"/>
          </p:nvPr>
        </p:nvSpPr>
        <p:spPr/>
        <p:txBody>
          <a:bodyPr/>
          <a:lstStyle/>
          <a:p>
            <a:fld id="{5A84F577-29EB-44E5-8782-4BD1CF8B9235}" type="slidenum">
              <a:rPr lang="en-US" noProof="0" smtClean="0"/>
              <a:t>99</a:t>
            </a:fld>
            <a:endParaRPr lang="en-US" noProof="0" dirty="0"/>
          </a:p>
        </p:txBody>
      </p:sp>
    </p:spTree>
    <p:extLst>
      <p:ext uri="{BB962C8B-B14F-4D97-AF65-F5344CB8AC3E}">
        <p14:creationId xmlns:p14="http://schemas.microsoft.com/office/powerpoint/2010/main" val="36162335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B9F93-88D5-7926-A7B9-A55C9EA2D947}"/>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2BA15E02-3488-0AC5-FA1B-5AF4A84A825A}"/>
              </a:ext>
            </a:extLst>
          </p:cNvPr>
          <p:cNvSpPr>
            <a:spLocks noGrp="1"/>
          </p:cNvSpPr>
          <p:nvPr>
            <p:ph type="title"/>
          </p:nvPr>
        </p:nvSpPr>
        <p:spPr>
          <a:xfrm>
            <a:off x="420625" y="254955"/>
            <a:ext cx="5827775" cy="686433"/>
          </a:xfrm>
        </p:spPr>
        <p:txBody>
          <a:bodyPr>
            <a:noAutofit/>
          </a:bodyPr>
          <a:lstStyle/>
          <a:p>
            <a:r>
              <a:rPr lang="en-US" sz="4800" noProof="0" dirty="0">
                <a:latin typeface="Gill Sans Nova" panose="020B0602020104020203" pitchFamily="34" charset="0"/>
              </a:rPr>
              <a:t>Optimization Software</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7F84E7C-E318-30C0-7479-8B21FB7E7A0B}"/>
              </a:ext>
            </a:extLst>
          </p:cNvPr>
          <p:cNvSpPr/>
          <p:nvPr/>
        </p:nvSpPr>
        <p:spPr>
          <a:xfrm>
            <a:off x="420625" y="941380"/>
            <a:ext cx="58277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EFFC8AC6-D63F-67BF-429F-6234BCD16E7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100</a:t>
            </a:fld>
            <a:endParaRPr lang="en-US" noProof="0" dirty="0"/>
          </a:p>
        </p:txBody>
      </p:sp>
      <p:sp>
        <p:nvSpPr>
          <p:cNvPr id="4" name="Marcador de contenido 2">
            <a:extLst>
              <a:ext uri="{FF2B5EF4-FFF2-40B4-BE49-F238E27FC236}">
                <a16:creationId xmlns:a16="http://schemas.microsoft.com/office/drawing/2014/main" id="{2FF5A09F-C04A-8E2B-4A13-E5F8BC958F8E}"/>
              </a:ext>
            </a:extLst>
          </p:cNvPr>
          <p:cNvSpPr txBox="1">
            <a:spLocks/>
          </p:cNvSpPr>
          <p:nvPr/>
        </p:nvSpPr>
        <p:spPr>
          <a:xfrm>
            <a:off x="629412" y="1600872"/>
            <a:ext cx="10933176" cy="48888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t>
            </a:r>
            <a:r>
              <a:rPr lang="es-ES" sz="3600" b="1" dirty="0">
                <a:solidFill>
                  <a:srgbClr val="0070C0"/>
                </a:solidFill>
                <a:latin typeface="Gill Sans Nova" panose="020B0602020104020203" pitchFamily="34" charset="0"/>
              </a:rPr>
              <a:t>GAMS</a:t>
            </a:r>
            <a:r>
              <a:rPr lang="es-ES" sz="3600" dirty="0">
                <a:latin typeface="Gill Sans Nova" panose="020B0602020104020203" pitchFamily="34" charset="0"/>
              </a:rPr>
              <a:t>: </a:t>
            </a:r>
            <a:r>
              <a:rPr lang="en-US" sz="3600" dirty="0">
                <a:latin typeface="Gill Sans Nova" panose="020B0602020104020203" pitchFamily="34" charset="0"/>
              </a:rPr>
              <a:t>General Algebraic Modeling System.</a:t>
            </a:r>
            <a:endParaRPr lang="es-ES" sz="3600" b="1" dirty="0">
              <a:solidFill>
                <a:srgbClr val="0070C0"/>
              </a:solidFill>
              <a:latin typeface="Gill Sans Nova" panose="020B0602020104020203" pitchFamily="34" charset="0"/>
            </a:endParaRP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b="1" dirty="0">
                <a:solidFill>
                  <a:srgbClr val="0070C0"/>
                </a:solidFill>
                <a:latin typeface="Gill Sans Nova" panose="020B0602020104020203" pitchFamily="34" charset="0"/>
              </a:rPr>
              <a:t> </a:t>
            </a:r>
            <a:r>
              <a:rPr lang="es-ES" sz="3600" dirty="0" err="1">
                <a:latin typeface="Gill Sans Nova" panose="020B0602020104020203" pitchFamily="34" charset="0"/>
              </a:rPr>
              <a:t>Pyomo</a:t>
            </a:r>
            <a:r>
              <a:rPr lang="es-ES" sz="3600" dirty="0">
                <a:latin typeface="Gill Sans Nova" panose="020B0602020104020203" pitchFamily="34" charset="0"/>
              </a:rPr>
              <a:t>.</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AMPL.</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AIMMS.</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JuMP.</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t>
            </a:r>
          </a:p>
        </p:txBody>
      </p:sp>
    </p:spTree>
    <p:extLst>
      <p:ext uri="{BB962C8B-B14F-4D97-AF65-F5344CB8AC3E}">
        <p14:creationId xmlns:p14="http://schemas.microsoft.com/office/powerpoint/2010/main" val="36471233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892F-EC4C-EAFC-33C4-0A82BCAA150E}"/>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FD8C0588-31C3-BE60-FAFE-329E889B92EA}"/>
              </a:ext>
            </a:extLst>
          </p:cNvPr>
          <p:cNvSpPr>
            <a:spLocks noGrp="1"/>
          </p:cNvSpPr>
          <p:nvPr>
            <p:ph type="title"/>
          </p:nvPr>
        </p:nvSpPr>
        <p:spPr>
          <a:xfrm>
            <a:off x="420624" y="254955"/>
            <a:ext cx="1814575" cy="686433"/>
          </a:xfrm>
        </p:spPr>
        <p:txBody>
          <a:bodyPr>
            <a:noAutofit/>
          </a:bodyPr>
          <a:lstStyle/>
          <a:p>
            <a:r>
              <a:rPr lang="en-US" sz="4800" dirty="0">
                <a:latin typeface="Gill Sans Nova" panose="020B0602020104020203" pitchFamily="34" charset="0"/>
              </a:rPr>
              <a:t>GAMS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C521E4AD-4ABA-D968-EB72-09387A08FFD1}"/>
              </a:ext>
            </a:extLst>
          </p:cNvPr>
          <p:cNvSpPr/>
          <p:nvPr/>
        </p:nvSpPr>
        <p:spPr>
          <a:xfrm>
            <a:off x="420625" y="941379"/>
            <a:ext cx="18145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9885247C-07D6-1760-F608-4A7F7888B11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101</a:t>
            </a:fld>
            <a:endParaRPr lang="en-US" noProof="0" dirty="0"/>
          </a:p>
        </p:txBody>
      </p:sp>
      <p:sp>
        <p:nvSpPr>
          <p:cNvPr id="4" name="Marcador de contenido 2">
            <a:extLst>
              <a:ext uri="{FF2B5EF4-FFF2-40B4-BE49-F238E27FC236}">
                <a16:creationId xmlns:a16="http://schemas.microsoft.com/office/drawing/2014/main" id="{D1465AF2-1D51-0F0D-931C-458CEF41239A}"/>
              </a:ext>
            </a:extLst>
          </p:cNvPr>
          <p:cNvSpPr txBox="1">
            <a:spLocks/>
          </p:cNvSpPr>
          <p:nvPr/>
        </p:nvSpPr>
        <p:spPr>
          <a:xfrm>
            <a:off x="629412" y="1723109"/>
            <a:ext cx="10933176" cy="45760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0070C0"/>
              </a:buClr>
              <a:buSzPct val="100000"/>
              <a:buFont typeface="Arial" panose="020B0604020202020204" pitchFamily="34" charset="0"/>
              <a:buNone/>
            </a:pPr>
            <a:r>
              <a:rPr lang="es-ES" sz="3600" dirty="0" err="1">
                <a:latin typeface="Gill Sans Nova" panose="020B0602020104020203" pitchFamily="34" charset="0"/>
              </a:rPr>
              <a:t>Get</a:t>
            </a:r>
            <a:r>
              <a:rPr lang="es-ES" sz="3600" dirty="0">
                <a:latin typeface="Gill Sans Nova" panose="020B0602020104020203" pitchFamily="34" charset="0"/>
              </a:rPr>
              <a:t> </a:t>
            </a:r>
            <a:r>
              <a:rPr lang="es-ES" sz="3600" dirty="0" err="1">
                <a:latin typeface="Gill Sans Nova" panose="020B0602020104020203" pitchFamily="34" charset="0"/>
              </a:rPr>
              <a:t>started</a:t>
            </a:r>
            <a:r>
              <a:rPr lang="es-ES" sz="3600" dirty="0">
                <a:latin typeface="Gill Sans Nova" panose="020B0602020104020203" pitchFamily="34" charset="0"/>
              </a:rPr>
              <a:t>: </a:t>
            </a:r>
          </a:p>
          <a:p>
            <a:pPr marL="0" indent="0" algn="just">
              <a:buClr>
                <a:srgbClr val="0070C0"/>
              </a:buClr>
              <a:buSzPct val="100000"/>
              <a:buFont typeface="Arial" panose="020B0604020202020204" pitchFamily="34" charset="0"/>
              <a:buNone/>
            </a:pPr>
            <a:r>
              <a:rPr lang="es-ES" sz="3600" dirty="0">
                <a:solidFill>
                  <a:srgbClr val="0070C0"/>
                </a:solidFill>
                <a:latin typeface="Gill Sans Nova" panose="020B0602020104020203" pitchFamily="34" charset="0"/>
              </a:rPr>
              <a:t>https://www.gams.com/free-licenses/#get-started</a:t>
            </a:r>
          </a:p>
          <a:p>
            <a:pPr marL="0" indent="0" algn="just">
              <a:buClr>
                <a:srgbClr val="0070C0"/>
              </a:buClr>
              <a:buSzPct val="100000"/>
              <a:buFont typeface="Arial" panose="020B0604020202020204" pitchFamily="34" charset="0"/>
              <a:buNone/>
            </a:pPr>
            <a:endParaRPr lang="es-ES" sz="1800" dirty="0">
              <a:latin typeface="Gill Sans Nova" panose="020B0602020104020203" pitchFamily="34" charset="0"/>
            </a:endParaRPr>
          </a:p>
          <a:p>
            <a:pPr marL="0" indent="0" algn="just">
              <a:buClr>
                <a:srgbClr val="0070C0"/>
              </a:buClr>
              <a:buSzPct val="100000"/>
              <a:buFont typeface="Arial" panose="020B0604020202020204" pitchFamily="34" charset="0"/>
              <a:buNone/>
            </a:pPr>
            <a:r>
              <a:rPr lang="es-ES" sz="3600" dirty="0" err="1">
                <a:latin typeface="Gill Sans Nova" panose="020B0602020104020203" pitchFamily="34" charset="0"/>
              </a:rPr>
              <a:t>Download</a:t>
            </a:r>
            <a:r>
              <a:rPr lang="es-ES" sz="3600" dirty="0">
                <a:latin typeface="Gill Sans Nova" panose="020B0602020104020203" pitchFamily="34" charset="0"/>
              </a:rPr>
              <a:t>:</a:t>
            </a:r>
          </a:p>
          <a:p>
            <a:pPr marL="0" indent="0" algn="just">
              <a:buClr>
                <a:srgbClr val="0070C0"/>
              </a:buClr>
              <a:buSzPct val="100000"/>
              <a:buNone/>
            </a:pPr>
            <a:r>
              <a:rPr lang="es-ES" sz="3600" dirty="0">
                <a:solidFill>
                  <a:srgbClr val="0070C0"/>
                </a:solidFill>
                <a:latin typeface="Gill Sans Nova" panose="020B0602020104020203" pitchFamily="34" charset="0"/>
              </a:rPr>
              <a:t>https://www.gams.com/download/</a:t>
            </a:r>
          </a:p>
          <a:p>
            <a:pPr marL="0" indent="0" algn="just">
              <a:buClr>
                <a:srgbClr val="0070C0"/>
              </a:buClr>
              <a:buSzPct val="100000"/>
              <a:buNone/>
            </a:pPr>
            <a:endParaRPr lang="es-ES" sz="1800" dirty="0">
              <a:latin typeface="Gill Sans Nova" panose="020B0602020104020203" pitchFamily="34" charset="0"/>
            </a:endParaRPr>
          </a:p>
          <a:p>
            <a:pPr marL="0" indent="0" algn="just">
              <a:buClr>
                <a:srgbClr val="0070C0"/>
              </a:buClr>
              <a:buSzPct val="100000"/>
              <a:buNone/>
            </a:pPr>
            <a:r>
              <a:rPr lang="es-ES" sz="3600" dirty="0" err="1">
                <a:latin typeface="Gill Sans Nova" panose="020B0602020104020203" pitchFamily="34" charset="0"/>
              </a:rPr>
              <a:t>Documentation</a:t>
            </a:r>
            <a:r>
              <a:rPr lang="es-ES" sz="3600" dirty="0">
                <a:latin typeface="Gill Sans Nova" panose="020B0602020104020203" pitchFamily="34" charset="0"/>
              </a:rPr>
              <a:t>:</a:t>
            </a:r>
          </a:p>
          <a:p>
            <a:pPr marL="0" indent="0" algn="just">
              <a:buClr>
                <a:srgbClr val="0070C0"/>
              </a:buClr>
              <a:buSzPct val="100000"/>
              <a:buNone/>
            </a:pPr>
            <a:r>
              <a:rPr lang="es-ES" sz="3600" dirty="0">
                <a:solidFill>
                  <a:srgbClr val="0070C0"/>
                </a:solidFill>
                <a:latin typeface="Gill Sans Nova" panose="020B0602020104020203" pitchFamily="34" charset="0"/>
              </a:rPr>
              <a:t>https://www.gams.com/latest/docs/index.html</a:t>
            </a:r>
          </a:p>
          <a:p>
            <a:pPr marL="0" indent="0" algn="just">
              <a:buClr>
                <a:srgbClr val="0070C0"/>
              </a:buClr>
              <a:buSzPct val="100000"/>
              <a:buNone/>
            </a:pPr>
            <a:endParaRPr lang="es-ES" sz="3600" dirty="0">
              <a:latin typeface="Gill Sans Nova" panose="020B0602020104020203" pitchFamily="34" charset="0"/>
            </a:endParaRPr>
          </a:p>
          <a:p>
            <a:pPr marL="0" indent="0" algn="just">
              <a:buClr>
                <a:srgbClr val="0070C0"/>
              </a:buClr>
              <a:buSzPct val="100000"/>
              <a:buNone/>
            </a:pPr>
            <a:endParaRPr lang="es-ES" sz="3600" dirty="0">
              <a:latin typeface="Gill Sans Nova" panose="020B0602020104020203" pitchFamily="34" charset="0"/>
            </a:endParaRPr>
          </a:p>
        </p:txBody>
      </p:sp>
      <p:pic>
        <p:nvPicPr>
          <p:cNvPr id="5" name="Imagen 4" descr="Un dibujo de una cara feliz&#10;&#10;Descripción generada automáticamente con confianza baja">
            <a:extLst>
              <a:ext uri="{FF2B5EF4-FFF2-40B4-BE49-F238E27FC236}">
                <a16:creationId xmlns:a16="http://schemas.microsoft.com/office/drawing/2014/main" id="{C0A8D264-C50E-B1B4-A364-E083DF5661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19095" y="416708"/>
            <a:ext cx="3552280" cy="1049341"/>
          </a:xfrm>
          <a:prstGeom prst="rect">
            <a:avLst/>
          </a:prstGeom>
        </p:spPr>
      </p:pic>
    </p:spTree>
    <p:extLst>
      <p:ext uri="{BB962C8B-B14F-4D97-AF65-F5344CB8AC3E}">
        <p14:creationId xmlns:p14="http://schemas.microsoft.com/office/powerpoint/2010/main" val="24676089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5847-ED0A-B38A-AC74-77A293538124}"/>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6DD1EAB6-15B6-54C7-67F5-F7BD10C2466F}"/>
              </a:ext>
            </a:extLst>
          </p:cNvPr>
          <p:cNvSpPr>
            <a:spLocks noGrp="1"/>
          </p:cNvSpPr>
          <p:nvPr>
            <p:ph type="title"/>
          </p:nvPr>
        </p:nvSpPr>
        <p:spPr>
          <a:xfrm>
            <a:off x="420626" y="254955"/>
            <a:ext cx="1966974" cy="686433"/>
          </a:xfrm>
        </p:spPr>
        <p:txBody>
          <a:bodyPr>
            <a:noAutofit/>
          </a:bodyPr>
          <a:lstStyle/>
          <a:p>
            <a:r>
              <a:rPr lang="en-US" sz="4800" dirty="0">
                <a:latin typeface="Gill Sans Nova" panose="020B0602020104020203" pitchFamily="34" charset="0"/>
              </a:rPr>
              <a:t>Solvers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25CEE09-5439-24BB-B3B2-2E1E35A1A736}"/>
              </a:ext>
            </a:extLst>
          </p:cNvPr>
          <p:cNvSpPr/>
          <p:nvPr/>
        </p:nvSpPr>
        <p:spPr>
          <a:xfrm>
            <a:off x="420626" y="941380"/>
            <a:ext cx="19669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4FB7C998-5FB8-3A89-168C-25CB738C6D8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102</a:t>
            </a:fld>
            <a:endParaRPr lang="en-US" noProof="0" dirty="0"/>
          </a:p>
        </p:txBody>
      </p:sp>
      <p:sp>
        <p:nvSpPr>
          <p:cNvPr id="4" name="Marcador de contenido 2">
            <a:extLst>
              <a:ext uri="{FF2B5EF4-FFF2-40B4-BE49-F238E27FC236}">
                <a16:creationId xmlns:a16="http://schemas.microsoft.com/office/drawing/2014/main" id="{56973A98-B248-8930-B3A5-050F01C96CAE}"/>
              </a:ext>
            </a:extLst>
          </p:cNvPr>
          <p:cNvSpPr txBox="1">
            <a:spLocks/>
          </p:cNvSpPr>
          <p:nvPr/>
        </p:nvSpPr>
        <p:spPr>
          <a:xfrm>
            <a:off x="629412" y="1600873"/>
            <a:ext cx="10933176" cy="45760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t>
            </a:r>
            <a:r>
              <a:rPr lang="es-ES" sz="3600" dirty="0" err="1">
                <a:latin typeface="Gill Sans Nova" panose="020B0602020104020203" pitchFamily="34" charset="0"/>
              </a:rPr>
              <a:t>Gurobi</a:t>
            </a:r>
            <a:r>
              <a:rPr lang="es-ES" sz="3600" dirty="0">
                <a:latin typeface="Gill Sans Nova" panose="020B0602020104020203" pitchFamily="34" charset="0"/>
              </a:rPr>
              <a:t>.</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b="1" dirty="0">
                <a:solidFill>
                  <a:srgbClr val="0070C0"/>
                </a:solidFill>
                <a:latin typeface="Gill Sans Nova" panose="020B0602020104020203" pitchFamily="34" charset="0"/>
              </a:rPr>
              <a:t> </a:t>
            </a:r>
            <a:r>
              <a:rPr lang="es-ES" sz="3600" dirty="0">
                <a:latin typeface="Gill Sans Nova" panose="020B0602020104020203" pitchFamily="34" charset="0"/>
              </a:rPr>
              <a:t>IBM CPLEX</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CONOPT.</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MOSEK.</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KNITRO.</a:t>
            </a:r>
          </a:p>
          <a:p>
            <a:pPr algn="just">
              <a:buClr>
                <a:srgbClr val="0070C0"/>
              </a:buClr>
              <a:buSzPct val="100000"/>
              <a:buFont typeface="Wingdings" panose="05000000000000000000" pitchFamily="2" charset="2"/>
              <a:buChar char="§"/>
            </a:pPr>
            <a:endParaRPr lang="es-ES" sz="6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a:t>
            </a:r>
          </a:p>
        </p:txBody>
      </p:sp>
    </p:spTree>
    <p:extLst>
      <p:ext uri="{BB962C8B-B14F-4D97-AF65-F5344CB8AC3E}">
        <p14:creationId xmlns:p14="http://schemas.microsoft.com/office/powerpoint/2010/main" val="356666327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4B7B-489A-B9EE-62F4-CA73B03714E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7E74B86-6390-3CC8-DAFB-22A5FB6256C0}"/>
              </a:ext>
            </a:extLst>
          </p:cNvPr>
          <p:cNvSpPr>
            <a:spLocks noGrp="1"/>
          </p:cNvSpPr>
          <p:nvPr>
            <p:ph type="title"/>
          </p:nvPr>
        </p:nvSpPr>
        <p:spPr>
          <a:xfrm>
            <a:off x="420625" y="254955"/>
            <a:ext cx="2703575" cy="686433"/>
          </a:xfrm>
        </p:spPr>
        <p:txBody>
          <a:bodyPr>
            <a:noAutofit/>
          </a:bodyPr>
          <a:lstStyle/>
          <a:p>
            <a:r>
              <a:rPr lang="en-US" sz="4800" dirty="0">
                <a:latin typeface="Gill Sans Nova" panose="020B0602020104020203" pitchFamily="34" charset="0"/>
              </a:rPr>
              <a:t>Exercise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EEAB881-E789-0AE3-4039-1A6158687EF1}"/>
              </a:ext>
            </a:extLst>
          </p:cNvPr>
          <p:cNvSpPr/>
          <p:nvPr/>
        </p:nvSpPr>
        <p:spPr>
          <a:xfrm>
            <a:off x="420625" y="941381"/>
            <a:ext cx="27035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901C36E-BF3F-4EBA-B938-2D1E5B59C205}"/>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s-ES" sz="3600" i="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m:t>
                      </m:r>
                    </m:oMath>
                  </m:oMathPara>
                </a14:m>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901C36E-BF3F-4EBA-B938-2D1E5B59C205}"/>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F09740DB-CC03-ECA0-32E0-0EB5C8E869A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103</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94FCE9EC-CC73-49B3-E08A-65F55813EE15}"/>
                  </a:ext>
                </a:extLst>
              </p:cNvPr>
              <p:cNvSpPr txBox="1">
                <a:spLocks/>
              </p:cNvSpPr>
              <p:nvPr/>
            </p:nvSpPr>
            <p:spPr>
              <a:xfrm>
                <a:off x="6096000" y="1522914"/>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endParaRPr lang="es-ES" sz="3600" dirty="0">
                  <a:latin typeface="Gill Sans Nova" panose="020B0602020104020203" pitchFamily="34" charset="0"/>
                </a:endParaRPr>
              </a:p>
              <a:p>
                <a:pPr marL="0" indent="0" algn="ctr">
                  <a:buClr>
                    <a:srgbClr val="0070C0"/>
                  </a:buClr>
                  <a:buSzPct val="100000"/>
                  <a:buFont typeface="Arial" panose="020B0604020202020204" pitchFamily="34" charset="0"/>
                  <a:buNone/>
                </a:pPr>
                <a:r>
                  <a:rPr lang="es-ES" sz="3600" dirty="0" err="1">
                    <a:latin typeface="Gill Sans Nova" panose="020B0602020104020203" pitchFamily="34" charset="0"/>
                  </a:rPr>
                  <a:t>Optimal</a:t>
                </a:r>
                <a:r>
                  <a:rPr lang="es-ES" sz="3600" dirty="0">
                    <a:latin typeface="Gill Sans Nova" panose="020B0602020104020203" pitchFamily="34" charset="0"/>
                  </a:rPr>
                  <a:t> </a:t>
                </a:r>
                <a:r>
                  <a:rPr lang="es-ES" sz="3600" dirty="0" err="1">
                    <a:latin typeface="Gill Sans Nova" panose="020B0602020104020203" pitchFamily="34" charset="0"/>
                  </a:rPr>
                  <a:t>solution</a:t>
                </a:r>
                <a:r>
                  <a:rPr lang="es-ES" sz="3600" dirty="0">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latin typeface="Gill Sans Nova" panose="020B0602020104020203" pitchFamily="34" charset="0"/>
                </a:endParaRPr>
              </a:p>
              <a:p>
                <a:pPr marL="0" indent="0" algn="ctr">
                  <a:buClr>
                    <a:srgbClr val="0070C0"/>
                  </a:buClr>
                  <a:buSzPct val="100000"/>
                  <a:buNone/>
                </a:pPr>
                <a14:m>
                  <m:oMathPara xmlns:m="http://schemas.openxmlformats.org/officeDocument/2006/math">
                    <m:oMathParaPr>
                      <m:jc m:val="center"/>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m:t>
                          </m:r>
                        </m:sup>
                      </m:sSup>
                      <m:r>
                        <a:rPr lang="es-ES" sz="3600" i="1">
                          <a:latin typeface="Cambria Math" panose="02040503050406030204" pitchFamily="18" charset="0"/>
                        </a:rPr>
                        <m:t>=</m:t>
                      </m:r>
                      <m:r>
                        <a:rPr lang="es-ES" sz="3600" b="0" i="1" smtClean="0">
                          <a:latin typeface="Cambria Math" panose="02040503050406030204" pitchFamily="18" charset="0"/>
                        </a:rPr>
                        <m:t>4</m:t>
                      </m:r>
                    </m:oMath>
                  </m:oMathPara>
                </a14:m>
                <a:endParaRPr lang="es-ES" sz="3600" dirty="0">
                  <a:latin typeface="Cambria Math" panose="02040503050406030204" pitchFamily="18" charset="0"/>
                </a:endParaRPr>
              </a:p>
              <a:p>
                <a:pPr marL="0" indent="0" algn="ctr">
                  <a:buClr>
                    <a:srgbClr val="0070C0"/>
                  </a:buClr>
                  <a:buSzPct val="100000"/>
                  <a:buNone/>
                </a:pPr>
                <a14:m>
                  <m:oMathPara xmlns:m="http://schemas.openxmlformats.org/officeDocument/2006/math">
                    <m:oMathParaPr>
                      <m:jc m:val="center"/>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m:t>
                          </m:r>
                        </m:sup>
                      </m:sSup>
                      <m:r>
                        <a:rPr lang="es-ES" sz="3600" i="1">
                          <a:latin typeface="Cambria Math" panose="02040503050406030204" pitchFamily="18" charset="0"/>
                        </a:rPr>
                        <m:t>=</m:t>
                      </m:r>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p>
                <a:pPr marL="0" indent="0" algn="ctr">
                  <a:buClr>
                    <a:srgbClr val="0070C0"/>
                  </a:buClr>
                  <a:buSzPct val="100000"/>
                  <a:buNone/>
                </a:pPr>
                <a14:m>
                  <m:oMathPara xmlns:m="http://schemas.openxmlformats.org/officeDocument/2006/math">
                    <m:oMathParaPr>
                      <m:jc m:val="center"/>
                    </m:oMathParaPr>
                    <m:oMath>
                      <m:sSup>
                        <m:sSupPr>
                          <m:ctrlPr>
                            <a:rPr lang="es-ES" sz="3600" i="1">
                              <a:latin typeface="Cambria Math" panose="02040503050406030204" pitchFamily="18" charset="0"/>
                            </a:rPr>
                          </m:ctrlPr>
                        </m:sSupPr>
                        <m:e>
                          <m:r>
                            <a:rPr lang="es-ES" sz="3600" i="1">
                              <a:latin typeface="Cambria Math" panose="02040503050406030204" pitchFamily="18" charset="0"/>
                            </a:rPr>
                            <m:t>𝑧</m:t>
                          </m:r>
                        </m:e>
                        <m:sup>
                          <m:r>
                            <a:rPr lang="es-ES" sz="3600" i="1">
                              <a:latin typeface="Cambria Math" panose="02040503050406030204" pitchFamily="18" charset="0"/>
                            </a:rPr>
                            <m:t>∗</m:t>
                          </m:r>
                        </m:sup>
                      </m:sSup>
                      <m:r>
                        <a:rPr lang="es-ES" sz="3600" i="1">
                          <a:latin typeface="Cambria Math" panose="02040503050406030204" pitchFamily="18" charset="0"/>
                        </a:rPr>
                        <m:t>=</m:t>
                      </m:r>
                      <m:r>
                        <a:rPr lang="es-ES" sz="3600" b="0" i="1" smtClean="0">
                          <a:latin typeface="Cambria Math" panose="02040503050406030204" pitchFamily="18" charset="0"/>
                        </a:rPr>
                        <m:t>8</m:t>
                      </m:r>
                    </m:oMath>
                  </m:oMathPara>
                </a14:m>
                <a:endParaRPr lang="es-ES" sz="3600" dirty="0">
                  <a:latin typeface="Cambria Math" panose="02040503050406030204" pitchFamily="18" charset="0"/>
                </a:endParaRPr>
              </a:p>
            </p:txBody>
          </p:sp>
        </mc:Choice>
        <mc:Fallback xmlns="">
          <p:sp>
            <p:nvSpPr>
              <p:cNvPr id="5" name="Marcador de contenido 2">
                <a:extLst>
                  <a:ext uri="{FF2B5EF4-FFF2-40B4-BE49-F238E27FC236}">
                    <a16:creationId xmlns:a16="http://schemas.microsoft.com/office/drawing/2014/main" id="{94FCE9EC-CC73-49B3-E08A-65F55813EE15}"/>
                  </a:ext>
                </a:extLst>
              </p:cNvPr>
              <p:cNvSpPr txBox="1">
                <a:spLocks noRot="1" noChangeAspect="1" noMove="1" noResize="1" noEditPoints="1" noAdjustHandles="1" noChangeArrowheads="1" noChangeShapeType="1" noTextEdit="1"/>
              </p:cNvSpPr>
              <p:nvPr/>
            </p:nvSpPr>
            <p:spPr>
              <a:xfrm>
                <a:off x="6096000" y="1522914"/>
                <a:ext cx="4117249" cy="4788985"/>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34058090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45571-5CBF-FDAE-1EF5-71485F073BD7}"/>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F84D1083-3CFD-CBD7-72A3-30D7EEF60247}"/>
              </a:ext>
            </a:extLst>
          </p:cNvPr>
          <p:cNvSpPr>
            <a:spLocks noGrp="1"/>
          </p:cNvSpPr>
          <p:nvPr>
            <p:ph type="title"/>
          </p:nvPr>
        </p:nvSpPr>
        <p:spPr>
          <a:xfrm>
            <a:off x="420625" y="254955"/>
            <a:ext cx="2703575" cy="686433"/>
          </a:xfrm>
        </p:spPr>
        <p:txBody>
          <a:bodyPr>
            <a:noAutofit/>
          </a:bodyPr>
          <a:lstStyle/>
          <a:p>
            <a:r>
              <a:rPr lang="en-US" sz="4800" dirty="0">
                <a:latin typeface="Gill Sans Nova" panose="020B0602020104020203" pitchFamily="34" charset="0"/>
              </a:rPr>
              <a:t>Exercise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7A0E9544-9A0E-813C-2679-92706AEBAC1C}"/>
              </a:ext>
            </a:extLst>
          </p:cNvPr>
          <p:cNvSpPr/>
          <p:nvPr/>
        </p:nvSpPr>
        <p:spPr>
          <a:xfrm>
            <a:off x="420625" y="941381"/>
            <a:ext cx="27035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B399362-CA3C-B3DB-6A9A-B4C7697A31EF}"/>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r>
                        <a:rPr lang="es-ES" sz="3600" i="1">
                          <a:latin typeface="Cambria Math" panose="02040503050406030204" pitchFamily="18" charset="0"/>
                        </a:rPr>
                        <m:t>≤2.5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1≤</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≤4.7</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m:t>
                      </m:r>
                      <m:r>
                        <a:rPr lang="es-ES" sz="3600" i="1">
                          <a:latin typeface="Cambria Math" panose="02040503050406030204" pitchFamily="18" charset="0"/>
                        </a:rPr>
                        <m:t>ℕ</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B399362-CA3C-B3DB-6A9A-B4C7697A31EF}"/>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407CB7EC-D97C-4592-C84E-4CA5A04BC2C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104</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22A3D47A-0DE7-F68D-576A-62AA9F3B4A86}"/>
                  </a:ext>
                </a:extLst>
              </p:cNvPr>
              <p:cNvSpPr txBox="1">
                <a:spLocks/>
              </p:cNvSpPr>
              <p:nvPr/>
            </p:nvSpPr>
            <p:spPr>
              <a:xfrm>
                <a:off x="6096000" y="1522914"/>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lgn="ctr">
                  <a:buClr>
                    <a:srgbClr val="0070C0"/>
                  </a:buClr>
                  <a:buSzPct val="100000"/>
                  <a:buFont typeface="Arial" panose="020B0604020202020204" pitchFamily="34" charset="0"/>
                  <a:buNone/>
                </a:pPr>
                <a:r>
                  <a:rPr lang="es-ES" sz="3600" dirty="0" err="1">
                    <a:solidFill>
                      <a:schemeClr val="tx1"/>
                    </a:solidFill>
                    <a:latin typeface="Gill Sans Nova" panose="020B0602020104020203" pitchFamily="34" charset="0"/>
                  </a:rPr>
                  <a:t>Optimal</a:t>
                </a:r>
                <a:r>
                  <a:rPr lang="es-ES" sz="3600" dirty="0">
                    <a:solidFill>
                      <a:schemeClr val="tx1"/>
                    </a:solidFill>
                    <a:latin typeface="Gill Sans Nova" panose="020B0602020104020203" pitchFamily="34" charset="0"/>
                  </a:rPr>
                  <a:t>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𝑥</m:t>
                          </m:r>
                        </m:e>
                        <m:sup>
                          <m:r>
                            <a:rPr lang="en-US" sz="3600" b="0" smtClean="0">
                              <a:solidFill>
                                <a:schemeClr val="tx1"/>
                              </a:solidFill>
                              <a:latin typeface="Cambria Math" panose="02040503050406030204" pitchFamily="18" charset="0"/>
                            </a:rPr>
                            <m:t>∗</m:t>
                          </m:r>
                        </m:sup>
                      </m:sSup>
                      <m:r>
                        <a:rPr lang="en-US" sz="3600" b="0" smtClean="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2</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𝑦</m:t>
                          </m:r>
                        </m:e>
                        <m:sup>
                          <m:r>
                            <a:rPr lang="en-US" sz="3600" b="0" smtClean="0">
                              <a:solidFill>
                                <a:schemeClr val="tx1"/>
                              </a:solidFill>
                              <a:latin typeface="Cambria Math" panose="02040503050406030204" pitchFamily="18" charset="0"/>
                            </a:rPr>
                            <m:t>∗</m:t>
                          </m:r>
                        </m:sup>
                      </m:sSup>
                      <m:r>
                        <a:rPr lang="en-US" sz="3600" b="0"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2</m:t>
                      </m:r>
                    </m:oMath>
                  </m:oMathPara>
                </a14:m>
                <a:endParaRPr lang="en-US" sz="3600" dirty="0">
                  <a:solidFill>
                    <a:schemeClr val="tx1"/>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𝑧</m:t>
                          </m:r>
                        </m:e>
                        <m:sup>
                          <m:r>
                            <a:rPr lang="en-US" sz="3600" b="0" smtClean="0">
                              <a:solidFill>
                                <a:schemeClr val="tx1"/>
                              </a:solidFill>
                              <a:latin typeface="Cambria Math" panose="02040503050406030204" pitchFamily="18" charset="0"/>
                            </a:rPr>
                            <m:t>∗</m:t>
                          </m:r>
                        </m:sup>
                      </m:sSup>
                      <m:r>
                        <a:rPr lang="en-US" sz="3600" b="0"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6</m:t>
                      </m:r>
                    </m:oMath>
                  </m:oMathPara>
                </a14:m>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22A3D47A-0DE7-F68D-576A-62AA9F3B4A86}"/>
                  </a:ext>
                </a:extLst>
              </p:cNvPr>
              <p:cNvSpPr txBox="1">
                <a:spLocks noRot="1" noChangeAspect="1" noMove="1" noResize="1" noEditPoints="1" noAdjustHandles="1" noChangeArrowheads="1" noChangeShapeType="1" noTextEdit="1"/>
              </p:cNvSpPr>
              <p:nvPr/>
            </p:nvSpPr>
            <p:spPr>
              <a:xfrm>
                <a:off x="6096000" y="1522914"/>
                <a:ext cx="4117249" cy="4788985"/>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422795913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D8DB2-4A40-D76B-8002-0C0FEAF2840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D5C2ABA-F927-C31C-6298-A389A1373928}"/>
              </a:ext>
            </a:extLst>
          </p:cNvPr>
          <p:cNvSpPr>
            <a:spLocks noGrp="1"/>
          </p:cNvSpPr>
          <p:nvPr>
            <p:ph type="title"/>
          </p:nvPr>
        </p:nvSpPr>
        <p:spPr>
          <a:xfrm>
            <a:off x="420625" y="254955"/>
            <a:ext cx="2703575" cy="686433"/>
          </a:xfrm>
        </p:spPr>
        <p:txBody>
          <a:bodyPr>
            <a:noAutofit/>
          </a:bodyPr>
          <a:lstStyle/>
          <a:p>
            <a:r>
              <a:rPr lang="en-US" sz="4800" dirty="0">
                <a:latin typeface="Gill Sans Nova" panose="020B0602020104020203" pitchFamily="34" charset="0"/>
              </a:rPr>
              <a:t>Exercise 3</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F1A366A-7DE1-1880-4110-9C0D2616667D}"/>
              </a:ext>
            </a:extLst>
          </p:cNvPr>
          <p:cNvSpPr/>
          <p:nvPr/>
        </p:nvSpPr>
        <p:spPr>
          <a:xfrm>
            <a:off x="420625" y="941381"/>
            <a:ext cx="27035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9FCA567-196E-99F3-0278-E041DB824CD4}"/>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𝑥</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14:m>
                  <m:oMath xmlns:m="http://schemas.openxmlformats.org/officeDocument/2006/math">
                    <m:r>
                      <a:rPr lang="es-ES" sz="3600" i="1">
                        <a:latin typeface="Cambria Math" panose="02040503050406030204" pitchFamily="18" charset="0"/>
                      </a:rPr>
                      <m:t>1≤</m:t>
                    </m:r>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2</m:t>
                        </m:r>
                      </m:sup>
                    </m:sSup>
                    <m:r>
                      <a:rPr lang="es-ES" sz="3600" i="1">
                        <a:latin typeface="Cambria Math" panose="02040503050406030204" pitchFamily="18" charset="0"/>
                      </a:rPr>
                      <m:t>+</m:t>
                    </m:r>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2</m:t>
                        </m:r>
                      </m:sup>
                    </m:sSup>
                  </m:oMath>
                </a14:m>
                <a:r>
                  <a:rPr lang="es-ES" sz="3600" dirty="0"/>
                  <a:t> </a:t>
                </a:r>
                <a14:m>
                  <m:oMath xmlns:m="http://schemas.openxmlformats.org/officeDocument/2006/math">
                    <m:r>
                      <a:rPr lang="es-ES" sz="3600" i="1">
                        <a:latin typeface="Cambria Math" panose="02040503050406030204" pitchFamily="18" charset="0"/>
                      </a:rPr>
                      <m:t>≤9</m:t>
                    </m:r>
                  </m:oMath>
                </a14:m>
                <a:endParaRPr lang="es-E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9FCA567-196E-99F3-0278-E041DB824CD4}"/>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A33187E-D40C-E3B8-5836-DA7CF8B7BD0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105</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CCACA31E-340D-7548-E63A-1DDA3D599DEF}"/>
                  </a:ext>
                </a:extLst>
              </p:cNvPr>
              <p:cNvSpPr txBox="1">
                <a:spLocks/>
              </p:cNvSpPr>
              <p:nvPr/>
            </p:nvSpPr>
            <p:spPr>
              <a:xfrm>
                <a:off x="6096000" y="1522914"/>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lgn="ctr">
                  <a:buClr>
                    <a:srgbClr val="0070C0"/>
                  </a:buClr>
                  <a:buSzPct val="100000"/>
                  <a:buFont typeface="Arial" panose="020B0604020202020204" pitchFamily="34" charset="0"/>
                  <a:buNone/>
                </a:pPr>
                <a:r>
                  <a:rPr lang="es-ES" sz="3600" dirty="0" err="1">
                    <a:solidFill>
                      <a:schemeClr val="tx1"/>
                    </a:solidFill>
                    <a:latin typeface="Gill Sans Nova" panose="020B0602020104020203" pitchFamily="34" charset="0"/>
                  </a:rPr>
                  <a:t>Optimal</a:t>
                </a:r>
                <a:r>
                  <a:rPr lang="es-ES" sz="3600" dirty="0">
                    <a:solidFill>
                      <a:schemeClr val="tx1"/>
                    </a:solidFill>
                    <a:latin typeface="Gill Sans Nova" panose="020B0602020104020203" pitchFamily="34" charset="0"/>
                  </a:rPr>
                  <a:t>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𝑥</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n-US" sz="3600" b="0" i="1">
                          <a:solidFill>
                            <a:schemeClr val="tx1"/>
                          </a:solidFill>
                          <a:latin typeface="Cambria Math" panose="02040503050406030204" pitchFamily="18" charset="0"/>
                        </a:rPr>
                        <m:t>2</m:t>
                      </m:r>
                      <m:r>
                        <a:rPr lang="en-US" sz="3600" b="0">
                          <a:solidFill>
                            <a:schemeClr val="tx1"/>
                          </a:solidFill>
                          <a:latin typeface="Cambria Math" panose="02040503050406030204" pitchFamily="18" charset="0"/>
                        </a:rPr>
                        <m:t>.</m:t>
                      </m:r>
                      <m:r>
                        <a:rPr lang="en-US" sz="3600" b="0" i="1">
                          <a:solidFill>
                            <a:schemeClr val="tx1"/>
                          </a:solidFill>
                          <a:latin typeface="Cambria Math" panose="02040503050406030204" pitchFamily="18" charset="0"/>
                        </a:rPr>
                        <m:t>683</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𝑦</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1</m:t>
                      </m:r>
                      <m:r>
                        <m:rPr>
                          <m:nor/>
                        </m:rPr>
                        <a:rPr lang="en-US" sz="3600" i="0">
                          <a:solidFill>
                            <a:schemeClr val="tx1"/>
                          </a:solidFill>
                          <a:latin typeface="Cambria Math" panose="02040503050406030204" pitchFamily="18" charset="0"/>
                        </a:rPr>
                        <m:t>.</m:t>
                      </m:r>
                      <m:r>
                        <a:rPr lang="en-US" sz="3600" b="0" i="1">
                          <a:solidFill>
                            <a:schemeClr val="tx1"/>
                          </a:solidFill>
                          <a:latin typeface="Cambria Math" panose="02040503050406030204" pitchFamily="18" charset="0"/>
                        </a:rPr>
                        <m:t>3</m:t>
                      </m:r>
                      <m:r>
                        <a:rPr lang="es-ES" sz="3600" b="0" i="1">
                          <a:solidFill>
                            <a:schemeClr val="tx1"/>
                          </a:solidFill>
                          <a:latin typeface="Cambria Math" panose="02040503050406030204" pitchFamily="18" charset="0"/>
                        </a:rPr>
                        <m:t>4</m:t>
                      </m:r>
                      <m:r>
                        <a:rPr lang="en-US" sz="3600" b="0" i="1">
                          <a:solidFill>
                            <a:schemeClr val="tx1"/>
                          </a:solidFill>
                          <a:latin typeface="Cambria Math" panose="02040503050406030204" pitchFamily="18" charset="0"/>
                        </a:rPr>
                        <m:t>2</m:t>
                      </m:r>
                    </m:oMath>
                  </m:oMathPara>
                </a14:m>
                <a:endParaRPr lang="en-US" sz="3600" dirty="0">
                  <a:solidFill>
                    <a:schemeClr val="tx1"/>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𝑧</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n-US" sz="3600" b="0" i="1">
                          <a:solidFill>
                            <a:schemeClr val="tx1"/>
                          </a:solidFill>
                          <a:latin typeface="Cambria Math" panose="02040503050406030204" pitchFamily="18" charset="0"/>
                        </a:rPr>
                        <m:t>6</m:t>
                      </m:r>
                      <m:r>
                        <a:rPr lang="en-US" sz="3600" b="0">
                          <a:solidFill>
                            <a:schemeClr val="tx1"/>
                          </a:solidFill>
                          <a:latin typeface="Cambria Math" panose="02040503050406030204" pitchFamily="18" charset="0"/>
                        </a:rPr>
                        <m:t>.</m:t>
                      </m:r>
                      <m:r>
                        <a:rPr lang="en-US" sz="3600" b="0" i="1">
                          <a:solidFill>
                            <a:schemeClr val="tx1"/>
                          </a:solidFill>
                          <a:latin typeface="Cambria Math" panose="02040503050406030204" pitchFamily="18" charset="0"/>
                        </a:rPr>
                        <m:t>708</m:t>
                      </m:r>
                    </m:oMath>
                  </m:oMathPara>
                </a14:m>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CCACA31E-340D-7548-E63A-1DDA3D599DEF}"/>
                  </a:ext>
                </a:extLst>
              </p:cNvPr>
              <p:cNvSpPr txBox="1">
                <a:spLocks noRot="1" noChangeAspect="1" noMove="1" noResize="1" noEditPoints="1" noAdjustHandles="1" noChangeArrowheads="1" noChangeShapeType="1" noTextEdit="1"/>
              </p:cNvSpPr>
              <p:nvPr/>
            </p:nvSpPr>
            <p:spPr>
              <a:xfrm>
                <a:off x="6096000" y="1522914"/>
                <a:ext cx="4117249" cy="4788985"/>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75047284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49EFB-5B6A-0A25-96BB-2560C1C9193C}"/>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17CDFA7-6756-9BC0-E16A-14D92323DE58}"/>
              </a:ext>
            </a:extLst>
          </p:cNvPr>
          <p:cNvSpPr>
            <a:spLocks noGrp="1"/>
          </p:cNvSpPr>
          <p:nvPr>
            <p:ph type="title"/>
          </p:nvPr>
        </p:nvSpPr>
        <p:spPr>
          <a:xfrm>
            <a:off x="420625" y="254955"/>
            <a:ext cx="2703575" cy="686433"/>
          </a:xfrm>
        </p:spPr>
        <p:txBody>
          <a:bodyPr>
            <a:noAutofit/>
          </a:bodyPr>
          <a:lstStyle/>
          <a:p>
            <a:r>
              <a:rPr lang="en-US" sz="4800" dirty="0">
                <a:latin typeface="Gill Sans Nova" panose="020B0602020104020203" pitchFamily="34" charset="0"/>
              </a:rPr>
              <a:t>Exercise 4</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64EE3EB4-9E9E-761E-8607-274C1B44D06C}"/>
              </a:ext>
            </a:extLst>
          </p:cNvPr>
          <p:cNvSpPr/>
          <p:nvPr/>
        </p:nvSpPr>
        <p:spPr>
          <a:xfrm>
            <a:off x="420625" y="941381"/>
            <a:ext cx="27035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1B1FD6-04F4-13C1-D99C-B8CD1557E8B2}"/>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𝑚𝑎𝑥</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=2</m:t>
                      </m:r>
                      <m:r>
                        <a:rPr lang="es-ES" sz="3600" i="1">
                          <a:latin typeface="Cambria Math" panose="02040503050406030204" pitchFamily="18" charset="0"/>
                        </a:rPr>
                        <m:t>𝑥</m:t>
                      </m:r>
                      <m:r>
                        <a:rPr lang="es-ES" sz="3600" i="1">
                          <a:latin typeface="Cambria Math" panose="02040503050406030204" pitchFamily="18" charset="0"/>
                        </a:rPr>
                        <m:t> + </m:t>
                      </m: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1≤</m:t>
                      </m:r>
                      <m:r>
                        <a:rPr lang="es-ES" sz="3600" i="1">
                          <a:latin typeface="Cambria Math" panose="02040503050406030204" pitchFamily="18" charset="0"/>
                        </a:rPr>
                        <m:t>𝑥</m:t>
                      </m:r>
                      <m:r>
                        <a:rPr lang="es-ES" sz="3600" i="1">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1≤</m:t>
                      </m:r>
                      <m:r>
                        <a:rPr lang="es-ES" sz="3600" i="1">
                          <a:latin typeface="Cambria Math" panose="02040503050406030204" pitchFamily="18" charset="0"/>
                        </a:rPr>
                        <m:t>𝑦</m:t>
                      </m:r>
                      <m:r>
                        <a:rPr lang="es-ES" sz="3600" i="1">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𝑦</m:t>
                      </m:r>
                      <m:d>
                        <m:dPr>
                          <m:ctrlPr>
                            <a:rPr lang="es-ES" sz="3600" i="1">
                              <a:latin typeface="Cambria Math" panose="02040503050406030204" pitchFamily="18" charset="0"/>
                            </a:rPr>
                          </m:ctrlPr>
                        </m:dPr>
                        <m:e>
                          <m:r>
                            <a:rPr lang="es-ES" sz="3600" i="1">
                              <a:latin typeface="Cambria Math" panose="02040503050406030204" pitchFamily="18" charset="0"/>
                            </a:rPr>
                            <m:t>𝑥</m:t>
                          </m:r>
                          <m:r>
                            <a:rPr lang="es-ES" sz="3600" i="1">
                              <a:latin typeface="Cambria Math" panose="02040503050406030204" pitchFamily="18" charset="0"/>
                            </a:rPr>
                            <m:t>−1</m:t>
                          </m:r>
                        </m:e>
                      </m:d>
                      <m:r>
                        <a:rPr lang="es-ES" sz="3600" i="1">
                          <a:latin typeface="Cambria Math" panose="02040503050406030204" pitchFamily="18" charset="0"/>
                        </a:rPr>
                        <m:t>≤</m:t>
                      </m:r>
                      <m:r>
                        <a:rPr lang="es-ES" sz="3600" i="1">
                          <a:latin typeface="Cambria Math" panose="02040503050406030204" pitchFamily="18" charset="0"/>
                        </a:rPr>
                        <m:t>𝑥</m:t>
                      </m:r>
                    </m:oMath>
                  </m:oMathPara>
                </a14:m>
                <a:endParaRPr lang="es-ES" sz="3600" i="1" dirty="0">
                  <a:latin typeface="Gill Sans Nova" panose="020B0602020104020203" pitchFamily="34" charset="0"/>
                </a:endParaRPr>
              </a:p>
              <a:p>
                <a:pPr marL="0" indent="0">
                  <a:buClr>
                    <a:srgbClr val="0070C0"/>
                  </a:buClr>
                  <a:buSzPct val="100000"/>
                  <a:buNone/>
                </a:pPr>
                <a:endParaRPr lang="es-ES" sz="3600" i="1" dirty="0">
                  <a:solidFill>
                    <a:srgbClr val="0070C0"/>
                  </a:solidFill>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01B1FD6-04F4-13C1-D99C-B8CD1557E8B2}"/>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F72BE755-F4F6-96E5-5917-A6855D1AF3F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106</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1B93B8CF-77A4-851D-5247-A029CC861DC2}"/>
                  </a:ext>
                </a:extLst>
              </p:cNvPr>
              <p:cNvSpPr txBox="1">
                <a:spLocks/>
              </p:cNvSpPr>
              <p:nvPr/>
            </p:nvSpPr>
            <p:spPr>
              <a:xfrm>
                <a:off x="6096000" y="1522914"/>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lgn="ctr">
                  <a:buClr>
                    <a:srgbClr val="0070C0"/>
                  </a:buClr>
                  <a:buSzPct val="100000"/>
                  <a:buFont typeface="Arial" panose="020B0604020202020204" pitchFamily="34" charset="0"/>
                  <a:buNone/>
                </a:pPr>
                <a:r>
                  <a:rPr lang="es-ES" sz="3600" dirty="0" err="1">
                    <a:solidFill>
                      <a:schemeClr val="tx1"/>
                    </a:solidFill>
                    <a:latin typeface="Gill Sans Nova" panose="020B0602020104020203" pitchFamily="34" charset="0"/>
                  </a:rPr>
                  <a:t>Optimal</a:t>
                </a:r>
                <a:r>
                  <a:rPr lang="es-ES" sz="3600" dirty="0">
                    <a:solidFill>
                      <a:schemeClr val="tx1"/>
                    </a:solidFill>
                    <a:latin typeface="Gill Sans Nova" panose="020B0602020104020203" pitchFamily="34" charset="0"/>
                  </a:rPr>
                  <a:t>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𝑥</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5</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𝑦</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1</m:t>
                      </m:r>
                      <m:r>
                        <a:rPr lang="es-E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25</m:t>
                      </m:r>
                    </m:oMath>
                  </m:oMathPara>
                </a14:m>
                <a:endParaRPr lang="en-US" sz="3600" dirty="0">
                  <a:solidFill>
                    <a:schemeClr val="tx1"/>
                  </a:solidFill>
                  <a:latin typeface="Cambria Math" panose="02040503050406030204" pitchFamily="18" charset="0"/>
                </a:endParaRPr>
              </a:p>
              <a:p>
                <a:pPr marL="0" indent="0">
                  <a:buClr>
                    <a:srgbClr val="0070C0"/>
                  </a:buClr>
                  <a:buSzPct val="100000"/>
                  <a:buNone/>
                </a:pPr>
                <a14:m>
                  <m:oMathPara xmlns:m="http://schemas.openxmlformats.org/officeDocument/2006/math">
                    <m:oMathParaPr>
                      <m:jc m:val="center"/>
                    </m:oMathParaPr>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𝑧</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11</m:t>
                      </m:r>
                      <m:r>
                        <a:rPr lang="es-ES" sz="3600" b="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25</m:t>
                      </m:r>
                    </m:oMath>
                  </m:oMathPara>
                </a14:m>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1B93B8CF-77A4-851D-5247-A029CC861DC2}"/>
                  </a:ext>
                </a:extLst>
              </p:cNvPr>
              <p:cNvSpPr txBox="1">
                <a:spLocks noRot="1" noChangeAspect="1" noMove="1" noResize="1" noEditPoints="1" noAdjustHandles="1" noChangeArrowheads="1" noChangeShapeType="1" noTextEdit="1"/>
              </p:cNvSpPr>
              <p:nvPr/>
            </p:nvSpPr>
            <p:spPr>
              <a:xfrm>
                <a:off x="6096000" y="1522914"/>
                <a:ext cx="4117249" cy="4788985"/>
              </a:xfrm>
              <a:prstGeom prst="rect">
                <a:avLst/>
              </a:prstGeom>
              <a:blipFill>
                <a:blip r:embed="rId4"/>
                <a:stretch>
                  <a:fillRect/>
                </a:stretch>
              </a:blipFill>
            </p:spPr>
            <p:txBody>
              <a:bodyPr/>
              <a:lstStyle/>
              <a:p>
                <a:r>
                  <a:rPr lang="es-ES">
                    <a:noFill/>
                  </a:rPr>
                  <a:t> </a:t>
                </a:r>
              </a:p>
            </p:txBody>
          </p:sp>
        </mc:Fallback>
      </mc:AlternateContent>
    </p:spTree>
    <p:extLst>
      <p:ext uri="{BB962C8B-B14F-4D97-AF65-F5344CB8AC3E}">
        <p14:creationId xmlns:p14="http://schemas.microsoft.com/office/powerpoint/2010/main" val="236188955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C98C0-5765-D9F1-3F8B-1EA475E4503E}"/>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A11DC3C-2A5A-DA4E-1C32-7AFD024181A7}"/>
              </a:ext>
            </a:extLst>
          </p:cNvPr>
          <p:cNvSpPr>
            <a:spLocks noGrp="1"/>
          </p:cNvSpPr>
          <p:nvPr>
            <p:ph type="title"/>
          </p:nvPr>
        </p:nvSpPr>
        <p:spPr>
          <a:xfrm>
            <a:off x="420625" y="254955"/>
            <a:ext cx="2703575" cy="686433"/>
          </a:xfrm>
        </p:spPr>
        <p:txBody>
          <a:bodyPr>
            <a:noAutofit/>
          </a:bodyPr>
          <a:lstStyle/>
          <a:p>
            <a:r>
              <a:rPr lang="en-US" sz="4800" dirty="0">
                <a:latin typeface="Gill Sans Nova" panose="020B0602020104020203" pitchFamily="34" charset="0"/>
              </a:rPr>
              <a:t>Exercise 5</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E480149-1DAF-1D05-F42D-3453436F2630}"/>
              </a:ext>
            </a:extLst>
          </p:cNvPr>
          <p:cNvSpPr/>
          <p:nvPr/>
        </p:nvSpPr>
        <p:spPr>
          <a:xfrm>
            <a:off x="420625" y="941381"/>
            <a:ext cx="27035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DBA19BE-4BAE-DB74-050E-ACA7639579C8}"/>
                  </a:ext>
                </a:extLst>
              </p:cNvPr>
              <p:cNvSpPr>
                <a:spLocks noGrp="1"/>
              </p:cNvSpPr>
              <p:nvPr>
                <p:ph idx="1"/>
              </p:nvPr>
            </p:nvSpPr>
            <p:spPr>
              <a:xfrm>
                <a:off x="629412" y="1522914"/>
                <a:ext cx="67746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m:t>
                              </m:r>
                              <m:r>
                                <a:rPr lang="es-ES" sz="3600" b="0" i="1" smtClean="0">
                                  <a:latin typeface="Cambria Math" panose="02040503050406030204" pitchFamily="18" charset="0"/>
                                </a:rPr>
                                <m:t>𝑖𝑛</m:t>
                              </m:r>
                            </m:e>
                            <m:lim>
                              <m:r>
                                <a:rPr lang="es-ES" sz="3600" b="1" i="1">
                                  <a:latin typeface="Cambria Math" panose="02040503050406030204" pitchFamily="18" charset="0"/>
                                </a:rPr>
                                <m:t>𝒙</m:t>
                              </m:r>
                            </m:lim>
                          </m:limLow>
                        </m:fName>
                        <m:e/>
                      </m:func>
                      <m:r>
                        <a:rPr lang="es-ES" sz="3600" i="1">
                          <a:latin typeface="Cambria Math" panose="02040503050406030204" pitchFamily="18" charset="0"/>
                        </a:rPr>
                        <m:t>𝑧</m:t>
                      </m:r>
                      <m:r>
                        <a:rPr lang="es-ES" sz="3600" i="1">
                          <a:latin typeface="Cambria Math" panose="02040503050406030204" pitchFamily="18" charset="0"/>
                        </a:rPr>
                        <m:t>=−2</m:t>
                      </m:r>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1</m:t>
                          </m:r>
                        </m:sub>
                      </m:sSub>
                      <m:r>
                        <a:rPr lang="es-ES" sz="3600" i="1">
                          <a:latin typeface="Cambria Math" panose="02040503050406030204" pitchFamily="18" charset="0"/>
                        </a:rPr>
                        <m:t>−</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𝑥</m:t>
                          </m:r>
                        </m:e>
                        <m:sub>
                          <m:r>
                            <a:rPr lang="es-ES" sz="3600" b="0" i="1" smtClean="0">
                              <a:latin typeface="Cambria Math" panose="02040503050406030204" pitchFamily="18" charset="0"/>
                            </a:rPr>
                            <m:t>2</m:t>
                          </m:r>
                        </m:sub>
                      </m:sSub>
                      <m:r>
                        <a:rPr lang="es-ES" sz="3600" b="0" i="1" smtClean="0">
                          <a:latin typeface="Cambria Math" panose="02040503050406030204" pitchFamily="18" charset="0"/>
                        </a:rPr>
                        <m:t>+4</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𝑥</m:t>
                          </m:r>
                        </m:e>
                        <m:sub>
                          <m:r>
                            <a:rPr lang="es-ES" sz="3600" b="0" i="1" smtClean="0">
                              <a:latin typeface="Cambria Math" panose="02040503050406030204" pitchFamily="18" charset="0"/>
                            </a:rPr>
                            <m:t>3</m:t>
                          </m:r>
                        </m:sub>
                      </m:sSub>
                      <m:r>
                        <a:rPr lang="es-ES" sz="3600" b="0" i="1" smtClean="0">
                          <a:latin typeface="Cambria Math" panose="02040503050406030204" pitchFamily="18" charset="0"/>
                        </a:rPr>
                        <m:t>+</m:t>
                      </m:r>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𝑥</m:t>
                          </m:r>
                        </m:e>
                        <m:sub>
                          <m:r>
                            <a:rPr lang="es-ES" sz="3600" b="0" i="1" smtClean="0">
                              <a:latin typeface="Cambria Math" panose="02040503050406030204" pitchFamily="18" charset="0"/>
                            </a:rPr>
                            <m:t>4</m:t>
                          </m:r>
                        </m:sub>
                      </m:sSub>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 xmlns:m="http://schemas.openxmlformats.org/officeDocument/2006/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1</m:t>
                        </m:r>
                      </m:sub>
                    </m:sSub>
                  </m:oMath>
                </a14:m>
                <a:r>
                  <a:rPr lang="en-US" sz="3600" dirty="0">
                    <a:latin typeface="Gill Sans Nova" panose="020B0602020104020203" pitchFamily="34" charset="0"/>
                  </a:rPr>
                  <a:t>, </a:t>
                </a:r>
                <a14:m>
                  <m:oMath xmlns:m="http://schemas.openxmlformats.org/officeDocument/2006/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2</m:t>
                        </m:r>
                      </m:sub>
                    </m:sSub>
                  </m:oMath>
                </a14:m>
                <a:r>
                  <a:rPr lang="en-US" sz="3600" dirty="0">
                    <a:latin typeface="Gill Sans Nova" panose="020B0602020104020203" pitchFamily="34" charset="0"/>
                  </a:rPr>
                  <a:t>, </a:t>
                </a:r>
                <a14:m>
                  <m:oMath xmlns:m="http://schemas.openxmlformats.org/officeDocument/2006/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3</m:t>
                        </m:r>
                      </m:sub>
                    </m:sSub>
                  </m:oMath>
                </a14:m>
                <a:r>
                  <a:rPr lang="en-US" sz="3600" dirty="0">
                    <a:latin typeface="Gill Sans Nova" panose="020B0602020104020203" pitchFamily="34" charset="0"/>
                  </a:rPr>
                  <a:t>, </a:t>
                </a:r>
                <a14:m>
                  <m:oMath xmlns:m="http://schemas.openxmlformats.org/officeDocument/2006/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4</m:t>
                        </m:r>
                      </m:sub>
                    </m:sSub>
                    <m:r>
                      <a:rPr lang="es-ES" sz="3600" b="0" i="0" smtClean="0">
                        <a:latin typeface="Cambria Math" panose="02040503050406030204" pitchFamily="18" charset="0"/>
                      </a:rPr>
                      <m:t>≥0</m:t>
                    </m:r>
                  </m:oMath>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sSub>
                        <m:sSubPr>
                          <m:ctrlPr>
                            <a:rPr lang="es-ES" sz="3600" b="0" i="1" smtClean="0">
                              <a:latin typeface="Cambria Math" panose="02040503050406030204" pitchFamily="18" charset="0"/>
                            </a:rPr>
                          </m:ctrlPr>
                        </m:sSubPr>
                        <m:e>
                          <m:r>
                            <a:rPr lang="es-ES" sz="3600" b="0" i="1" smtClean="0">
                              <a:latin typeface="Cambria Math" panose="02040503050406030204" pitchFamily="18" charset="0"/>
                            </a:rPr>
                            <m:t>𝑥</m:t>
                          </m:r>
                        </m:e>
                        <m:sub>
                          <m:r>
                            <a:rPr lang="es-ES" sz="3600" b="0" i="1" smtClean="0">
                              <a:latin typeface="Cambria Math" panose="02040503050406030204" pitchFamily="18" charset="0"/>
                            </a:rPr>
                            <m:t>1</m:t>
                          </m:r>
                        </m:sub>
                      </m:sSub>
                      <m:r>
                        <a:rPr lang="es-ES" sz="3600" b="0" i="1" smtClean="0">
                          <a:latin typeface="Cambria Math" panose="02040503050406030204" pitchFamily="18" charset="0"/>
                        </a:rPr>
                        <m:t>≤4</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2</m:t>
                          </m:r>
                        </m:sub>
                      </m:sSub>
                      <m:r>
                        <a:rPr lang="es-ES" sz="3600" i="1">
                          <a:latin typeface="Cambria Math" panose="02040503050406030204" pitchFamily="18" charset="0"/>
                        </a:rPr>
                        <m:t>≤</m:t>
                      </m:r>
                      <m:r>
                        <a:rPr lang="es-ES" sz="3600" b="0" i="1" smtClean="0">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3</m:t>
                          </m:r>
                        </m:sub>
                      </m:sSub>
                      <m:r>
                        <a:rPr lang="es-ES" sz="3600" i="1">
                          <a:latin typeface="Cambria Math" panose="02040503050406030204" pitchFamily="18" charset="0"/>
                        </a:rPr>
                        <m:t>≤</m:t>
                      </m:r>
                      <m:r>
                        <a:rPr lang="es-ES" sz="3600" b="0" i="1" smtClean="0">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b="0" i="1" smtClean="0">
                              <a:latin typeface="Cambria Math" panose="02040503050406030204" pitchFamily="18" charset="0"/>
                            </a:rPr>
                            <m:t>4</m:t>
                          </m:r>
                        </m:sub>
                      </m:sSub>
                      <m:r>
                        <a:rPr lang="es-ES" sz="3600" i="1">
                          <a:latin typeface="Cambria Math" panose="02040503050406030204" pitchFamily="18" charset="0"/>
                        </a:rPr>
                        <m:t>≤</m:t>
                      </m:r>
                      <m:r>
                        <a:rPr lang="es-ES" sz="3600" b="0" i="1" smtClean="0">
                          <a:latin typeface="Cambria Math" panose="02040503050406030204" pitchFamily="18" charset="0"/>
                        </a:rPr>
                        <m:t>1</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1</m:t>
                          </m:r>
                        </m:sub>
                      </m:sSub>
                      <m:r>
                        <a:rPr lang="es-ES" sz="3600" i="1">
                          <a:latin typeface="Cambria Math" panose="02040503050406030204" pitchFamily="18" charset="0"/>
                        </a:rPr>
                        <m:t>+</m:t>
                      </m:r>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2</m:t>
                          </m:r>
                        </m:sub>
                      </m:sSub>
                      <m:r>
                        <a:rPr lang="es-ES" sz="3600" b="0" i="1" smtClean="0">
                          <a:latin typeface="Cambria Math" panose="02040503050406030204" pitchFamily="18" charset="0"/>
                        </a:rPr>
                        <m:t>+</m:t>
                      </m:r>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3</m:t>
                          </m:r>
                        </m:sub>
                      </m:sSub>
                      <m:r>
                        <a:rPr lang="es-ES" sz="3600" b="0" i="1" smtClean="0">
                          <a:latin typeface="Cambria Math" panose="02040503050406030204" pitchFamily="18" charset="0"/>
                        </a:rPr>
                        <m:t>+</m:t>
                      </m:r>
                      <m:sSub>
                        <m:sSubPr>
                          <m:ctrlPr>
                            <a:rPr lang="es-ES" sz="3600" i="1">
                              <a:latin typeface="Cambria Math" panose="02040503050406030204" pitchFamily="18" charset="0"/>
                            </a:rPr>
                          </m:ctrlPr>
                        </m:sSubPr>
                        <m:e>
                          <m:r>
                            <a:rPr lang="es-ES" sz="3600" i="1">
                              <a:latin typeface="Cambria Math" panose="02040503050406030204" pitchFamily="18" charset="0"/>
                            </a:rPr>
                            <m:t>𝑥</m:t>
                          </m:r>
                        </m:e>
                        <m:sub>
                          <m:r>
                            <a:rPr lang="es-ES" sz="3600" i="1">
                              <a:latin typeface="Cambria Math" panose="02040503050406030204" pitchFamily="18" charset="0"/>
                            </a:rPr>
                            <m:t>4</m:t>
                          </m:r>
                        </m:sub>
                      </m:sSub>
                      <m:r>
                        <a:rPr lang="es-ES" sz="3600" b="0" i="1" smtClean="0">
                          <a:latin typeface="Cambria Math" panose="02040503050406030204" pitchFamily="18" charset="0"/>
                        </a:rPr>
                        <m:t>=10</m:t>
                      </m:r>
                    </m:oMath>
                  </m:oMathPara>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DBA19BE-4BAE-DB74-050E-ACA7639579C8}"/>
                  </a:ext>
                </a:extLst>
              </p:cNvPr>
              <p:cNvSpPr>
                <a:spLocks noGrp="1" noRot="1" noChangeAspect="1" noMove="1" noResize="1" noEditPoints="1" noAdjustHandles="1" noChangeArrowheads="1" noChangeShapeType="1" noTextEdit="1"/>
              </p:cNvSpPr>
              <p:nvPr>
                <p:ph idx="1"/>
              </p:nvPr>
            </p:nvSpPr>
            <p:spPr>
              <a:xfrm>
                <a:off x="629412" y="1522914"/>
                <a:ext cx="6774688" cy="4788985"/>
              </a:xfrm>
              <a:blipFill>
                <a:blip r:embed="rId3"/>
                <a:stretch>
                  <a:fillRect l="-269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1AB90D8C-9B31-64CA-89E2-0159EACAA45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107</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AE9C2B9C-0186-9A5A-B1A0-FEC665622284}"/>
                  </a:ext>
                </a:extLst>
              </p:cNvPr>
              <p:cNvSpPr txBox="1">
                <a:spLocks/>
              </p:cNvSpPr>
              <p:nvPr/>
            </p:nvSpPr>
            <p:spPr>
              <a:xfrm>
                <a:off x="7404100" y="1522913"/>
                <a:ext cx="4117249"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r>
                  <a:rPr lang="es-ES" sz="3600" dirty="0">
                    <a:solidFill>
                      <a:schemeClr val="tx1"/>
                    </a:solidFill>
                    <a:latin typeface="Gill Sans Nova" panose="020B0602020104020203" pitchFamily="34" charset="0"/>
                  </a:rPr>
                  <a:t>Optimal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b="0" i="1">
                              <a:solidFill>
                                <a:schemeClr val="tx1"/>
                              </a:solidFill>
                              <a:latin typeface="Cambria Math" panose="02040503050406030204" pitchFamily="18" charset="0"/>
                            </a:rPr>
                          </m:ctrlPr>
                        </m:sSubSupPr>
                        <m:e>
                          <m:r>
                            <a:rPr lang="en-US" sz="3600" b="0" i="1">
                              <a:solidFill>
                                <a:schemeClr val="tx1"/>
                              </a:solidFill>
                              <a:latin typeface="Cambria Math" panose="02040503050406030204" pitchFamily="18" charset="0"/>
                            </a:rPr>
                            <m:t>𝑥</m:t>
                          </m:r>
                        </m:e>
                        <m:sub>
                          <m:r>
                            <a:rPr lang="es-ES" sz="3600" b="0" i="1" smtClean="0">
                              <a:solidFill>
                                <a:schemeClr val="tx1"/>
                              </a:solidFill>
                              <a:latin typeface="Cambria Math" panose="02040503050406030204" pitchFamily="18" charset="0"/>
                            </a:rPr>
                            <m:t>1</m:t>
                          </m:r>
                        </m:sub>
                        <m:sup>
                          <m:r>
                            <a:rPr lang="en-US" sz="3600" b="0">
                              <a:solidFill>
                                <a:schemeClr val="tx1"/>
                              </a:solidFill>
                              <a:latin typeface="Cambria Math" panose="02040503050406030204" pitchFamily="18" charset="0"/>
                            </a:rPr>
                            <m:t>∗</m:t>
                          </m:r>
                        </m:sup>
                      </m:sSubSup>
                      <m:r>
                        <a:rPr lang="en-US" sz="3600" b="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2</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3</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2</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4</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1</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center"/>
                    </m:oMathParaPr>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𝑧</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i="1">
                          <a:latin typeface="Cambria Math" panose="02040503050406030204" pitchFamily="18" charset="0"/>
                        </a:rPr>
                        <m:t>−</m:t>
                      </m:r>
                      <m:r>
                        <a:rPr lang="es-ES" sz="3600" b="0" i="1" smtClean="0">
                          <a:latin typeface="Cambria Math" panose="02040503050406030204" pitchFamily="18" charset="0"/>
                        </a:rPr>
                        <m:t>2</m:t>
                      </m:r>
                    </m:oMath>
                  </m:oMathPara>
                </a14:m>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AE9C2B9C-0186-9A5A-B1A0-FEC665622284}"/>
                  </a:ext>
                </a:extLst>
              </p:cNvPr>
              <p:cNvSpPr txBox="1">
                <a:spLocks noRot="1" noChangeAspect="1" noMove="1" noResize="1" noEditPoints="1" noAdjustHandles="1" noChangeArrowheads="1" noChangeShapeType="1" noTextEdit="1"/>
              </p:cNvSpPr>
              <p:nvPr/>
            </p:nvSpPr>
            <p:spPr>
              <a:xfrm>
                <a:off x="7404100" y="1522913"/>
                <a:ext cx="4117249" cy="4788985"/>
              </a:xfrm>
              <a:prstGeom prst="rect">
                <a:avLst/>
              </a:prstGeom>
              <a:blipFill>
                <a:blip r:embed="rId4"/>
                <a:stretch>
                  <a:fillRect t="-3185"/>
                </a:stretch>
              </a:blipFill>
            </p:spPr>
            <p:txBody>
              <a:bodyPr/>
              <a:lstStyle/>
              <a:p>
                <a:r>
                  <a:rPr lang="es-ES">
                    <a:noFill/>
                  </a:rPr>
                  <a:t> </a:t>
                </a:r>
              </a:p>
            </p:txBody>
          </p:sp>
        </mc:Fallback>
      </mc:AlternateContent>
    </p:spTree>
    <p:extLst>
      <p:ext uri="{BB962C8B-B14F-4D97-AF65-F5344CB8AC3E}">
        <p14:creationId xmlns:p14="http://schemas.microsoft.com/office/powerpoint/2010/main" val="84995838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CE532-91F7-11EE-50C1-1DEBD66B08A2}"/>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A214A1C7-B6BB-4457-CCBA-8884BCE2465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108</a:t>
            </a:fld>
            <a:endParaRPr lang="en-US" noProof="0" dirty="0"/>
          </a:p>
        </p:txBody>
      </p:sp>
      <mc:AlternateContent xmlns:mc="http://schemas.openxmlformats.org/markup-compatibility/2006" xmlns:a14="http://schemas.microsoft.com/office/drawing/2010/main">
        <mc:Choice Requires="a14">
          <p:sp>
            <p:nvSpPr>
              <p:cNvPr id="8" name="Marcador de contenido 2">
                <a:extLst>
                  <a:ext uri="{FF2B5EF4-FFF2-40B4-BE49-F238E27FC236}">
                    <a16:creationId xmlns:a16="http://schemas.microsoft.com/office/drawing/2014/main" id="{71226EC8-F2F2-E109-51EC-D4F66094469F}"/>
                  </a:ext>
                </a:extLst>
              </p:cNvPr>
              <p:cNvSpPr txBox="1">
                <a:spLocks/>
              </p:cNvSpPr>
              <p:nvPr/>
            </p:nvSpPr>
            <p:spPr>
              <a:xfrm>
                <a:off x="629412" y="1486572"/>
                <a:ext cx="10933176" cy="48634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0070C0"/>
                  </a:buClr>
                  <a:buSzPct val="100000"/>
                  <a:buNone/>
                </a:pPr>
                <a:endParaRPr lang="es-ES" sz="3600" dirty="0">
                  <a:latin typeface="Gill Sans Nova" panose="020B0602020104020203" pitchFamily="34" charset="0"/>
                </a:endParaRPr>
              </a:p>
              <a:p>
                <a:pPr marL="0" indent="0" algn="just">
                  <a:buClr>
                    <a:srgbClr val="0070C0"/>
                  </a:buClr>
                  <a:buSzPct val="100000"/>
                  <a:buNone/>
                </a:pPr>
                <a:r>
                  <a:rPr lang="es-ES" sz="3600" dirty="0">
                    <a:latin typeface="Gill Sans Nova" panose="020B0602020104020203" pitchFamily="34" charset="0"/>
                  </a:rPr>
                  <a:t>I </a:t>
                </a:r>
                <a:r>
                  <a:rPr lang="es-ES" sz="3600" dirty="0" err="1">
                    <a:latin typeface="Gill Sans Nova" panose="020B0602020104020203" pitchFamily="34" charset="0"/>
                  </a:rPr>
                  <a:t>will</a:t>
                </a:r>
                <a:r>
                  <a:rPr lang="es-ES" sz="3600" dirty="0">
                    <a:latin typeface="Gill Sans Nova" panose="020B0602020104020203" pitchFamily="34" charset="0"/>
                  </a:rPr>
                  <a:t> use </a:t>
                </a:r>
                <a:r>
                  <a:rPr lang="es-ES" sz="3600" dirty="0" err="1">
                    <a:latin typeface="Gill Sans Nova" panose="020B0602020104020203" pitchFamily="34" charset="0"/>
                  </a:rPr>
                  <a:t>the</a:t>
                </a:r>
                <a:r>
                  <a:rPr lang="es-ES" sz="3600" dirty="0">
                    <a:latin typeface="Gill Sans Nova" panose="020B0602020104020203" pitchFamily="34" charset="0"/>
                  </a:rPr>
                  <a:t> </a:t>
                </a:r>
                <a:r>
                  <a:rPr lang="es-ES" sz="3600" dirty="0" err="1">
                    <a:latin typeface="Gill Sans Nova" panose="020B0602020104020203" pitchFamily="34" charset="0"/>
                  </a:rPr>
                  <a:t>following</a:t>
                </a:r>
                <a:r>
                  <a:rPr lang="es-ES" sz="3600" dirty="0">
                    <a:latin typeface="Gill Sans Nova" panose="020B0602020104020203" pitchFamily="34" charset="0"/>
                  </a:rPr>
                  <a:t> </a:t>
                </a:r>
                <a:r>
                  <a:rPr lang="es-ES" sz="3600" dirty="0" err="1">
                    <a:latin typeface="Gill Sans Nova" panose="020B0602020104020203" pitchFamily="34" charset="0"/>
                  </a:rPr>
                  <a:t>notation</a:t>
                </a:r>
                <a:r>
                  <a:rPr lang="es-ES" sz="3600" dirty="0">
                    <a:latin typeface="Gill Sans Nova" panose="020B0602020104020203" pitchFamily="34" charset="0"/>
                  </a:rPr>
                  <a:t> in </a:t>
                </a:r>
                <a:r>
                  <a:rPr lang="es-ES" sz="3600" dirty="0" err="1">
                    <a:latin typeface="Gill Sans Nova" panose="020B0602020104020203" pitchFamily="34" charset="0"/>
                  </a:rPr>
                  <a:t>the</a:t>
                </a:r>
                <a:r>
                  <a:rPr lang="es-ES" sz="3600" dirty="0">
                    <a:latin typeface="Gill Sans Nova" panose="020B0602020104020203" pitchFamily="34" charset="0"/>
                  </a:rPr>
                  <a:t> </a:t>
                </a:r>
                <a:r>
                  <a:rPr lang="es-ES" sz="3600" dirty="0" err="1">
                    <a:latin typeface="Gill Sans Nova" panose="020B0602020104020203" pitchFamily="34" charset="0"/>
                  </a:rPr>
                  <a:t>course</a:t>
                </a:r>
                <a:r>
                  <a:rPr lang="es-ES" sz="3600" dirty="0">
                    <a:latin typeface="Gill Sans Nova" panose="020B0602020104020203" pitchFamily="34" charset="0"/>
                  </a:rPr>
                  <a:t>:</a:t>
                </a:r>
              </a:p>
              <a:p>
                <a:pPr marL="0" indent="0" algn="just">
                  <a:buClr>
                    <a:srgbClr val="0070C0"/>
                  </a:buClr>
                  <a:buSzPct val="100000"/>
                  <a:buNone/>
                </a:pPr>
                <a:endParaRPr lang="es-ES" sz="3600" dirty="0">
                  <a:latin typeface="Gill Sans Nova" panose="020B0602020104020203" pitchFamily="34" charset="0"/>
                </a:endParaRPr>
              </a:p>
              <a:p>
                <a:pPr>
                  <a:buClr>
                    <a:srgbClr val="0070C0"/>
                  </a:buClr>
                  <a:buSzPct val="100000"/>
                  <a:buFont typeface="Wingdings" panose="05000000000000000000" pitchFamily="2" charset="2"/>
                  <a:buChar char="§"/>
                </a:pPr>
                <a:r>
                  <a:rPr lang="es-ES" sz="3600" dirty="0">
                    <a:latin typeface="Gill Sans Nova" panose="020B0602020104020203" pitchFamily="34" charset="0"/>
                  </a:rPr>
                  <a:t> </a:t>
                </a:r>
                <a:r>
                  <a:rPr lang="es-ES" sz="3600" dirty="0" err="1">
                    <a:latin typeface="Gill Sans Nova" panose="020B0602020104020203" pitchFamily="34" charset="0"/>
                  </a:rPr>
                  <a:t>Uppercase</a:t>
                </a:r>
                <a:r>
                  <a:rPr lang="es-ES" sz="3600" dirty="0">
                    <a:latin typeface="Gill Sans Nova" panose="020B0602020104020203" pitchFamily="34" charset="0"/>
                  </a:rPr>
                  <a:t> </a:t>
                </a:r>
                <a:r>
                  <a:rPr lang="es-ES" sz="3600" dirty="0" err="1">
                    <a:latin typeface="Gill Sans Nova" panose="020B0602020104020203" pitchFamily="34" charset="0"/>
                  </a:rPr>
                  <a:t>letters</a:t>
                </a:r>
                <a:r>
                  <a:rPr lang="es-ES" sz="3600" dirty="0">
                    <a:latin typeface="Gill Sans Nova" panose="020B0602020104020203" pitchFamily="34" charset="0"/>
                  </a:rPr>
                  <a:t> </a:t>
                </a:r>
                <a14:m>
                  <m:oMath xmlns:m="http://schemas.openxmlformats.org/officeDocument/2006/math">
                    <m:r>
                      <a:rPr lang="es-ES" sz="3600" b="0" i="1" smtClean="0">
                        <a:solidFill>
                          <a:srgbClr val="0070C0"/>
                        </a:solidFill>
                        <a:latin typeface="Cambria Math" panose="02040503050406030204" pitchFamily="18" charset="0"/>
                      </a:rPr>
                      <m:t>→</m:t>
                    </m:r>
                  </m:oMath>
                </a14:m>
                <a:r>
                  <a:rPr lang="es-ES" sz="3600" dirty="0">
                    <a:latin typeface="Gill Sans Nova" panose="020B0602020104020203" pitchFamily="34" charset="0"/>
                  </a:rPr>
                  <a:t> </a:t>
                </a:r>
                <a:r>
                  <a:rPr lang="es-ES" sz="3600" dirty="0" err="1">
                    <a:latin typeface="Gill Sans Nova" panose="020B0602020104020203" pitchFamily="34" charset="0"/>
                  </a:rPr>
                  <a:t>Parameters</a:t>
                </a:r>
                <a:r>
                  <a:rPr lang="es-ES" sz="3600" dirty="0">
                    <a:latin typeface="Gill Sans Nova" panose="020B0602020104020203" pitchFamily="34" charset="0"/>
                  </a:rPr>
                  <a:t> (input data).</a:t>
                </a:r>
              </a:p>
              <a:p>
                <a:pPr>
                  <a:buClr>
                    <a:srgbClr val="0070C0"/>
                  </a:buClr>
                  <a:buSzPct val="100000"/>
                  <a:buFont typeface="Wingdings" panose="05000000000000000000" pitchFamily="2" charset="2"/>
                  <a:buChar char="§"/>
                </a:pPr>
                <a:endParaRPr lang="es-ES" sz="3600" dirty="0">
                  <a:latin typeface="Gill Sans Nova" panose="020B0602020104020203" pitchFamily="34" charset="0"/>
                </a:endParaRPr>
              </a:p>
              <a:p>
                <a:pPr>
                  <a:buClr>
                    <a:srgbClr val="0070C0"/>
                  </a:buClr>
                  <a:buSzPct val="100000"/>
                  <a:buFont typeface="Wingdings" panose="05000000000000000000" pitchFamily="2" charset="2"/>
                  <a:buChar char="§"/>
                </a:pPr>
                <a:r>
                  <a:rPr lang="es-ES" sz="3600" dirty="0">
                    <a:latin typeface="Gill Sans Nova" panose="020B0602020104020203" pitchFamily="34" charset="0"/>
                  </a:rPr>
                  <a:t> </a:t>
                </a:r>
                <a:r>
                  <a:rPr lang="es-ES" sz="3600" dirty="0" err="1">
                    <a:latin typeface="Gill Sans Nova" panose="020B0602020104020203" pitchFamily="34" charset="0"/>
                  </a:rPr>
                  <a:t>Lowercase</a:t>
                </a:r>
                <a:r>
                  <a:rPr lang="es-ES" sz="3600" dirty="0">
                    <a:latin typeface="Gill Sans Nova" panose="020B0602020104020203" pitchFamily="34" charset="0"/>
                  </a:rPr>
                  <a:t> </a:t>
                </a:r>
                <a:r>
                  <a:rPr lang="es-ES" sz="3600" dirty="0" err="1">
                    <a:latin typeface="Gill Sans Nova" panose="020B0602020104020203" pitchFamily="34" charset="0"/>
                  </a:rPr>
                  <a:t>letters</a:t>
                </a:r>
                <a:r>
                  <a:rPr lang="es-ES" sz="3600" dirty="0">
                    <a:latin typeface="Gill Sans Nova" panose="020B0602020104020203" pitchFamily="34" charset="0"/>
                  </a:rPr>
                  <a:t> </a:t>
                </a:r>
                <a14:m>
                  <m:oMath xmlns:m="http://schemas.openxmlformats.org/officeDocument/2006/math">
                    <m:r>
                      <a:rPr lang="es-ES" sz="3600" i="1">
                        <a:solidFill>
                          <a:srgbClr val="0070C0"/>
                        </a:solidFill>
                        <a:latin typeface="Cambria Math" panose="02040503050406030204" pitchFamily="18" charset="0"/>
                      </a:rPr>
                      <m:t>→</m:t>
                    </m:r>
                  </m:oMath>
                </a14:m>
                <a:r>
                  <a:rPr lang="es-ES" sz="3600" dirty="0">
                    <a:latin typeface="Gill Sans Nova" panose="020B0602020104020203" pitchFamily="34" charset="0"/>
                  </a:rPr>
                  <a:t> Variables (output data).</a:t>
                </a:r>
              </a:p>
              <a:p>
                <a:pPr marL="0" indent="0" algn="ctr">
                  <a:buClr>
                    <a:srgbClr val="0070C0"/>
                  </a:buClr>
                  <a:buSzPct val="100000"/>
                  <a:buNone/>
                </a:pPr>
                <a:endParaRPr lang="es-ES" sz="3600" dirty="0">
                  <a:latin typeface="Gill Sans Nova" panose="020B0602020104020203" pitchFamily="34" charset="0"/>
                </a:endParaRPr>
              </a:p>
            </p:txBody>
          </p:sp>
        </mc:Choice>
        <mc:Fallback xmlns="">
          <p:sp>
            <p:nvSpPr>
              <p:cNvPr id="8" name="Marcador de contenido 2">
                <a:extLst>
                  <a:ext uri="{FF2B5EF4-FFF2-40B4-BE49-F238E27FC236}">
                    <a16:creationId xmlns:a16="http://schemas.microsoft.com/office/drawing/2014/main" id="{71226EC8-F2F2-E109-51EC-D4F66094469F}"/>
                  </a:ext>
                </a:extLst>
              </p:cNvPr>
              <p:cNvSpPr txBox="1">
                <a:spLocks noRot="1" noChangeAspect="1" noMove="1" noResize="1" noEditPoints="1" noAdjustHandles="1" noChangeArrowheads="1" noChangeShapeType="1" noTextEdit="1"/>
              </p:cNvSpPr>
              <p:nvPr/>
            </p:nvSpPr>
            <p:spPr>
              <a:xfrm>
                <a:off x="629412" y="1486572"/>
                <a:ext cx="10933176" cy="4863427"/>
              </a:xfrm>
              <a:prstGeom prst="rect">
                <a:avLst/>
              </a:prstGeom>
              <a:blipFill>
                <a:blip r:embed="rId3"/>
                <a:stretch>
                  <a:fillRect l="-1672"/>
                </a:stretch>
              </a:blipFill>
            </p:spPr>
            <p:txBody>
              <a:bodyPr/>
              <a:lstStyle/>
              <a:p>
                <a:r>
                  <a:rPr lang="es-ES">
                    <a:noFill/>
                  </a:rPr>
                  <a:t> </a:t>
                </a:r>
              </a:p>
            </p:txBody>
          </p:sp>
        </mc:Fallback>
      </mc:AlternateContent>
      <p:sp>
        <p:nvSpPr>
          <p:cNvPr id="5" name="Título 1">
            <a:extLst>
              <a:ext uri="{FF2B5EF4-FFF2-40B4-BE49-F238E27FC236}">
                <a16:creationId xmlns:a16="http://schemas.microsoft.com/office/drawing/2014/main" id="{55B80005-05BA-BCA7-8C2D-482C6ED6B3CA}"/>
              </a:ext>
            </a:extLst>
          </p:cNvPr>
          <p:cNvSpPr>
            <a:spLocks noGrp="1"/>
          </p:cNvSpPr>
          <p:nvPr>
            <p:ph type="title"/>
          </p:nvPr>
        </p:nvSpPr>
        <p:spPr>
          <a:xfrm>
            <a:off x="420626" y="254955"/>
            <a:ext cx="2466953" cy="686433"/>
          </a:xfrm>
        </p:spPr>
        <p:txBody>
          <a:bodyPr>
            <a:noAutofit/>
          </a:bodyPr>
          <a:lstStyle/>
          <a:p>
            <a:r>
              <a:rPr lang="en-US" sz="4800" dirty="0">
                <a:latin typeface="Gill Sans Nova" panose="020B0602020104020203" pitchFamily="34" charset="0"/>
              </a:rPr>
              <a:t>Notation</a:t>
            </a:r>
            <a:endParaRPr lang="en-US" sz="4000" noProof="0" dirty="0">
              <a:latin typeface="Gill Sans Nova" panose="020B0602020104020203" pitchFamily="34" charset="0"/>
            </a:endParaRPr>
          </a:p>
        </p:txBody>
      </p:sp>
      <p:sp>
        <p:nvSpPr>
          <p:cNvPr id="6" name="Rectángulo 5">
            <a:extLst>
              <a:ext uri="{FF2B5EF4-FFF2-40B4-BE49-F238E27FC236}">
                <a16:creationId xmlns:a16="http://schemas.microsoft.com/office/drawing/2014/main" id="{5C4BB180-319D-5237-5775-DCD5D2B11734}"/>
              </a:ext>
            </a:extLst>
          </p:cNvPr>
          <p:cNvSpPr/>
          <p:nvPr/>
        </p:nvSpPr>
        <p:spPr>
          <a:xfrm>
            <a:off x="420625" y="941380"/>
            <a:ext cx="246695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821256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03B83-E097-B367-3D85-D6D6273E91D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458AFA0F-1393-4D7A-4EE5-331FB879F867}"/>
              </a:ext>
            </a:extLst>
          </p:cNvPr>
          <p:cNvSpPr>
            <a:spLocks noGrp="1"/>
          </p:cNvSpPr>
          <p:nvPr>
            <p:ph type="title"/>
          </p:nvPr>
        </p:nvSpPr>
        <p:spPr>
          <a:xfrm>
            <a:off x="420625" y="254955"/>
            <a:ext cx="8697975" cy="686433"/>
          </a:xfrm>
        </p:spPr>
        <p:txBody>
          <a:bodyPr>
            <a:noAutofit/>
          </a:bodyPr>
          <a:lstStyle/>
          <a:p>
            <a:r>
              <a:rPr lang="en-US" sz="4800" dirty="0">
                <a:latin typeface="Gill Sans Nova" panose="020B0602020104020203" pitchFamily="34" charset="0"/>
              </a:rPr>
              <a:t>Exercise 6 – Compact formulation</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54291C4-153C-99AF-16EC-8592B7090335}"/>
              </a:ext>
            </a:extLst>
          </p:cNvPr>
          <p:cNvSpPr/>
          <p:nvPr/>
        </p:nvSpPr>
        <p:spPr>
          <a:xfrm>
            <a:off x="420625" y="941380"/>
            <a:ext cx="86979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5F591B0-C507-55BB-5C86-630DE704C9FB}"/>
                  </a:ext>
                </a:extLst>
              </p:cNvPr>
              <p:cNvSpPr>
                <a:spLocks noGrp="1"/>
              </p:cNvSpPr>
              <p:nvPr>
                <p:ph idx="1"/>
              </p:nvPr>
            </p:nvSpPr>
            <p:spPr>
              <a:xfrm>
                <a:off x="629412" y="1294314"/>
                <a:ext cx="4425188" cy="5308731"/>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200" i="1">
                              <a:latin typeface="Cambria Math" panose="02040503050406030204" pitchFamily="18" charset="0"/>
                            </a:rPr>
                          </m:ctrlPr>
                        </m:funcPr>
                        <m:fName>
                          <m:limLow>
                            <m:limLowPr>
                              <m:ctrlPr>
                                <a:rPr lang="es-ES" sz="3200" i="1">
                                  <a:latin typeface="Cambria Math" panose="02040503050406030204" pitchFamily="18" charset="0"/>
                                </a:rPr>
                              </m:ctrlPr>
                            </m:limLowPr>
                            <m:e>
                              <m:r>
                                <a:rPr lang="es-ES" sz="3200" i="1">
                                  <a:latin typeface="Cambria Math" panose="02040503050406030204" pitchFamily="18" charset="0"/>
                                </a:rPr>
                                <m:t>𝑚</m:t>
                              </m:r>
                              <m:r>
                                <a:rPr lang="es-ES" sz="3200" b="0" i="1" smtClean="0">
                                  <a:latin typeface="Cambria Math" panose="02040503050406030204" pitchFamily="18" charset="0"/>
                                </a:rPr>
                                <m:t>𝑖𝑛</m:t>
                              </m:r>
                            </m:e>
                            <m:lim>
                              <m:r>
                                <a:rPr lang="es-ES" sz="3200" b="1" i="1">
                                  <a:latin typeface="Cambria Math" panose="02040503050406030204" pitchFamily="18" charset="0"/>
                                </a:rPr>
                                <m:t>𝒙</m:t>
                              </m:r>
                            </m:lim>
                          </m:limLow>
                        </m:fName>
                        <m:e/>
                      </m:func>
                      <m:r>
                        <a:rPr lang="es-ES" sz="3200" i="1">
                          <a:latin typeface="Cambria Math" panose="02040503050406030204" pitchFamily="18" charset="0"/>
                        </a:rPr>
                        <m:t>𝑧</m:t>
                      </m:r>
                      <m:r>
                        <a:rPr lang="es-ES" sz="3200" i="1">
                          <a:latin typeface="Cambria Math" panose="02040503050406030204" pitchFamily="18" charset="0"/>
                        </a:rPr>
                        <m:t>=</m:t>
                      </m:r>
                      <m:nary>
                        <m:naryPr>
                          <m:chr m:val="∑"/>
                          <m:ctrlPr>
                            <a:rPr lang="es-ES" sz="3200" b="0" i="1" smtClean="0">
                              <a:latin typeface="Cambria Math" panose="02040503050406030204" pitchFamily="18" charset="0"/>
                            </a:rPr>
                          </m:ctrlPr>
                        </m:naryPr>
                        <m:sub>
                          <m:r>
                            <m:rPr>
                              <m:brk m:alnAt="23"/>
                            </m:rPr>
                            <a:rPr lang="es-ES" sz="3200" b="0" i="1" smtClean="0">
                              <a:latin typeface="Cambria Math" panose="02040503050406030204" pitchFamily="18" charset="0"/>
                            </a:rPr>
                            <m:t>𝑖</m:t>
                          </m:r>
                          <m:r>
                            <a:rPr lang="es-ES" sz="3200" b="0" i="1" smtClean="0">
                              <a:latin typeface="Cambria Math" panose="02040503050406030204" pitchFamily="18" charset="0"/>
                            </a:rPr>
                            <m:t>=1</m:t>
                          </m:r>
                        </m:sub>
                        <m:sup>
                          <m:r>
                            <a:rPr lang="es-ES" sz="3200" b="0" i="1" smtClean="0">
                              <a:latin typeface="Cambria Math" panose="02040503050406030204" pitchFamily="18" charset="0"/>
                            </a:rPr>
                            <m:t>𝐼</m:t>
                          </m:r>
                        </m:sup>
                        <m:e>
                          <m:sSub>
                            <m:sSubPr>
                              <m:ctrlPr>
                                <a:rPr lang="es-ES" sz="3200" i="1">
                                  <a:latin typeface="Cambria Math" panose="02040503050406030204" pitchFamily="18" charset="0"/>
                                </a:rPr>
                              </m:ctrlPr>
                            </m:sSubPr>
                            <m:e>
                              <m:r>
                                <a:rPr lang="es-ES" sz="3200" i="1">
                                  <a:latin typeface="Cambria Math" panose="02040503050406030204" pitchFamily="18" charset="0"/>
                                </a:rPr>
                                <m:t>𝐴</m:t>
                              </m:r>
                            </m:e>
                            <m:sub>
                              <m:r>
                                <a:rPr lang="es-ES" sz="3200" i="1">
                                  <a:latin typeface="Cambria Math" panose="02040503050406030204" pitchFamily="18" charset="0"/>
                                </a:rPr>
                                <m:t>𝑖</m:t>
                              </m:r>
                            </m:sub>
                          </m:sSub>
                          <m:sSub>
                            <m:sSubPr>
                              <m:ctrlPr>
                                <a:rPr lang="es-ES" sz="3200" i="1">
                                  <a:latin typeface="Cambria Math" panose="02040503050406030204" pitchFamily="18" charset="0"/>
                                </a:rPr>
                              </m:ctrlPr>
                            </m:sSubPr>
                            <m:e>
                              <m:r>
                                <a:rPr lang="es-ES" sz="3200" i="1">
                                  <a:latin typeface="Cambria Math" panose="02040503050406030204" pitchFamily="18" charset="0"/>
                                </a:rPr>
                                <m:t>𝑥</m:t>
                              </m:r>
                            </m:e>
                            <m:sub>
                              <m:r>
                                <a:rPr lang="es-ES" sz="3200" i="1">
                                  <a:latin typeface="Cambria Math" panose="02040503050406030204" pitchFamily="18" charset="0"/>
                                </a:rPr>
                                <m:t>𝑖</m:t>
                              </m:r>
                            </m:sub>
                          </m:sSub>
                        </m:e>
                      </m:nary>
                    </m:oMath>
                  </m:oMathPara>
                </a14:m>
                <a:endParaRPr lang="en-US" sz="3200" dirty="0">
                  <a:latin typeface="Gill Sans Nova" panose="020B0602020104020203" pitchFamily="34" charset="0"/>
                </a:endParaRPr>
              </a:p>
              <a:p>
                <a:pPr marL="0" indent="0">
                  <a:buClr>
                    <a:srgbClr val="0070C0"/>
                  </a:buClr>
                  <a:buSzPct val="100000"/>
                  <a:buNone/>
                </a:pPr>
                <a:r>
                  <a:rPr lang="en-US" sz="3200" dirty="0" err="1">
                    <a:latin typeface="Gill Sans Nova" panose="020B0602020104020203" pitchFamily="34" charset="0"/>
                  </a:rPr>
                  <a:t>s.t.</a:t>
                </a:r>
                <a:r>
                  <a:rPr lang="en-US" sz="3200" dirty="0">
                    <a:latin typeface="Gill Sans Nova" panose="020B0602020104020203" pitchFamily="34" charset="0"/>
                  </a:rPr>
                  <a:t>:</a:t>
                </a:r>
              </a:p>
              <a:p>
                <a:pPr marL="0" indent="0">
                  <a:buClr>
                    <a:srgbClr val="0070C0"/>
                  </a:buClr>
                  <a:buSzPct val="100000"/>
                  <a:buNone/>
                </a:pPr>
                <a14:m>
                  <m:oMath xmlns:m="http://schemas.openxmlformats.org/officeDocument/2006/math">
                    <m:r>
                      <a:rPr lang="es-ES" sz="3200" b="0" i="1" smtClean="0">
                        <a:latin typeface="Cambria Math" panose="02040503050406030204" pitchFamily="18" charset="0"/>
                      </a:rPr>
                      <m:t>0</m:t>
                    </m:r>
                    <m:r>
                      <a:rPr lang="es-ES" sz="3200" i="1">
                        <a:latin typeface="Cambria Math" panose="02040503050406030204" pitchFamily="18" charset="0"/>
                      </a:rPr>
                      <m:t>≤</m:t>
                    </m:r>
                    <m:sSub>
                      <m:sSubPr>
                        <m:ctrlPr>
                          <a:rPr lang="es-ES" sz="3200" i="1">
                            <a:latin typeface="Cambria Math" panose="02040503050406030204" pitchFamily="18" charset="0"/>
                          </a:rPr>
                        </m:ctrlPr>
                      </m:sSubPr>
                      <m:e>
                        <m:r>
                          <a:rPr lang="es-ES" sz="3200" i="1">
                            <a:latin typeface="Cambria Math" panose="02040503050406030204" pitchFamily="18" charset="0"/>
                          </a:rPr>
                          <m:t>𝑥</m:t>
                        </m:r>
                      </m:e>
                      <m:sub>
                        <m:r>
                          <a:rPr lang="es-ES" sz="3200" b="0" i="1" smtClean="0">
                            <a:latin typeface="Cambria Math" panose="02040503050406030204" pitchFamily="18" charset="0"/>
                          </a:rPr>
                          <m:t>𝑖</m:t>
                        </m:r>
                      </m:sub>
                    </m:sSub>
                    <m:r>
                      <a:rPr lang="es-ES" sz="3200" i="1">
                        <a:latin typeface="Cambria Math" panose="02040503050406030204" pitchFamily="18" charset="0"/>
                      </a:rPr>
                      <m:t>≤</m:t>
                    </m:r>
                    <m:sSub>
                      <m:sSubPr>
                        <m:ctrlPr>
                          <a:rPr lang="es-ES" sz="3200" b="0" i="1" smtClean="0">
                            <a:latin typeface="Cambria Math" panose="02040503050406030204" pitchFamily="18" charset="0"/>
                          </a:rPr>
                        </m:ctrlPr>
                      </m:sSubPr>
                      <m:e>
                        <m:acc>
                          <m:accPr>
                            <m:chr m:val="̅"/>
                            <m:ctrlPr>
                              <a:rPr lang="es-ES" sz="3200" b="0" i="1" smtClean="0">
                                <a:latin typeface="Cambria Math" panose="02040503050406030204" pitchFamily="18" charset="0"/>
                              </a:rPr>
                            </m:ctrlPr>
                          </m:accPr>
                          <m:e>
                            <m:r>
                              <a:rPr lang="es-ES" sz="3200" b="0" i="1" smtClean="0">
                                <a:latin typeface="Cambria Math" panose="02040503050406030204" pitchFamily="18" charset="0"/>
                              </a:rPr>
                              <m:t>𝑋</m:t>
                            </m:r>
                          </m:e>
                        </m:acc>
                      </m:e>
                      <m:sub>
                        <m:r>
                          <a:rPr lang="es-ES" sz="3200" b="0" i="1" smtClean="0">
                            <a:latin typeface="Cambria Math" panose="02040503050406030204" pitchFamily="18" charset="0"/>
                          </a:rPr>
                          <m:t>𝑖</m:t>
                        </m:r>
                      </m:sub>
                    </m:sSub>
                  </m:oMath>
                </a14:m>
                <a:r>
                  <a:rPr lang="en-US" sz="3200" dirty="0">
                    <a:latin typeface="Gill Sans Nova" panose="020B0602020104020203" pitchFamily="34" charset="0"/>
                  </a:rPr>
                  <a:t>, </a:t>
                </a:r>
                <a14:m>
                  <m:oMath xmlns:m="http://schemas.openxmlformats.org/officeDocument/2006/math">
                    <m:r>
                      <a:rPr lang="es-ES" sz="3200" b="0" i="1" smtClean="0">
                        <a:latin typeface="Cambria Math" panose="02040503050406030204" pitchFamily="18" charset="0"/>
                      </a:rPr>
                      <m:t>𝑖</m:t>
                    </m:r>
                    <m:r>
                      <a:rPr lang="es-ES" sz="3200" b="0" i="1" smtClean="0">
                        <a:latin typeface="Cambria Math" panose="02040503050406030204" pitchFamily="18" charset="0"/>
                      </a:rPr>
                      <m:t>=1,…,</m:t>
                    </m:r>
                    <m:r>
                      <a:rPr lang="es-ES" sz="3200" b="0" i="1" smtClean="0">
                        <a:latin typeface="Cambria Math" panose="02040503050406030204" pitchFamily="18" charset="0"/>
                      </a:rPr>
                      <m:t>𝐼</m:t>
                    </m:r>
                  </m:oMath>
                </a14:m>
                <a:endParaRPr lang="en-US" sz="3200" dirty="0">
                  <a:latin typeface="Gill Sans Nova" panose="020B0602020104020203" pitchFamily="34" charset="0"/>
                </a:endParaRPr>
              </a:p>
              <a:p>
                <a:pPr marL="0" indent="0">
                  <a:buClr>
                    <a:srgbClr val="0070C0"/>
                  </a:buClr>
                  <a:buSzPct val="100000"/>
                  <a:buNone/>
                </a:pPr>
                <a:endParaRPr lang="en-US" sz="1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nary>
                        <m:naryPr>
                          <m:chr m:val="∑"/>
                          <m:ctrlPr>
                            <a:rPr lang="es-ES" sz="3200" i="1">
                              <a:latin typeface="Cambria Math" panose="02040503050406030204" pitchFamily="18" charset="0"/>
                            </a:rPr>
                          </m:ctrlPr>
                        </m:naryPr>
                        <m:sub>
                          <m:r>
                            <m:rPr>
                              <m:brk m:alnAt="23"/>
                            </m:rPr>
                            <a:rPr lang="es-ES" sz="3200" i="1">
                              <a:latin typeface="Cambria Math" panose="02040503050406030204" pitchFamily="18" charset="0"/>
                            </a:rPr>
                            <m:t>𝑖</m:t>
                          </m:r>
                          <m:r>
                            <a:rPr lang="es-ES" sz="3200" i="1">
                              <a:latin typeface="Cambria Math" panose="02040503050406030204" pitchFamily="18" charset="0"/>
                            </a:rPr>
                            <m:t>=1</m:t>
                          </m:r>
                        </m:sub>
                        <m:sup>
                          <m:r>
                            <a:rPr lang="es-ES" sz="3200" i="1">
                              <a:latin typeface="Cambria Math" panose="02040503050406030204" pitchFamily="18" charset="0"/>
                            </a:rPr>
                            <m:t>𝐼</m:t>
                          </m:r>
                        </m:sup>
                        <m:e>
                          <m:sSub>
                            <m:sSubPr>
                              <m:ctrlPr>
                                <a:rPr lang="es-ES" sz="3200" i="1">
                                  <a:latin typeface="Cambria Math" panose="02040503050406030204" pitchFamily="18" charset="0"/>
                                </a:rPr>
                              </m:ctrlPr>
                            </m:sSubPr>
                            <m:e>
                              <m:r>
                                <a:rPr lang="es-ES" sz="3200" i="1">
                                  <a:latin typeface="Cambria Math" panose="02040503050406030204" pitchFamily="18" charset="0"/>
                                </a:rPr>
                                <m:t>𝑥</m:t>
                              </m:r>
                            </m:e>
                            <m:sub>
                              <m:r>
                                <a:rPr lang="es-ES" sz="3200" i="1">
                                  <a:latin typeface="Cambria Math" panose="02040503050406030204" pitchFamily="18" charset="0"/>
                                </a:rPr>
                                <m:t>𝑖</m:t>
                              </m:r>
                            </m:sub>
                          </m:sSub>
                        </m:e>
                      </m:nary>
                      <m:r>
                        <a:rPr lang="es-ES" sz="3200" b="0" i="1" smtClean="0">
                          <a:latin typeface="Cambria Math" panose="02040503050406030204" pitchFamily="18" charset="0"/>
                        </a:rPr>
                        <m:t>=</m:t>
                      </m:r>
                      <m:r>
                        <a:rPr lang="es-ES" sz="3200" b="0" i="1" smtClean="0">
                          <a:latin typeface="Cambria Math" panose="02040503050406030204" pitchFamily="18" charset="0"/>
                        </a:rPr>
                        <m:t>𝐵</m:t>
                      </m:r>
                    </m:oMath>
                  </m:oMathPara>
                </a14:m>
                <a:endParaRPr lang="en-US" sz="3200" dirty="0">
                  <a:latin typeface="Gill Sans Nova" panose="020B0602020104020203" pitchFamily="34" charset="0"/>
                </a:endParaRPr>
              </a:p>
              <a:p>
                <a:pPr marL="0" indent="0">
                  <a:buClr>
                    <a:srgbClr val="0070C0"/>
                  </a:buClr>
                  <a:buSzPct val="100000"/>
                  <a:buNone/>
                </a:pPr>
                <a:endParaRPr lang="en-US" sz="1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200" b="1" i="1" smtClean="0">
                          <a:latin typeface="Cambria Math" panose="02040503050406030204" pitchFamily="18" charset="0"/>
                        </a:rPr>
                        <m:t>𝑨</m:t>
                      </m:r>
                      <m:r>
                        <a:rPr lang="es-ES" sz="3200" b="0" i="1" smtClean="0">
                          <a:latin typeface="Cambria Math" panose="02040503050406030204" pitchFamily="18" charset="0"/>
                        </a:rPr>
                        <m:t>=</m:t>
                      </m:r>
                      <m:d>
                        <m:dPr>
                          <m:begChr m:val="["/>
                          <m:endChr m:val="]"/>
                          <m:ctrlPr>
                            <a:rPr lang="es-ES" sz="3200" i="1">
                              <a:latin typeface="Cambria Math" panose="02040503050406030204" pitchFamily="18" charset="0"/>
                            </a:rPr>
                          </m:ctrlPr>
                        </m:dPr>
                        <m:e>
                          <m:r>
                            <a:rPr lang="es-ES" sz="3200" i="1">
                              <a:latin typeface="Cambria Math" panose="02040503050406030204" pitchFamily="18" charset="0"/>
                            </a:rPr>
                            <m:t>−2</m:t>
                          </m:r>
                          <m:r>
                            <a:rPr lang="es-ES" sz="3200" b="0" i="1" smtClean="0">
                              <a:latin typeface="Cambria Math" panose="02040503050406030204" pitchFamily="18" charset="0"/>
                            </a:rPr>
                            <m:t>,</m:t>
                          </m:r>
                          <m:r>
                            <a:rPr lang="es-ES" sz="3200" i="1">
                              <a:latin typeface="Cambria Math" panose="02040503050406030204" pitchFamily="18" charset="0"/>
                            </a:rPr>
                            <m:t>−</m:t>
                          </m:r>
                          <m:r>
                            <a:rPr lang="es-ES" sz="3200" b="0" i="1" smtClean="0">
                              <a:latin typeface="Cambria Math" panose="02040503050406030204" pitchFamily="18" charset="0"/>
                            </a:rPr>
                            <m:t>1, 4, 1</m:t>
                          </m:r>
                        </m:e>
                      </m:d>
                      <m:r>
                        <a:rPr lang="es-ES" sz="3200" b="0" i="1" smtClean="0">
                          <a:latin typeface="Cambria Math" panose="02040503050406030204" pitchFamily="18" charset="0"/>
                        </a:rPr>
                        <m:t>.</m:t>
                      </m:r>
                    </m:oMath>
                  </m:oMathPara>
                </a14:m>
                <a:endParaRPr lang="es-ES" sz="32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acc>
                        <m:accPr>
                          <m:chr m:val="̅"/>
                          <m:ctrlPr>
                            <a:rPr lang="es-ES" sz="3200" b="1" i="1" smtClean="0">
                              <a:latin typeface="Cambria Math" panose="02040503050406030204" pitchFamily="18" charset="0"/>
                            </a:rPr>
                          </m:ctrlPr>
                        </m:accPr>
                        <m:e>
                          <m:r>
                            <a:rPr lang="es-ES" sz="3200" b="1" i="1" smtClean="0">
                              <a:latin typeface="Cambria Math" panose="02040503050406030204" pitchFamily="18" charset="0"/>
                            </a:rPr>
                            <m:t>𝑿</m:t>
                          </m:r>
                        </m:e>
                      </m:acc>
                      <m:r>
                        <a:rPr lang="es-ES" sz="3200" b="0" i="1" smtClean="0">
                          <a:latin typeface="Cambria Math" panose="02040503050406030204" pitchFamily="18" charset="0"/>
                        </a:rPr>
                        <m:t>=</m:t>
                      </m:r>
                      <m:d>
                        <m:dPr>
                          <m:begChr m:val="["/>
                          <m:endChr m:val="]"/>
                          <m:ctrlPr>
                            <a:rPr lang="es-ES" sz="3200" b="0" i="1" smtClean="0">
                              <a:latin typeface="Cambria Math" panose="02040503050406030204" pitchFamily="18" charset="0"/>
                            </a:rPr>
                          </m:ctrlPr>
                        </m:dPr>
                        <m:e>
                          <m:r>
                            <a:rPr lang="es-ES" sz="3200" b="0" i="1" smtClean="0">
                              <a:latin typeface="Cambria Math" panose="02040503050406030204" pitchFamily="18" charset="0"/>
                            </a:rPr>
                            <m:t>4, 3, 5, 1</m:t>
                          </m:r>
                        </m:e>
                      </m:d>
                      <m:r>
                        <a:rPr lang="es-ES" sz="3200" b="0" i="1" smtClean="0">
                          <a:latin typeface="Cambria Math" panose="02040503050406030204" pitchFamily="18" charset="0"/>
                        </a:rPr>
                        <m:t>.</m:t>
                      </m:r>
                    </m:oMath>
                  </m:oMathPara>
                </a14:m>
                <a:endParaRPr lang="es-ES" sz="32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200" b="0" i="1" smtClean="0">
                          <a:latin typeface="Cambria Math" panose="02040503050406030204" pitchFamily="18" charset="0"/>
                        </a:rPr>
                        <m:t>𝐵</m:t>
                      </m:r>
                      <m:r>
                        <a:rPr lang="es-ES" sz="3200" b="0" i="1" smtClean="0">
                          <a:latin typeface="Cambria Math" panose="02040503050406030204" pitchFamily="18" charset="0"/>
                        </a:rPr>
                        <m:t>=10.</m:t>
                      </m:r>
                    </m:oMath>
                  </m:oMathPara>
                </a14:m>
                <a:endParaRPr lang="en-US" sz="32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5F591B0-C507-55BB-5C86-630DE704C9FB}"/>
                  </a:ext>
                </a:extLst>
              </p:cNvPr>
              <p:cNvSpPr>
                <a:spLocks noGrp="1" noRot="1" noChangeAspect="1" noMove="1" noResize="1" noEditPoints="1" noAdjustHandles="1" noChangeArrowheads="1" noChangeShapeType="1" noTextEdit="1"/>
              </p:cNvSpPr>
              <p:nvPr>
                <p:ph idx="1"/>
              </p:nvPr>
            </p:nvSpPr>
            <p:spPr>
              <a:xfrm>
                <a:off x="629412" y="1294314"/>
                <a:ext cx="4425188" cy="5308731"/>
              </a:xfrm>
              <a:blipFill>
                <a:blip r:embed="rId3"/>
                <a:stretch>
                  <a:fillRect l="-3444" t="-115"/>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799E62CB-E9E8-E728-6A7C-8D22388A656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109</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EAA90F0C-698A-C3F4-53A9-5BB81944F636}"/>
                  </a:ext>
                </a:extLst>
              </p:cNvPr>
              <p:cNvSpPr txBox="1">
                <a:spLocks/>
              </p:cNvSpPr>
              <p:nvPr/>
            </p:nvSpPr>
            <p:spPr>
              <a:xfrm>
                <a:off x="6096000" y="1555750"/>
                <a:ext cx="4117249" cy="47393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r>
                  <a:rPr lang="es-ES" sz="3600" dirty="0">
                    <a:solidFill>
                      <a:schemeClr val="tx1"/>
                    </a:solidFill>
                    <a:latin typeface="Gill Sans Nova" panose="020B0602020104020203" pitchFamily="34" charset="0"/>
                  </a:rPr>
                  <a:t>Optimal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b="0" i="1">
                              <a:solidFill>
                                <a:schemeClr val="tx1"/>
                              </a:solidFill>
                              <a:latin typeface="Cambria Math" panose="02040503050406030204" pitchFamily="18" charset="0"/>
                            </a:rPr>
                          </m:ctrlPr>
                        </m:sSubSupPr>
                        <m:e>
                          <m:r>
                            <a:rPr lang="en-US" sz="3600" b="0" i="1">
                              <a:solidFill>
                                <a:schemeClr val="tx1"/>
                              </a:solidFill>
                              <a:latin typeface="Cambria Math" panose="02040503050406030204" pitchFamily="18" charset="0"/>
                            </a:rPr>
                            <m:t>𝑥</m:t>
                          </m:r>
                        </m:e>
                        <m:sub>
                          <m:r>
                            <a:rPr lang="es-ES" sz="3600" b="0" i="1" smtClean="0">
                              <a:solidFill>
                                <a:schemeClr val="tx1"/>
                              </a:solidFill>
                              <a:latin typeface="Cambria Math" panose="02040503050406030204" pitchFamily="18" charset="0"/>
                            </a:rPr>
                            <m:t>1</m:t>
                          </m:r>
                        </m:sub>
                        <m:sup>
                          <m:r>
                            <a:rPr lang="en-US" sz="3600" b="0">
                              <a:solidFill>
                                <a:schemeClr val="tx1"/>
                              </a:solidFill>
                              <a:latin typeface="Cambria Math" panose="02040503050406030204" pitchFamily="18" charset="0"/>
                            </a:rPr>
                            <m:t>∗</m:t>
                          </m:r>
                        </m:sup>
                      </m:sSubSup>
                      <m:r>
                        <a:rPr lang="en-US" sz="3600" b="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4</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2</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3</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3</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2</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
                      <m:sSubSup>
                        <m:sSubSupPr>
                          <m:ctrlPr>
                            <a:rPr lang="en-US" sz="3600" i="1">
                              <a:latin typeface="Cambria Math" panose="02040503050406030204" pitchFamily="18" charset="0"/>
                            </a:rPr>
                          </m:ctrlPr>
                        </m:sSubSupPr>
                        <m:e>
                          <m:r>
                            <a:rPr lang="en-US" sz="3600" i="1">
                              <a:latin typeface="Cambria Math" panose="02040503050406030204" pitchFamily="18" charset="0"/>
                            </a:rPr>
                            <m:t>𝑥</m:t>
                          </m:r>
                        </m:e>
                        <m:sub>
                          <m:r>
                            <a:rPr lang="es-ES" sz="3600" b="0" i="1" smtClean="0">
                              <a:latin typeface="Cambria Math" panose="02040503050406030204" pitchFamily="18" charset="0"/>
                            </a:rPr>
                            <m:t>4</m:t>
                          </m:r>
                        </m:sub>
                        <m:sup>
                          <m:r>
                            <a:rPr lang="en-US" sz="3600">
                              <a:latin typeface="Cambria Math" panose="02040503050406030204" pitchFamily="18" charset="0"/>
                            </a:rPr>
                            <m:t>∗</m:t>
                          </m:r>
                        </m:sup>
                      </m:sSubSup>
                      <m:r>
                        <a:rPr lang="en-US" sz="3600">
                          <a:latin typeface="Cambria Math" panose="02040503050406030204" pitchFamily="18" charset="0"/>
                        </a:rPr>
                        <m:t>=</m:t>
                      </m:r>
                      <m:r>
                        <a:rPr lang="es-ES" sz="3600" b="0" i="0" smtClean="0">
                          <a:latin typeface="Cambria Math" panose="02040503050406030204" pitchFamily="18" charset="0"/>
                        </a:rPr>
                        <m:t>1</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center"/>
                    </m:oMathParaPr>
                    <m:oMath>
                      <m:sSup>
                        <m:sSupPr>
                          <m:ctrlPr>
                            <a:rPr lang="en-US" sz="3600" b="0" i="1">
                              <a:solidFill>
                                <a:schemeClr val="tx1"/>
                              </a:solidFill>
                              <a:latin typeface="Cambria Math" panose="02040503050406030204" pitchFamily="18" charset="0"/>
                            </a:rPr>
                          </m:ctrlPr>
                        </m:sSupPr>
                        <m:e>
                          <m:r>
                            <a:rPr lang="en-US" sz="3600" b="0" i="1">
                              <a:solidFill>
                                <a:schemeClr val="tx1"/>
                              </a:solidFill>
                              <a:latin typeface="Cambria Math" panose="02040503050406030204" pitchFamily="18" charset="0"/>
                            </a:rPr>
                            <m:t>𝑧</m:t>
                          </m:r>
                        </m:e>
                        <m:sup>
                          <m:r>
                            <a:rPr lang="en-US" sz="3600" b="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i="1">
                          <a:latin typeface="Cambria Math" panose="02040503050406030204" pitchFamily="18" charset="0"/>
                        </a:rPr>
                        <m:t>−</m:t>
                      </m:r>
                      <m:r>
                        <a:rPr lang="es-ES" sz="3600" b="0" i="1" smtClean="0">
                          <a:latin typeface="Cambria Math" panose="02040503050406030204" pitchFamily="18" charset="0"/>
                        </a:rPr>
                        <m:t>2</m:t>
                      </m:r>
                    </m:oMath>
                  </m:oMathPara>
                </a14:m>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EAA90F0C-698A-C3F4-53A9-5BB81944F636}"/>
                  </a:ext>
                </a:extLst>
              </p:cNvPr>
              <p:cNvSpPr txBox="1">
                <a:spLocks noRot="1" noChangeAspect="1" noMove="1" noResize="1" noEditPoints="1" noAdjustHandles="1" noChangeArrowheads="1" noChangeShapeType="1" noTextEdit="1"/>
              </p:cNvSpPr>
              <p:nvPr/>
            </p:nvSpPr>
            <p:spPr>
              <a:xfrm>
                <a:off x="6096000" y="1555750"/>
                <a:ext cx="4117249" cy="4739305"/>
              </a:xfrm>
              <a:prstGeom prst="rect">
                <a:avLst/>
              </a:prstGeom>
              <a:blipFill>
                <a:blip r:embed="rId4"/>
                <a:stretch>
                  <a:fillRect t="-3085"/>
                </a:stretch>
              </a:blipFill>
            </p:spPr>
            <p:txBody>
              <a:bodyPr/>
              <a:lstStyle/>
              <a:p>
                <a:r>
                  <a:rPr lang="es-ES">
                    <a:noFill/>
                  </a:rPr>
                  <a:t> </a:t>
                </a:r>
              </a:p>
            </p:txBody>
          </p:sp>
        </mc:Fallback>
      </mc:AlternateContent>
    </p:spTree>
    <p:extLst>
      <p:ext uri="{BB962C8B-B14F-4D97-AF65-F5344CB8AC3E}">
        <p14:creationId xmlns:p14="http://schemas.microsoft.com/office/powerpoint/2010/main" val="25700555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4764-17A9-1916-86F7-B10A8268A1A9}"/>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B4E37E39-086C-F5BF-D596-3A3C7E9F698B}"/>
              </a:ext>
            </a:extLst>
          </p:cNvPr>
          <p:cNvSpPr>
            <a:spLocks noGrp="1"/>
          </p:cNvSpPr>
          <p:nvPr>
            <p:ph type="title"/>
          </p:nvPr>
        </p:nvSpPr>
        <p:spPr>
          <a:xfrm>
            <a:off x="420625" y="254955"/>
            <a:ext cx="7821675" cy="686433"/>
          </a:xfrm>
        </p:spPr>
        <p:txBody>
          <a:bodyPr>
            <a:noAutofit/>
          </a:bodyPr>
          <a:lstStyle/>
          <a:p>
            <a:r>
              <a:rPr lang="en-US" sz="4800" dirty="0">
                <a:latin typeface="Gill Sans Nova" panose="020B0602020104020203" pitchFamily="34" charset="0"/>
              </a:rPr>
              <a:t>Exercise 7 – Sensitivity analysis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5AA5A2E-5CA6-46E4-4868-9678CB574E9B}"/>
              </a:ext>
            </a:extLst>
          </p:cNvPr>
          <p:cNvSpPr/>
          <p:nvPr/>
        </p:nvSpPr>
        <p:spPr>
          <a:xfrm>
            <a:off x="420625" y="941380"/>
            <a:ext cx="782167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AE781EFB-5F10-B2BC-5CEE-195C5AF7C805}"/>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110</a:t>
            </a:fld>
            <a:endParaRPr lang="en-US" noProof="0" dirty="0"/>
          </a:p>
        </p:txBody>
      </p:sp>
      <mc:AlternateContent xmlns:mc="http://schemas.openxmlformats.org/markup-compatibility/2006" xmlns:a14="http://schemas.microsoft.com/office/drawing/2010/main">
        <mc:Choice Requires="a14">
          <p:sp>
            <p:nvSpPr>
              <p:cNvPr id="4" name="Marcador de contenido 2">
                <a:extLst>
                  <a:ext uri="{FF2B5EF4-FFF2-40B4-BE49-F238E27FC236}">
                    <a16:creationId xmlns:a16="http://schemas.microsoft.com/office/drawing/2014/main" id="{7D7370AB-FBAA-661D-F441-62A6D71E626E}"/>
                  </a:ext>
                </a:extLst>
              </p:cNvPr>
              <p:cNvSpPr txBox="1">
                <a:spLocks/>
              </p:cNvSpPr>
              <p:nvPr/>
            </p:nvSpPr>
            <p:spPr>
              <a:xfrm>
                <a:off x="629412" y="1486572"/>
                <a:ext cx="10933176" cy="48634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0070C0"/>
                  </a:buClr>
                  <a:buSzPct val="100000"/>
                  <a:buNone/>
                </a:pPr>
                <a:r>
                  <a:rPr lang="es-ES" sz="3600" dirty="0">
                    <a:latin typeface="Gill Sans Nova" panose="020B0602020104020203" pitchFamily="34" charset="0"/>
                  </a:rPr>
                  <a:t>Solve </a:t>
                </a:r>
                <a:r>
                  <a:rPr lang="es-ES" sz="3600" dirty="0" err="1">
                    <a:latin typeface="Gill Sans Nova" panose="020B0602020104020203" pitchFamily="34" charset="0"/>
                  </a:rPr>
                  <a:t>exercise</a:t>
                </a:r>
                <a:r>
                  <a:rPr lang="es-ES" sz="3600" dirty="0">
                    <a:latin typeface="Gill Sans Nova" panose="020B0602020104020203" pitchFamily="34" charset="0"/>
                  </a:rPr>
                  <a:t> 6 </a:t>
                </a:r>
                <a:r>
                  <a:rPr lang="es-ES" sz="3600" dirty="0" err="1">
                    <a:latin typeface="Gill Sans Nova" panose="020B0602020104020203" pitchFamily="34" charset="0"/>
                  </a:rPr>
                  <a:t>for</a:t>
                </a:r>
                <a:r>
                  <a:rPr lang="es-ES" sz="3600" dirty="0">
                    <a:latin typeface="Gill Sans Nova" panose="020B0602020104020203" pitchFamily="34" charset="0"/>
                  </a:rPr>
                  <a:t> </a:t>
                </a:r>
                <a:r>
                  <a:rPr lang="es-ES" sz="3600" dirty="0" err="1">
                    <a:latin typeface="Gill Sans Nova" panose="020B0602020104020203" pitchFamily="34" charset="0"/>
                  </a:rPr>
                  <a:t>the</a:t>
                </a:r>
                <a:r>
                  <a:rPr lang="es-ES" sz="3600" dirty="0">
                    <a:latin typeface="Gill Sans Nova" panose="020B0602020104020203" pitchFamily="34" charset="0"/>
                  </a:rPr>
                  <a:t> </a:t>
                </a:r>
                <a:r>
                  <a:rPr lang="es-ES" sz="3600" dirty="0" err="1">
                    <a:latin typeface="Gill Sans Nova" panose="020B0602020104020203" pitchFamily="34" charset="0"/>
                  </a:rPr>
                  <a:t>following</a:t>
                </a:r>
                <a:r>
                  <a:rPr lang="es-ES" sz="3600" dirty="0">
                    <a:latin typeface="Gill Sans Nova" panose="020B0602020104020203" pitchFamily="34" charset="0"/>
                  </a:rPr>
                  <a:t> </a:t>
                </a:r>
                <a:r>
                  <a:rPr lang="es-ES" sz="3600" dirty="0" err="1">
                    <a:latin typeface="Gill Sans Nova" panose="020B0602020104020203" pitchFamily="34" charset="0"/>
                  </a:rPr>
                  <a:t>values</a:t>
                </a:r>
                <a:r>
                  <a:rPr lang="es-ES" sz="3600" dirty="0">
                    <a:latin typeface="Gill Sans Nova" panose="020B0602020104020203" pitchFamily="34" charset="0"/>
                  </a:rPr>
                  <a:t> </a:t>
                </a:r>
                <a:r>
                  <a:rPr lang="es-ES" sz="3600" dirty="0" err="1">
                    <a:latin typeface="Gill Sans Nova" panose="020B0602020104020203" pitchFamily="34" charset="0"/>
                  </a:rPr>
                  <a:t>of</a:t>
                </a:r>
                <a:r>
                  <a:rPr lang="es-ES" sz="3600" dirty="0">
                    <a:latin typeface="Gill Sans Nova" panose="020B0602020104020203" pitchFamily="34" charset="0"/>
                  </a:rPr>
                  <a:t> </a:t>
                </a:r>
                <a:r>
                  <a:rPr lang="es-ES" sz="3600" dirty="0" err="1">
                    <a:latin typeface="Gill Sans Nova" panose="020B0602020104020203" pitchFamily="34" charset="0"/>
                  </a:rPr>
                  <a:t>parameter</a:t>
                </a:r>
                <a:r>
                  <a:rPr lang="es-ES" sz="3600" dirty="0">
                    <a:latin typeface="Gill Sans Nova" panose="020B0602020104020203" pitchFamily="34" charset="0"/>
                  </a:rPr>
                  <a:t> </a:t>
                </a:r>
                <a14:m>
                  <m:oMath xmlns:m="http://schemas.openxmlformats.org/officeDocument/2006/math">
                    <m:r>
                      <a:rPr lang="es-ES" sz="3600" b="0" i="1" smtClean="0">
                        <a:latin typeface="Cambria Math" panose="02040503050406030204" pitchFamily="18" charset="0"/>
                      </a:rPr>
                      <m:t>𝐵</m:t>
                    </m:r>
                  </m:oMath>
                </a14:m>
                <a:r>
                  <a:rPr lang="es-ES" sz="3600" dirty="0">
                    <a:latin typeface="Gill Sans Nova" panose="020B0602020104020203" pitchFamily="34" charset="0"/>
                  </a:rPr>
                  <a:t>: 0, 3, 8, 12, and 21. Use </a:t>
                </a:r>
                <a:r>
                  <a:rPr lang="es-ES" sz="3600" dirty="0" err="1">
                    <a:latin typeface="Gill Sans Nova" panose="020B0602020104020203" pitchFamily="34" charset="0"/>
                  </a:rPr>
                  <a:t>the</a:t>
                </a:r>
                <a:r>
                  <a:rPr lang="es-ES" sz="3600" dirty="0">
                    <a:latin typeface="Gill Sans Nova" panose="020B0602020104020203" pitchFamily="34" charset="0"/>
                  </a:rPr>
                  <a:t> LOOP </a:t>
                </a:r>
                <a:r>
                  <a:rPr lang="es-ES" sz="3600" dirty="0" err="1">
                    <a:latin typeface="Gill Sans Nova" panose="020B0602020104020203" pitchFamily="34" charset="0"/>
                  </a:rPr>
                  <a:t>statement</a:t>
                </a:r>
                <a:r>
                  <a:rPr lang="es-ES" sz="3600" dirty="0">
                    <a:latin typeface="Gill Sans Nova" panose="020B0602020104020203" pitchFamily="34" charset="0"/>
                  </a:rPr>
                  <a:t> in GAMS.</a:t>
                </a:r>
              </a:p>
              <a:p>
                <a:pPr marL="0" indent="0" algn="just">
                  <a:buClr>
                    <a:srgbClr val="0070C0"/>
                  </a:buClr>
                  <a:buSzPct val="100000"/>
                  <a:buNone/>
                </a:pPr>
                <a:endParaRPr lang="es-ES" sz="900" dirty="0">
                  <a:latin typeface="Gill Sans Nova" panose="020B0602020104020203" pitchFamily="34" charset="0"/>
                </a:endParaRPr>
              </a:p>
              <a:p>
                <a:pPr marL="0" indent="0" algn="just">
                  <a:buClr>
                    <a:srgbClr val="0070C0"/>
                  </a:buClr>
                  <a:buSzPct val="100000"/>
                  <a:buNone/>
                </a:pPr>
                <a:r>
                  <a:rPr lang="es-ES" sz="3600" dirty="0" err="1">
                    <a:latin typeface="Gill Sans Nova" panose="020B0602020104020203" pitchFamily="34" charset="0"/>
                  </a:rPr>
                  <a:t>Solution</a:t>
                </a:r>
                <a:r>
                  <a:rPr lang="es-ES" sz="3600" dirty="0">
                    <a:latin typeface="Gill Sans Nova" panose="020B0602020104020203" pitchFamily="34" charset="0"/>
                  </a:rPr>
                  <a:t>:</a:t>
                </a:r>
              </a:p>
              <a:p>
                <a:pPr marL="0" indent="0" algn="just">
                  <a:buClr>
                    <a:srgbClr val="0070C0"/>
                  </a:buClr>
                  <a:buSzPct val="100000"/>
                  <a:buNone/>
                </a:pPr>
                <a14:m>
                  <m:oMath xmlns:m="http://schemas.openxmlformats.org/officeDocument/2006/math">
                    <m:r>
                      <a:rPr lang="es-ES" sz="3200" b="0" i="1" smtClean="0">
                        <a:latin typeface="Cambria Math" panose="02040503050406030204" pitchFamily="18" charset="0"/>
                      </a:rPr>
                      <m:t>𝐵</m:t>
                    </m:r>
                    <m:r>
                      <a:rPr lang="es-ES" sz="3200" b="0" i="1" smtClean="0">
                        <a:latin typeface="Cambria Math" panose="02040503050406030204" pitchFamily="18" charset="0"/>
                      </a:rPr>
                      <m:t>=0→</m:t>
                    </m:r>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𝑧</m:t>
                        </m:r>
                      </m:e>
                      <m:sup>
                        <m:r>
                          <a:rPr lang="es-ES" sz="3200" b="0" i="1" smtClean="0">
                            <a:latin typeface="Cambria Math" panose="02040503050406030204" pitchFamily="18" charset="0"/>
                          </a:rPr>
                          <m:t>∗</m:t>
                        </m:r>
                      </m:sup>
                    </m:sSup>
                    <m:r>
                      <a:rPr lang="es-ES" sz="3200" b="0" i="1" smtClean="0">
                        <a:latin typeface="Cambria Math" panose="02040503050406030204" pitchFamily="18" charset="0"/>
                      </a:rPr>
                      <m:t>=</m:t>
                    </m:r>
                    <m:r>
                      <a:rPr lang="es-ES" sz="3200" b="0" i="1" smtClean="0">
                        <a:solidFill>
                          <a:schemeClr val="tx1"/>
                        </a:solidFill>
                        <a:latin typeface="Cambria Math" panose="02040503050406030204" pitchFamily="18" charset="0"/>
                      </a:rPr>
                      <m:t>0.</m:t>
                    </m:r>
                  </m:oMath>
                </a14:m>
                <a:r>
                  <a:rPr lang="es-ES" sz="3200" dirty="0">
                    <a:solidFill>
                      <a:schemeClr val="tx1"/>
                    </a:solidFill>
                    <a:latin typeface="Gill Sans Nova" panose="020B0602020104020203" pitchFamily="34" charset="0"/>
                  </a:rPr>
                  <a:t> </a:t>
                </a:r>
              </a:p>
              <a:p>
                <a:pPr marL="0" indent="0" algn="just">
                  <a:buClr>
                    <a:srgbClr val="0070C0"/>
                  </a:buClr>
                  <a:buSzPct val="100000"/>
                  <a:buNone/>
                </a:pPr>
                <a14:m>
                  <m:oMath xmlns:m="http://schemas.openxmlformats.org/officeDocument/2006/math">
                    <m:r>
                      <a:rPr lang="es-ES" sz="3200" i="1">
                        <a:solidFill>
                          <a:schemeClr val="tx1"/>
                        </a:solidFill>
                        <a:latin typeface="Cambria Math" panose="02040503050406030204" pitchFamily="18" charset="0"/>
                      </a:rPr>
                      <m:t>𝐵</m:t>
                    </m:r>
                    <m:r>
                      <a:rPr lang="es-ES" sz="3200" i="1">
                        <a:solidFill>
                          <a:schemeClr val="tx1"/>
                        </a:solidFill>
                        <a:latin typeface="Cambria Math" panose="02040503050406030204" pitchFamily="18" charset="0"/>
                      </a:rPr>
                      <m:t>=3→</m:t>
                    </m:r>
                    <m:sSup>
                      <m:sSupPr>
                        <m:ctrlPr>
                          <a:rPr lang="es-ES" sz="3200" i="1">
                            <a:solidFill>
                              <a:schemeClr val="tx1"/>
                            </a:solidFill>
                            <a:latin typeface="Cambria Math" panose="02040503050406030204" pitchFamily="18" charset="0"/>
                          </a:rPr>
                        </m:ctrlPr>
                      </m:sSupPr>
                      <m:e>
                        <m:r>
                          <a:rPr lang="es-ES" sz="3200" i="1">
                            <a:solidFill>
                              <a:schemeClr val="tx1"/>
                            </a:solidFill>
                            <a:latin typeface="Cambria Math" panose="02040503050406030204" pitchFamily="18" charset="0"/>
                          </a:rPr>
                          <m:t>𝑧</m:t>
                        </m:r>
                      </m:e>
                      <m:sup>
                        <m:r>
                          <a:rPr lang="es-ES" sz="3200" i="1">
                            <a:solidFill>
                              <a:schemeClr val="tx1"/>
                            </a:solidFill>
                            <a:latin typeface="Cambria Math" panose="02040503050406030204" pitchFamily="18" charset="0"/>
                          </a:rPr>
                          <m:t>∗</m:t>
                        </m:r>
                      </m:sup>
                    </m:sSup>
                    <m:r>
                      <a:rPr lang="es-ES" sz="3200" i="1">
                        <a:solidFill>
                          <a:schemeClr val="tx1"/>
                        </a:solidFill>
                        <a:latin typeface="Cambria Math" panose="02040503050406030204" pitchFamily="18" charset="0"/>
                      </a:rPr>
                      <m:t>=</m:t>
                    </m:r>
                    <m:r>
                      <a:rPr lang="es-ES" sz="3200" b="0" i="1" smtClean="0">
                        <a:solidFill>
                          <a:schemeClr val="tx1"/>
                        </a:solidFill>
                        <a:latin typeface="Cambria Math" panose="02040503050406030204" pitchFamily="18" charset="0"/>
                      </a:rPr>
                      <m:t>−6</m:t>
                    </m:r>
                    <m:r>
                      <a:rPr lang="es-ES" sz="3200" i="1">
                        <a:solidFill>
                          <a:schemeClr val="tx1"/>
                        </a:solidFill>
                        <a:latin typeface="Cambria Math" panose="02040503050406030204" pitchFamily="18" charset="0"/>
                      </a:rPr>
                      <m:t>.</m:t>
                    </m:r>
                  </m:oMath>
                </a14:m>
                <a:r>
                  <a:rPr lang="es-ES" sz="3200" dirty="0">
                    <a:solidFill>
                      <a:schemeClr val="tx1"/>
                    </a:solidFill>
                    <a:latin typeface="Gill Sans Nova" panose="020B0602020104020203" pitchFamily="34" charset="0"/>
                  </a:rPr>
                  <a:t> </a:t>
                </a:r>
              </a:p>
              <a:p>
                <a:pPr marL="0" indent="0" algn="just">
                  <a:buClr>
                    <a:srgbClr val="0070C0"/>
                  </a:buClr>
                  <a:buSzPct val="100000"/>
                  <a:buNone/>
                </a:pPr>
                <a14:m>
                  <m:oMath xmlns:m="http://schemas.openxmlformats.org/officeDocument/2006/math">
                    <m:r>
                      <a:rPr lang="es-ES" sz="3200" i="1">
                        <a:solidFill>
                          <a:schemeClr val="tx1"/>
                        </a:solidFill>
                        <a:latin typeface="Cambria Math" panose="02040503050406030204" pitchFamily="18" charset="0"/>
                      </a:rPr>
                      <m:t>𝐵</m:t>
                    </m:r>
                    <m:r>
                      <a:rPr lang="es-ES" sz="3200" i="1">
                        <a:solidFill>
                          <a:schemeClr val="tx1"/>
                        </a:solidFill>
                        <a:latin typeface="Cambria Math" panose="02040503050406030204" pitchFamily="18" charset="0"/>
                      </a:rPr>
                      <m:t>=8→</m:t>
                    </m:r>
                    <m:sSup>
                      <m:sSupPr>
                        <m:ctrlPr>
                          <a:rPr lang="es-ES" sz="3200" i="1">
                            <a:solidFill>
                              <a:schemeClr val="tx1"/>
                            </a:solidFill>
                            <a:latin typeface="Cambria Math" panose="02040503050406030204" pitchFamily="18" charset="0"/>
                          </a:rPr>
                        </m:ctrlPr>
                      </m:sSupPr>
                      <m:e>
                        <m:r>
                          <a:rPr lang="es-ES" sz="3200" i="1">
                            <a:solidFill>
                              <a:schemeClr val="tx1"/>
                            </a:solidFill>
                            <a:latin typeface="Cambria Math" panose="02040503050406030204" pitchFamily="18" charset="0"/>
                          </a:rPr>
                          <m:t>𝑧</m:t>
                        </m:r>
                      </m:e>
                      <m:sup>
                        <m:r>
                          <a:rPr lang="es-ES" sz="3200" i="1">
                            <a:solidFill>
                              <a:schemeClr val="tx1"/>
                            </a:solidFill>
                            <a:latin typeface="Cambria Math" panose="02040503050406030204" pitchFamily="18" charset="0"/>
                          </a:rPr>
                          <m:t>∗</m:t>
                        </m:r>
                      </m:sup>
                    </m:sSup>
                    <m:r>
                      <a:rPr lang="es-ES" sz="3200" i="1">
                        <a:solidFill>
                          <a:schemeClr val="tx1"/>
                        </a:solidFill>
                        <a:latin typeface="Cambria Math" panose="02040503050406030204" pitchFamily="18" charset="0"/>
                      </a:rPr>
                      <m:t>=</m:t>
                    </m:r>
                    <m:r>
                      <a:rPr lang="es-ES" sz="3200" b="0" i="1" smtClean="0">
                        <a:solidFill>
                          <a:schemeClr val="tx1"/>
                        </a:solidFill>
                        <a:latin typeface="Cambria Math" panose="02040503050406030204" pitchFamily="18" charset="0"/>
                      </a:rPr>
                      <m:t>−10</m:t>
                    </m:r>
                    <m:r>
                      <a:rPr lang="es-ES" sz="3200" i="1">
                        <a:solidFill>
                          <a:schemeClr val="tx1"/>
                        </a:solidFill>
                        <a:latin typeface="Cambria Math" panose="02040503050406030204" pitchFamily="18" charset="0"/>
                      </a:rPr>
                      <m:t>.</m:t>
                    </m:r>
                  </m:oMath>
                </a14:m>
                <a:r>
                  <a:rPr lang="es-ES" sz="3200" dirty="0">
                    <a:solidFill>
                      <a:schemeClr val="tx1"/>
                    </a:solidFill>
                    <a:latin typeface="Gill Sans Nova" panose="020B0602020104020203" pitchFamily="34" charset="0"/>
                  </a:rPr>
                  <a:t> </a:t>
                </a:r>
              </a:p>
              <a:p>
                <a:pPr marL="0" indent="0" algn="just">
                  <a:buClr>
                    <a:srgbClr val="0070C0"/>
                  </a:buClr>
                  <a:buSzPct val="100000"/>
                  <a:buNone/>
                </a:pPr>
                <a14:m>
                  <m:oMath xmlns:m="http://schemas.openxmlformats.org/officeDocument/2006/math">
                    <m:r>
                      <a:rPr lang="es-ES" sz="3200" i="1">
                        <a:solidFill>
                          <a:schemeClr val="tx1"/>
                        </a:solidFill>
                        <a:latin typeface="Cambria Math" panose="02040503050406030204" pitchFamily="18" charset="0"/>
                      </a:rPr>
                      <m:t>𝐵</m:t>
                    </m:r>
                    <m:r>
                      <a:rPr lang="es-ES" sz="3200" i="1">
                        <a:solidFill>
                          <a:schemeClr val="tx1"/>
                        </a:solidFill>
                        <a:latin typeface="Cambria Math" panose="02040503050406030204" pitchFamily="18" charset="0"/>
                      </a:rPr>
                      <m:t>=12→</m:t>
                    </m:r>
                    <m:sSup>
                      <m:sSupPr>
                        <m:ctrlPr>
                          <a:rPr lang="es-ES" sz="3200" i="1">
                            <a:solidFill>
                              <a:schemeClr val="tx1"/>
                            </a:solidFill>
                            <a:latin typeface="Cambria Math" panose="02040503050406030204" pitchFamily="18" charset="0"/>
                          </a:rPr>
                        </m:ctrlPr>
                      </m:sSupPr>
                      <m:e>
                        <m:r>
                          <a:rPr lang="es-ES" sz="3200" i="1">
                            <a:solidFill>
                              <a:schemeClr val="tx1"/>
                            </a:solidFill>
                            <a:latin typeface="Cambria Math" panose="02040503050406030204" pitchFamily="18" charset="0"/>
                          </a:rPr>
                          <m:t>𝑧</m:t>
                        </m:r>
                      </m:e>
                      <m:sup>
                        <m:r>
                          <a:rPr lang="es-ES" sz="3200" i="1">
                            <a:solidFill>
                              <a:schemeClr val="tx1"/>
                            </a:solidFill>
                            <a:latin typeface="Cambria Math" panose="02040503050406030204" pitchFamily="18" charset="0"/>
                          </a:rPr>
                          <m:t>∗</m:t>
                        </m:r>
                      </m:sup>
                    </m:sSup>
                    <m:r>
                      <a:rPr lang="es-ES" sz="3200" i="1">
                        <a:solidFill>
                          <a:schemeClr val="tx1"/>
                        </a:solidFill>
                        <a:latin typeface="Cambria Math" panose="02040503050406030204" pitchFamily="18" charset="0"/>
                      </a:rPr>
                      <m:t>=</m:t>
                    </m:r>
                    <m:r>
                      <a:rPr lang="es-ES" sz="3200" b="0" i="1" smtClean="0">
                        <a:solidFill>
                          <a:schemeClr val="tx1"/>
                        </a:solidFill>
                        <a:latin typeface="Cambria Math" panose="02040503050406030204" pitchFamily="18" charset="0"/>
                      </a:rPr>
                      <m:t>6</m:t>
                    </m:r>
                    <m:r>
                      <a:rPr lang="es-ES" sz="3200" i="1">
                        <a:solidFill>
                          <a:schemeClr val="tx1"/>
                        </a:solidFill>
                        <a:latin typeface="Cambria Math" panose="02040503050406030204" pitchFamily="18" charset="0"/>
                      </a:rPr>
                      <m:t>.</m:t>
                    </m:r>
                  </m:oMath>
                </a14:m>
                <a:r>
                  <a:rPr lang="es-ES" sz="3200" dirty="0">
                    <a:solidFill>
                      <a:schemeClr val="tx1"/>
                    </a:solidFill>
                    <a:latin typeface="Gill Sans Nova" panose="020B0602020104020203" pitchFamily="34" charset="0"/>
                  </a:rPr>
                  <a:t> </a:t>
                </a:r>
              </a:p>
              <a:p>
                <a:pPr marL="0" indent="0" algn="just">
                  <a:buClr>
                    <a:srgbClr val="0070C0"/>
                  </a:buClr>
                  <a:buSzPct val="100000"/>
                  <a:buNone/>
                </a:pPr>
                <a14:m>
                  <m:oMath xmlns:m="http://schemas.openxmlformats.org/officeDocument/2006/math">
                    <m:r>
                      <a:rPr lang="es-ES" sz="3200" i="1">
                        <a:solidFill>
                          <a:schemeClr val="tx1"/>
                        </a:solidFill>
                        <a:latin typeface="Cambria Math" panose="02040503050406030204" pitchFamily="18" charset="0"/>
                      </a:rPr>
                      <m:t>𝐵</m:t>
                    </m:r>
                    <m:r>
                      <a:rPr lang="es-ES" sz="3200" i="1">
                        <a:solidFill>
                          <a:schemeClr val="tx1"/>
                        </a:solidFill>
                        <a:latin typeface="Cambria Math" panose="02040503050406030204" pitchFamily="18" charset="0"/>
                      </a:rPr>
                      <m:t>=21→</m:t>
                    </m:r>
                    <m:sSup>
                      <m:sSupPr>
                        <m:ctrlPr>
                          <a:rPr lang="es-ES" sz="3200" i="1">
                            <a:solidFill>
                              <a:schemeClr val="tx1"/>
                            </a:solidFill>
                            <a:latin typeface="Cambria Math" panose="02040503050406030204" pitchFamily="18" charset="0"/>
                          </a:rPr>
                        </m:ctrlPr>
                      </m:sSupPr>
                      <m:e>
                        <m:r>
                          <a:rPr lang="es-ES" sz="3200" i="1">
                            <a:solidFill>
                              <a:schemeClr val="tx1"/>
                            </a:solidFill>
                            <a:latin typeface="Cambria Math" panose="02040503050406030204" pitchFamily="18" charset="0"/>
                          </a:rPr>
                          <m:t>𝑧</m:t>
                        </m:r>
                      </m:e>
                      <m:sup>
                        <m:r>
                          <a:rPr lang="es-ES" sz="3200" i="1">
                            <a:solidFill>
                              <a:schemeClr val="tx1"/>
                            </a:solidFill>
                            <a:latin typeface="Cambria Math" panose="02040503050406030204" pitchFamily="18" charset="0"/>
                          </a:rPr>
                          <m:t>∗</m:t>
                        </m:r>
                      </m:sup>
                    </m:sSup>
                    <m:r>
                      <a:rPr lang="es-ES" sz="3200" i="1">
                        <a:solidFill>
                          <a:schemeClr val="tx1"/>
                        </a:solidFill>
                        <a:latin typeface="Cambria Math" panose="02040503050406030204" pitchFamily="18" charset="0"/>
                      </a:rPr>
                      <m:t>=</m:t>
                    </m:r>
                    <m:r>
                      <a:rPr lang="es-ES" sz="3200" b="0" i="1" smtClean="0">
                        <a:solidFill>
                          <a:schemeClr val="tx1"/>
                        </a:solidFill>
                        <a:latin typeface="Cambria Math" panose="02040503050406030204" pitchFamily="18" charset="0"/>
                      </a:rPr>
                      <m:t>6</m:t>
                    </m:r>
                  </m:oMath>
                </a14:m>
                <a:r>
                  <a:rPr lang="es-ES" sz="3200" dirty="0">
                    <a:solidFill>
                      <a:schemeClr val="tx1"/>
                    </a:solidFill>
                    <a:latin typeface="Gill Sans Nova" panose="020B0602020104020203" pitchFamily="34" charset="0"/>
                  </a:rPr>
                  <a:t> (</a:t>
                </a:r>
                <a:r>
                  <a:rPr lang="es-ES" sz="3200" dirty="0">
                    <a:solidFill>
                      <a:srgbClr val="FF0000"/>
                    </a:solidFill>
                    <a:latin typeface="Gill Sans Nova" panose="020B0602020104020203" pitchFamily="34" charset="0"/>
                  </a:rPr>
                  <a:t>INFEASIBLE</a:t>
                </a:r>
                <a:r>
                  <a:rPr lang="es-ES" sz="3200" dirty="0">
                    <a:solidFill>
                      <a:schemeClr val="tx1"/>
                    </a:solidFill>
                    <a:latin typeface="Gill Sans Nova" panose="020B0602020104020203" pitchFamily="34" charset="0"/>
                  </a:rPr>
                  <a:t>) </a:t>
                </a:r>
                <a14:m>
                  <m:oMath xmlns:m="http://schemas.openxmlformats.org/officeDocument/2006/math">
                    <m:r>
                      <a:rPr lang="es-ES" sz="3200" b="0" i="1" smtClean="0">
                        <a:solidFill>
                          <a:srgbClr val="0070C0"/>
                        </a:solidFill>
                        <a:latin typeface="Cambria Math" panose="02040503050406030204" pitchFamily="18" charset="0"/>
                      </a:rPr>
                      <m:t>→</m:t>
                    </m:r>
                  </m:oMath>
                </a14:m>
                <a:r>
                  <a:rPr lang="es-ES" sz="3200" dirty="0">
                    <a:solidFill>
                      <a:schemeClr val="tx1"/>
                    </a:solidFill>
                    <a:latin typeface="Gill Sans Nova" panose="020B0602020104020203" pitchFamily="34" charset="0"/>
                  </a:rPr>
                  <a:t> </a:t>
                </a:r>
                <a:r>
                  <a:rPr lang="es-ES" sz="3200" dirty="0">
                    <a:solidFill>
                      <a:schemeClr val="tx1"/>
                    </a:solidFill>
                    <a:highlight>
                      <a:srgbClr val="FFFF00"/>
                    </a:highlight>
                    <a:latin typeface="Gill Sans Nova" panose="020B0602020104020203" pitchFamily="34" charset="0"/>
                  </a:rPr>
                  <a:t>Check </a:t>
                </a:r>
                <a:r>
                  <a:rPr lang="es-ES" sz="3200" dirty="0" err="1">
                    <a:solidFill>
                      <a:schemeClr val="tx1"/>
                    </a:solidFill>
                    <a:highlight>
                      <a:srgbClr val="FFFF00"/>
                    </a:highlight>
                    <a:latin typeface="Gill Sans Nova" panose="020B0602020104020203" pitchFamily="34" charset="0"/>
                  </a:rPr>
                  <a:t>the</a:t>
                </a:r>
                <a:r>
                  <a:rPr lang="es-ES" sz="3200" dirty="0">
                    <a:solidFill>
                      <a:schemeClr val="tx1"/>
                    </a:solidFill>
                    <a:highlight>
                      <a:srgbClr val="FFFF00"/>
                    </a:highlight>
                    <a:latin typeface="Gill Sans Nova" panose="020B0602020104020203" pitchFamily="34" charset="0"/>
                  </a:rPr>
                  <a:t> </a:t>
                </a:r>
                <a:r>
                  <a:rPr lang="es-ES" sz="3200" dirty="0" err="1">
                    <a:solidFill>
                      <a:schemeClr val="tx1"/>
                    </a:solidFill>
                    <a:highlight>
                      <a:srgbClr val="FFFF00"/>
                    </a:highlight>
                    <a:latin typeface="Gill Sans Nova" panose="020B0602020104020203" pitchFamily="34" charset="0"/>
                  </a:rPr>
                  <a:t>solution</a:t>
                </a:r>
                <a:r>
                  <a:rPr lang="es-ES" sz="3200" dirty="0">
                    <a:solidFill>
                      <a:schemeClr val="tx1"/>
                    </a:solidFill>
                    <a:highlight>
                      <a:srgbClr val="FFFF00"/>
                    </a:highlight>
                    <a:latin typeface="Gill Sans Nova" panose="020B0602020104020203" pitchFamily="34" charset="0"/>
                  </a:rPr>
                  <a:t> </a:t>
                </a:r>
                <a:r>
                  <a:rPr lang="es-ES" sz="3200" dirty="0" err="1">
                    <a:solidFill>
                      <a:schemeClr val="tx1"/>
                    </a:solidFill>
                    <a:highlight>
                      <a:srgbClr val="FFFF00"/>
                    </a:highlight>
                    <a:latin typeface="Gill Sans Nova" panose="020B0602020104020203" pitchFamily="34" charset="0"/>
                  </a:rPr>
                  <a:t>report</a:t>
                </a:r>
                <a:r>
                  <a:rPr lang="es-ES" sz="3200" dirty="0">
                    <a:solidFill>
                      <a:schemeClr val="tx1"/>
                    </a:solidFill>
                    <a:latin typeface="Gill Sans Nova" panose="020B0602020104020203" pitchFamily="34" charset="0"/>
                  </a:rPr>
                  <a:t>. </a:t>
                </a:r>
              </a:p>
              <a:p>
                <a:pPr marL="0" indent="0" algn="just">
                  <a:buClr>
                    <a:srgbClr val="0070C0"/>
                  </a:buClr>
                  <a:buSzPct val="100000"/>
                  <a:buNone/>
                </a:pPr>
                <a:endParaRPr lang="es-ES" sz="3600" dirty="0">
                  <a:latin typeface="Gill Sans Nova" panose="020B0602020104020203" pitchFamily="34" charset="0"/>
                </a:endParaRPr>
              </a:p>
            </p:txBody>
          </p:sp>
        </mc:Choice>
        <mc:Fallback xmlns="">
          <p:sp>
            <p:nvSpPr>
              <p:cNvPr id="4" name="Marcador de contenido 2">
                <a:extLst>
                  <a:ext uri="{FF2B5EF4-FFF2-40B4-BE49-F238E27FC236}">
                    <a16:creationId xmlns:a16="http://schemas.microsoft.com/office/drawing/2014/main" id="{7D7370AB-FBAA-661D-F441-62A6D71E626E}"/>
                  </a:ext>
                </a:extLst>
              </p:cNvPr>
              <p:cNvSpPr txBox="1">
                <a:spLocks noRot="1" noChangeAspect="1" noMove="1" noResize="1" noEditPoints="1" noAdjustHandles="1" noChangeArrowheads="1" noChangeShapeType="1" noTextEdit="1"/>
              </p:cNvSpPr>
              <p:nvPr/>
            </p:nvSpPr>
            <p:spPr>
              <a:xfrm>
                <a:off x="629412" y="1486572"/>
                <a:ext cx="10933176" cy="4863427"/>
              </a:xfrm>
              <a:prstGeom prst="rect">
                <a:avLst/>
              </a:prstGeom>
              <a:blipFill>
                <a:blip r:embed="rId3"/>
                <a:stretch>
                  <a:fillRect l="-1672" t="-3133" r="-1672" b="-2381"/>
                </a:stretch>
              </a:blipFill>
            </p:spPr>
            <p:txBody>
              <a:bodyPr/>
              <a:lstStyle/>
              <a:p>
                <a:r>
                  <a:rPr lang="es-ES">
                    <a:noFill/>
                  </a:rPr>
                  <a:t> </a:t>
                </a:r>
              </a:p>
            </p:txBody>
          </p:sp>
        </mc:Fallback>
      </mc:AlternateContent>
    </p:spTree>
    <p:extLst>
      <p:ext uri="{BB962C8B-B14F-4D97-AF65-F5344CB8AC3E}">
        <p14:creationId xmlns:p14="http://schemas.microsoft.com/office/powerpoint/2010/main" val="1383388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525F8-5AA2-BEAE-E980-4B02E0C9ED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EC1BB1-8C49-F532-8A9C-1F892940AD09}"/>
              </a:ext>
            </a:extLst>
          </p:cNvPr>
          <p:cNvSpPr>
            <a:spLocks noGrp="1"/>
          </p:cNvSpPr>
          <p:nvPr>
            <p:ph type="title"/>
          </p:nvPr>
        </p:nvSpPr>
        <p:spPr>
          <a:xfrm>
            <a:off x="1265578" y="844748"/>
            <a:ext cx="9660843" cy="5168504"/>
          </a:xfrm>
        </p:spPr>
        <p:txBody>
          <a:bodyPr>
            <a:noAutofit/>
          </a:bodyPr>
          <a:lstStyle/>
          <a:p>
            <a:pPr algn="ctr"/>
            <a:r>
              <a:rPr lang="en-US" sz="8800" dirty="0">
                <a:latin typeface="Gill Sans Nova" panose="020B0602020104020203" pitchFamily="34" charset="0"/>
              </a:rPr>
              <a:t>7. Dual variables</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FDBF5A06-7C0C-CDDE-4097-DD90B24CA16C}"/>
              </a:ext>
            </a:extLst>
          </p:cNvPr>
          <p:cNvSpPr>
            <a:spLocks noGrp="1"/>
          </p:cNvSpPr>
          <p:nvPr>
            <p:ph type="sldNum" sz="quarter" idx="12"/>
          </p:nvPr>
        </p:nvSpPr>
        <p:spPr/>
        <p:txBody>
          <a:bodyPr/>
          <a:lstStyle/>
          <a:p>
            <a:fld id="{5A84F577-29EB-44E5-8782-4BD1CF8B9235}" type="slidenum">
              <a:rPr lang="en-US" noProof="0" smtClean="0"/>
              <a:t>111</a:t>
            </a:fld>
            <a:endParaRPr lang="en-US" noProof="0" dirty="0"/>
          </a:p>
        </p:txBody>
      </p:sp>
    </p:spTree>
    <p:extLst>
      <p:ext uri="{BB962C8B-B14F-4D97-AF65-F5344CB8AC3E}">
        <p14:creationId xmlns:p14="http://schemas.microsoft.com/office/powerpoint/2010/main" val="301945646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0E749-CE09-1A46-A452-E79A50C6A798}"/>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97B3F51C-6B25-8FA7-BDB5-C59E2ED090EE}"/>
              </a:ext>
            </a:extLst>
          </p:cNvPr>
          <p:cNvSpPr>
            <a:spLocks noGrp="1"/>
          </p:cNvSpPr>
          <p:nvPr>
            <p:ph type="title"/>
          </p:nvPr>
        </p:nvSpPr>
        <p:spPr>
          <a:xfrm>
            <a:off x="420625" y="254955"/>
            <a:ext cx="3634908" cy="686433"/>
          </a:xfrm>
        </p:spPr>
        <p:txBody>
          <a:bodyPr>
            <a:noAutofit/>
          </a:bodyPr>
          <a:lstStyle/>
          <a:p>
            <a:r>
              <a:rPr lang="en-US" sz="4800" noProof="0" dirty="0">
                <a:latin typeface="Gill Sans Nova" panose="020B0602020104020203" pitchFamily="34" charset="0"/>
              </a:rPr>
              <a:t>Dual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A1B87B95-F186-1202-4529-06BE486107A0}"/>
              </a:ext>
            </a:extLst>
          </p:cNvPr>
          <p:cNvSpPr/>
          <p:nvPr/>
        </p:nvSpPr>
        <p:spPr>
          <a:xfrm>
            <a:off x="420625" y="941381"/>
            <a:ext cx="36349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9073078-AEE4-B0DE-DD1D-A42532EB9CC7}"/>
                  </a:ext>
                </a:extLst>
              </p:cNvPr>
              <p:cNvSpPr>
                <a:spLocks noGrp="1"/>
              </p:cNvSpPr>
              <p:nvPr>
                <p:ph idx="1"/>
              </p:nvPr>
            </p:nvSpPr>
            <p:spPr>
              <a:xfrm>
                <a:off x="629412" y="1522914"/>
                <a:ext cx="4117249"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b="0" i="1" noProof="0" smtClean="0">
                              <a:latin typeface="Cambria Math" panose="02040503050406030204" pitchFamily="18" charset="0"/>
                            </a:rPr>
                          </m:ctrlPr>
                        </m:funcPr>
                        <m:fName>
                          <m:limLow>
                            <m:limLowPr>
                              <m:ctrlPr>
                                <a:rPr lang="es-ES" sz="3600" b="0" i="1" noProof="0" smtClean="0">
                                  <a:latin typeface="Cambria Math" panose="02040503050406030204" pitchFamily="18" charset="0"/>
                                </a:rPr>
                              </m:ctrlPr>
                            </m:limLowPr>
                            <m:e>
                              <m:r>
                                <a:rPr lang="es-ES" sz="3600" b="0" i="1" noProof="0" smtClean="0">
                                  <a:latin typeface="Cambria Math" panose="02040503050406030204" pitchFamily="18" charset="0"/>
                                </a:rPr>
                                <m:t>𝑚𝑖𝑛</m:t>
                              </m:r>
                            </m:e>
                            <m:lim>
                              <m:r>
                                <a:rPr lang="es-ES" sz="3600" b="0" i="1" noProof="0" smtClean="0">
                                  <a:latin typeface="Cambria Math" panose="02040503050406030204" pitchFamily="18" charset="0"/>
                                </a:rPr>
                                <m:t>𝑥</m:t>
                              </m:r>
                            </m:lim>
                          </m:limLow>
                        </m:fName>
                        <m:e/>
                      </m:func>
                      <m:r>
                        <a:rPr lang="es-ES" sz="3600" b="0" i="1" noProof="0" smtClean="0">
                          <a:latin typeface="Cambria Math" panose="02040503050406030204" pitchFamily="18" charset="0"/>
                        </a:rPr>
                        <m:t>𝑧</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𝑓</m:t>
                      </m:r>
                      <m:r>
                        <a:rPr lang="es-ES" sz="3600" b="0" i="1" noProof="0" smtClean="0">
                          <a:latin typeface="Cambria Math" panose="02040503050406030204" pitchFamily="18" charset="0"/>
                        </a:rPr>
                        <m:t>(</m:t>
                      </m:r>
                      <m:r>
                        <a:rPr lang="es-ES" sz="3600" b="0" i="1" noProof="0" smtClean="0">
                          <a:latin typeface="Cambria Math" panose="02040503050406030204" pitchFamily="18" charset="0"/>
                        </a:rPr>
                        <m:t>𝑥</m:t>
                      </m:r>
                      <m:r>
                        <a:rPr lang="es-ES" sz="3600" b="0" i="1" noProof="0" smtClean="0">
                          <a:latin typeface="Cambria Math" panose="02040503050406030204" pitchFamily="18" charset="0"/>
                        </a:rPr>
                        <m:t>)</m:t>
                      </m:r>
                    </m:oMath>
                  </m:oMathPara>
                </a14:m>
                <a:endParaRPr lang="en-US" sz="3600" i="1" noProof="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noProof="0" smtClean="0">
                          <a:latin typeface="Cambria Math" panose="02040503050406030204" pitchFamily="18" charset="0"/>
                        </a:rPr>
                        <m:t>ℎ</m:t>
                      </m:r>
                      <m:d>
                        <m:dPr>
                          <m:ctrlPr>
                            <a:rPr lang="es-ES" sz="3600" b="0" i="1" noProof="0" smtClean="0">
                              <a:latin typeface="Cambria Math" panose="02040503050406030204" pitchFamily="18" charset="0"/>
                            </a:rPr>
                          </m:ctrlPr>
                        </m:dPr>
                        <m:e>
                          <m:r>
                            <a:rPr lang="es-ES" sz="3600" b="0" i="1" noProof="0" smtClean="0">
                              <a:latin typeface="Cambria Math" panose="02040503050406030204" pitchFamily="18" charset="0"/>
                            </a:rPr>
                            <m:t>𝑥</m:t>
                          </m:r>
                        </m:e>
                      </m:d>
                      <m:r>
                        <a:rPr lang="es-ES" sz="3600" b="0" i="1" noProof="0" smtClean="0">
                          <a:latin typeface="Cambria Math" panose="02040503050406030204" pitchFamily="18" charset="0"/>
                        </a:rPr>
                        <m:t>=0 :</m:t>
                      </m:r>
                      <m:r>
                        <a:rPr lang="es-ES" sz="3600" b="1" i="1" noProof="0" smtClean="0">
                          <a:solidFill>
                            <a:srgbClr val="0070C0"/>
                          </a:solidFill>
                          <a:latin typeface="Cambria Math" panose="02040503050406030204" pitchFamily="18" charset="0"/>
                        </a:rPr>
                        <m:t>𝝀</m:t>
                      </m:r>
                    </m:oMath>
                  </m:oMathPara>
                </a14:m>
                <a:endParaRPr lang="en-US" sz="3600" b="1" noProof="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e>
                      </m:d>
                      <m:r>
                        <a:rPr lang="es-ES" sz="3600" b="0" i="1" smtClean="0">
                          <a:latin typeface="Cambria Math" panose="02040503050406030204" pitchFamily="18" charset="0"/>
                        </a:rPr>
                        <m:t>≤0:</m:t>
                      </m:r>
                      <m:r>
                        <a:rPr lang="es-ES" sz="3600" b="1" i="1" smtClean="0">
                          <a:solidFill>
                            <a:srgbClr val="0070C0"/>
                          </a:solidFill>
                          <a:latin typeface="Cambria Math" panose="02040503050406030204" pitchFamily="18" charset="0"/>
                        </a:rPr>
                        <m:t>𝝁</m:t>
                      </m:r>
                    </m:oMath>
                  </m:oMathPara>
                </a14:m>
                <a:endParaRPr lang="en-US" sz="3600" b="1"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99073078-AEE4-B0DE-DD1D-A42532EB9CC7}"/>
                  </a:ext>
                </a:extLst>
              </p:cNvPr>
              <p:cNvSpPr>
                <a:spLocks noGrp="1" noRot="1" noChangeAspect="1" noMove="1" noResize="1" noEditPoints="1" noAdjustHandles="1" noChangeArrowheads="1" noChangeShapeType="1" noTextEdit="1"/>
              </p:cNvSpPr>
              <p:nvPr>
                <p:ph idx="1"/>
              </p:nvPr>
            </p:nvSpPr>
            <p:spPr>
              <a:xfrm>
                <a:off x="629412" y="1522914"/>
                <a:ext cx="4117249" cy="4788985"/>
              </a:xfrm>
              <a:blipFill>
                <a:blip r:embed="rId3"/>
                <a:stretch>
                  <a:fillRect l="-4438"/>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711FB6FF-43DB-D40A-37B1-17E38603B097}"/>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112</a:t>
            </a:fld>
            <a:endParaRPr lang="en-US" noProof="0" dirty="0"/>
          </a:p>
        </p:txBody>
      </p:sp>
      <p:sp>
        <p:nvSpPr>
          <p:cNvPr id="4" name="CuadroTexto 3">
            <a:extLst>
              <a:ext uri="{FF2B5EF4-FFF2-40B4-BE49-F238E27FC236}">
                <a16:creationId xmlns:a16="http://schemas.microsoft.com/office/drawing/2014/main" id="{E4C1CCA0-A010-B3C4-BBD0-9C25D62ECB63}"/>
              </a:ext>
            </a:extLst>
          </p:cNvPr>
          <p:cNvSpPr txBox="1"/>
          <p:nvPr/>
        </p:nvSpPr>
        <p:spPr>
          <a:xfrm>
            <a:off x="4565583" y="4588938"/>
            <a:ext cx="3060833" cy="646331"/>
          </a:xfrm>
          <a:prstGeom prst="rect">
            <a:avLst/>
          </a:prstGeom>
          <a:noFill/>
        </p:spPr>
        <p:txBody>
          <a:bodyPr wrap="square">
            <a:spAutoFit/>
          </a:bodyPr>
          <a:lstStyle/>
          <a:p>
            <a:r>
              <a:rPr lang="en-US" sz="3600" dirty="0">
                <a:latin typeface="Gill Sans Nova" panose="020B0602020104020203" pitchFamily="34" charset="0"/>
              </a:rPr>
              <a:t>Dual variables</a:t>
            </a:r>
            <a:endParaRPr lang="es-ES" dirty="0"/>
          </a:p>
        </p:txBody>
      </p:sp>
      <p:cxnSp>
        <p:nvCxnSpPr>
          <p:cNvPr id="5" name="Conector recto de flecha 4">
            <a:extLst>
              <a:ext uri="{FF2B5EF4-FFF2-40B4-BE49-F238E27FC236}">
                <a16:creationId xmlns:a16="http://schemas.microsoft.com/office/drawing/2014/main" id="{F6FF17CD-A63D-3B5A-BBE4-D6C9AD84E71A}"/>
              </a:ext>
            </a:extLst>
          </p:cNvPr>
          <p:cNvCxnSpPr>
            <a:cxnSpLocks/>
            <a:stCxn id="4" idx="1"/>
          </p:cNvCxnSpPr>
          <p:nvPr/>
        </p:nvCxnSpPr>
        <p:spPr>
          <a:xfrm flipH="1" flipV="1">
            <a:off x="3260920" y="4339072"/>
            <a:ext cx="1304663" cy="573032"/>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 name="Conector recto de flecha 7">
            <a:extLst>
              <a:ext uri="{FF2B5EF4-FFF2-40B4-BE49-F238E27FC236}">
                <a16:creationId xmlns:a16="http://schemas.microsoft.com/office/drawing/2014/main" id="{D5C8A042-4AF8-B4CF-BDB8-19006A25078B}"/>
              </a:ext>
            </a:extLst>
          </p:cNvPr>
          <p:cNvCxnSpPr>
            <a:cxnSpLocks/>
            <a:stCxn id="4" idx="1"/>
          </p:cNvCxnSpPr>
          <p:nvPr/>
        </p:nvCxnSpPr>
        <p:spPr>
          <a:xfrm flipH="1">
            <a:off x="3099335" y="4912104"/>
            <a:ext cx="1466248" cy="473533"/>
          </a:xfrm>
          <a:prstGeom prst="straightConnector1">
            <a:avLst/>
          </a:prstGeom>
          <a:ln w="31750">
            <a:solidFill>
              <a:srgbClr val="0070C0"/>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698661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2656F-C04C-EC90-32EC-BEFD99D4C156}"/>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1BFFDC30-5BA3-D9C5-8CCC-EB4BADCBEF8C}"/>
              </a:ext>
            </a:extLst>
          </p:cNvPr>
          <p:cNvSpPr>
            <a:spLocks noGrp="1"/>
          </p:cNvSpPr>
          <p:nvPr>
            <p:ph type="sldNum" sz="quarter" idx="12"/>
          </p:nvPr>
        </p:nvSpPr>
        <p:spPr/>
        <p:txBody>
          <a:bodyPr/>
          <a:lstStyle/>
          <a:p>
            <a:r>
              <a:rPr lang="en-US" noProof="0" dirty="0"/>
              <a:t>11</a:t>
            </a:r>
          </a:p>
        </p:txBody>
      </p:sp>
      <p:sp>
        <p:nvSpPr>
          <p:cNvPr id="5" name="Marcador de contenido 2">
            <a:extLst>
              <a:ext uri="{FF2B5EF4-FFF2-40B4-BE49-F238E27FC236}">
                <a16:creationId xmlns:a16="http://schemas.microsoft.com/office/drawing/2014/main" id="{88344F6F-756E-6F3E-2C44-C1DF1CC0E8FF}"/>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Channel of Prof. Michel </a:t>
            </a:r>
            <a:r>
              <a:rPr lang="en-US" sz="3600" dirty="0" err="1">
                <a:latin typeface="Gill Sans Nova" panose="020B0602020104020203" pitchFamily="34" charset="0"/>
              </a:rPr>
              <a:t>Bierlaire</a:t>
            </a:r>
            <a:r>
              <a:rPr lang="en-US" sz="3600" dirty="0">
                <a:latin typeface="Gill Sans Nova" panose="020B0602020104020203" pitchFamily="34" charset="0"/>
              </a:rPr>
              <a:t> (</a:t>
            </a:r>
            <a:r>
              <a:rPr lang="fr-FR" sz="3600" dirty="0">
                <a:latin typeface="Gill Sans Nova" panose="020B0602020104020203" pitchFamily="34" charset="0"/>
              </a:rPr>
              <a:t>École Polytechnique Fédérale de Lausanne</a:t>
            </a:r>
            <a:r>
              <a:rPr lang="en-US" sz="3600" dirty="0">
                <a:latin typeface="Gill Sans Nova" panose="020B0602020104020203" pitchFamily="34" charset="0"/>
              </a:rPr>
              <a:t>):</a:t>
            </a: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Duality: duality in linear optimization</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https://www.youtube.com/watch?v=R3Z1fRXXxyg</a:t>
            </a:r>
            <a:endParaRPr lang="en-US" sz="3600" noProof="0" dirty="0">
              <a:solidFill>
                <a:srgbClr val="0070C0"/>
              </a:solidFill>
              <a:latin typeface="Gill Sans Nova" panose="020B0602020104020203" pitchFamily="34" charset="0"/>
            </a:endParaRP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Duality: </a:t>
            </a:r>
            <a:r>
              <a:rPr lang="en-US" sz="3600" dirty="0" err="1">
                <a:latin typeface="Gill Sans Nova" panose="020B0602020104020203" pitchFamily="34" charset="0"/>
              </a:rPr>
              <a:t>Lagrangian</a:t>
            </a:r>
            <a:r>
              <a:rPr lang="en-US" sz="3600" dirty="0">
                <a:latin typeface="Gill Sans Nova" panose="020B0602020104020203" pitchFamily="34" charset="0"/>
              </a:rPr>
              <a:t> and dual problem</a:t>
            </a:r>
          </a:p>
          <a:p>
            <a:pPr marL="0" indent="0" algn="just">
              <a:buClr>
                <a:srgbClr val="0070C0"/>
              </a:buClr>
              <a:buSzPct val="100000"/>
              <a:buNone/>
            </a:pPr>
            <a:r>
              <a:rPr lang="en-US" sz="3600" dirty="0">
                <a:solidFill>
                  <a:srgbClr val="0070C0"/>
                </a:solidFill>
                <a:latin typeface="Gill Sans Nova" panose="020B0602020104020203" pitchFamily="34" charset="0"/>
              </a:rPr>
              <a:t>https://www.youtube.com/watch?v=4OifjG2kIJQ</a:t>
            </a:r>
            <a:endParaRPr lang="en-US" sz="3600" noProof="0" dirty="0">
              <a:solidFill>
                <a:srgbClr val="0070C0"/>
              </a:solidFill>
              <a:latin typeface="Gill Sans Nova" panose="020B0602020104020203" pitchFamily="34" charset="0"/>
            </a:endParaRPr>
          </a:p>
        </p:txBody>
      </p:sp>
      <p:sp>
        <p:nvSpPr>
          <p:cNvPr id="4" name="Título 1">
            <a:extLst>
              <a:ext uri="{FF2B5EF4-FFF2-40B4-BE49-F238E27FC236}">
                <a16:creationId xmlns:a16="http://schemas.microsoft.com/office/drawing/2014/main" id="{E6B65383-0BC0-1500-409A-A061429FDE91}"/>
              </a:ext>
            </a:extLst>
          </p:cNvPr>
          <p:cNvSpPr>
            <a:spLocks noGrp="1"/>
          </p:cNvSpPr>
          <p:nvPr>
            <p:ph type="title"/>
          </p:nvPr>
        </p:nvSpPr>
        <p:spPr>
          <a:xfrm>
            <a:off x="420625" y="254955"/>
            <a:ext cx="3634908" cy="686433"/>
          </a:xfrm>
        </p:spPr>
        <p:txBody>
          <a:bodyPr>
            <a:noAutofit/>
          </a:bodyPr>
          <a:lstStyle/>
          <a:p>
            <a:r>
              <a:rPr lang="en-US" sz="4800" noProof="0" dirty="0">
                <a:latin typeface="Gill Sans Nova" panose="020B0602020104020203" pitchFamily="34" charset="0"/>
              </a:rPr>
              <a:t>Dual variables</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F7AEFB8B-07D5-3128-224C-45FFD83F8ADA}"/>
              </a:ext>
            </a:extLst>
          </p:cNvPr>
          <p:cNvSpPr/>
          <p:nvPr/>
        </p:nvSpPr>
        <p:spPr>
          <a:xfrm>
            <a:off x="420625" y="941381"/>
            <a:ext cx="3634908"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8263754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59215-780F-8840-5E57-23C4BB41B343}"/>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EE801265-7EAD-7CD3-072D-4DB6E7C7E7D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114</a:t>
            </a:fld>
            <a:endParaRPr lang="en-US" noProof="0" dirty="0"/>
          </a:p>
        </p:txBody>
      </p:sp>
      <p:sp>
        <p:nvSpPr>
          <p:cNvPr id="8" name="Marcador de contenido 2">
            <a:extLst>
              <a:ext uri="{FF2B5EF4-FFF2-40B4-BE49-F238E27FC236}">
                <a16:creationId xmlns:a16="http://schemas.microsoft.com/office/drawing/2014/main" id="{04A2B4AA-B7EC-D85C-21EA-E738E0D3EA70}"/>
              </a:ext>
            </a:extLst>
          </p:cNvPr>
          <p:cNvSpPr txBox="1">
            <a:spLocks/>
          </p:cNvSpPr>
          <p:nvPr/>
        </p:nvSpPr>
        <p:spPr>
          <a:xfrm>
            <a:off x="629412" y="1486572"/>
            <a:ext cx="10933176" cy="48634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Clr>
                <a:srgbClr val="0070C0"/>
              </a:buClr>
              <a:buSzPct val="100000"/>
              <a:buNone/>
            </a:pPr>
            <a:r>
              <a:rPr lang="en-US" sz="3600" noProof="0" dirty="0">
                <a:latin typeface="Gill Sans Nova" panose="020B0602020104020203" pitchFamily="34" charset="0"/>
              </a:rPr>
              <a:t>I will consider hourly time periods for the sake of simplicity. </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Hence, power (MW) and energy (MWh) units are equivalent.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If this is not the case, the duration of the time periods should be included in the formulation.</a:t>
            </a:r>
          </a:p>
        </p:txBody>
      </p:sp>
      <p:sp>
        <p:nvSpPr>
          <p:cNvPr id="5" name="Título 1">
            <a:extLst>
              <a:ext uri="{FF2B5EF4-FFF2-40B4-BE49-F238E27FC236}">
                <a16:creationId xmlns:a16="http://schemas.microsoft.com/office/drawing/2014/main" id="{04989202-3DF9-2EF9-ED7F-000DA3E8EDEA}"/>
              </a:ext>
            </a:extLst>
          </p:cNvPr>
          <p:cNvSpPr>
            <a:spLocks noGrp="1"/>
          </p:cNvSpPr>
          <p:nvPr>
            <p:ph type="title"/>
          </p:nvPr>
        </p:nvSpPr>
        <p:spPr>
          <a:xfrm>
            <a:off x="420626" y="254955"/>
            <a:ext cx="3191254" cy="686433"/>
          </a:xfrm>
        </p:spPr>
        <p:txBody>
          <a:bodyPr>
            <a:noAutofit/>
          </a:bodyPr>
          <a:lstStyle/>
          <a:p>
            <a:r>
              <a:rPr lang="en-US" sz="4800" dirty="0">
                <a:latin typeface="Gill Sans Nova" panose="020B0602020104020203" pitchFamily="34" charset="0"/>
              </a:rPr>
              <a:t>Formulation</a:t>
            </a:r>
            <a:endParaRPr lang="en-US" sz="4000" noProof="0" dirty="0">
              <a:latin typeface="Gill Sans Nova" panose="020B0602020104020203" pitchFamily="34" charset="0"/>
            </a:endParaRPr>
          </a:p>
        </p:txBody>
      </p:sp>
      <p:sp>
        <p:nvSpPr>
          <p:cNvPr id="6" name="Rectángulo 5">
            <a:extLst>
              <a:ext uri="{FF2B5EF4-FFF2-40B4-BE49-F238E27FC236}">
                <a16:creationId xmlns:a16="http://schemas.microsoft.com/office/drawing/2014/main" id="{D40CC900-2D99-A810-460A-6739183CBA61}"/>
              </a:ext>
            </a:extLst>
          </p:cNvPr>
          <p:cNvSpPr/>
          <p:nvPr/>
        </p:nvSpPr>
        <p:spPr>
          <a:xfrm>
            <a:off x="420625" y="941380"/>
            <a:ext cx="319125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28064098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6375F-F791-789E-1B82-C031F63491C6}"/>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0AD20C32-1020-A658-7D32-DFC08BFE9B5B}"/>
              </a:ext>
            </a:extLst>
          </p:cNvPr>
          <p:cNvSpPr>
            <a:spLocks noGrp="1"/>
          </p:cNvSpPr>
          <p:nvPr>
            <p:ph type="sldNum" sz="quarter" idx="12"/>
          </p:nvPr>
        </p:nvSpPr>
        <p:spPr/>
        <p:txBody>
          <a:bodyPr/>
          <a:lstStyle/>
          <a:p>
            <a:fld id="{5A84F577-29EB-44E5-8782-4BD1CF8B9235}" type="slidenum">
              <a:rPr lang="en-US" noProof="0" smtClean="0"/>
              <a:t>115</a:t>
            </a:fld>
            <a:endParaRPr lang="en-US" noProof="0" dirty="0"/>
          </a:p>
        </p:txBody>
      </p:sp>
      <p:cxnSp>
        <p:nvCxnSpPr>
          <p:cNvPr id="10" name="Conector recto de flecha 9">
            <a:extLst>
              <a:ext uri="{FF2B5EF4-FFF2-40B4-BE49-F238E27FC236}">
                <a16:creationId xmlns:a16="http://schemas.microsoft.com/office/drawing/2014/main" id="{06AD66F5-E6D4-6D4C-B202-984A23A95409}"/>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4A83724B-1830-21F4-248A-8ECD9F44FF44}"/>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8FDAF739-D411-1691-F8E8-A3DD43D8E8C0}"/>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cxnSp>
        <p:nvCxnSpPr>
          <p:cNvPr id="3" name="Conector recto de flecha 2">
            <a:extLst>
              <a:ext uri="{FF2B5EF4-FFF2-40B4-BE49-F238E27FC236}">
                <a16:creationId xmlns:a16="http://schemas.microsoft.com/office/drawing/2014/main" id="{71644F95-8E90-2A20-CF05-ADB7DA421F10}"/>
              </a:ext>
            </a:extLst>
          </p:cNvPr>
          <p:cNvCxnSpPr>
            <a:cxnSpLocks/>
            <a:stCxn id="5" idx="1"/>
          </p:cNvCxnSpPr>
          <p:nvPr/>
        </p:nvCxnSpPr>
        <p:spPr>
          <a:xfrm flipH="1">
            <a:off x="5105400" y="3024761"/>
            <a:ext cx="1178345" cy="323165"/>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 name="CuadroTexto 4">
            <a:extLst>
              <a:ext uri="{FF2B5EF4-FFF2-40B4-BE49-F238E27FC236}">
                <a16:creationId xmlns:a16="http://schemas.microsoft.com/office/drawing/2014/main" id="{1D1F0FEF-9736-646F-E52E-1FFE6FBBF871}"/>
              </a:ext>
            </a:extLst>
          </p:cNvPr>
          <p:cNvSpPr txBox="1"/>
          <p:nvPr/>
        </p:nvSpPr>
        <p:spPr>
          <a:xfrm>
            <a:off x="6283745" y="2701595"/>
            <a:ext cx="2418080" cy="646331"/>
          </a:xfrm>
          <a:prstGeom prst="rect">
            <a:avLst/>
          </a:prstGeom>
          <a:noFill/>
        </p:spPr>
        <p:txBody>
          <a:bodyPr wrap="square">
            <a:spAutoFit/>
          </a:bodyPr>
          <a:lstStyle/>
          <a:p>
            <a:r>
              <a:rPr lang="en-US" sz="3600" b="1" noProof="0" dirty="0">
                <a:latin typeface="Gill Sans Nova" panose="020B0602020104020203" pitchFamily="34" charset="0"/>
              </a:rPr>
              <a:t>Demand</a:t>
            </a:r>
          </a:p>
        </p:txBody>
      </p:sp>
      <p:sp>
        <p:nvSpPr>
          <p:cNvPr id="7" name="CuadroTexto 6">
            <a:extLst>
              <a:ext uri="{FF2B5EF4-FFF2-40B4-BE49-F238E27FC236}">
                <a16:creationId xmlns:a16="http://schemas.microsoft.com/office/drawing/2014/main" id="{95851B36-D652-F1B5-27F8-AA4A5D62B413}"/>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sp>
        <p:nvSpPr>
          <p:cNvPr id="8" name="CuadroTexto 7">
            <a:extLst>
              <a:ext uri="{FF2B5EF4-FFF2-40B4-BE49-F238E27FC236}">
                <a16:creationId xmlns:a16="http://schemas.microsoft.com/office/drawing/2014/main" id="{83B66474-2F21-89CF-57A6-60FFC4674893}"/>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2" name="Título 1">
            <a:extLst>
              <a:ext uri="{FF2B5EF4-FFF2-40B4-BE49-F238E27FC236}">
                <a16:creationId xmlns:a16="http://schemas.microsoft.com/office/drawing/2014/main" id="{BF431D53-44D9-4260-310B-031B8A8F927A}"/>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13" name="Rectángulo 12">
            <a:extLst>
              <a:ext uri="{FF2B5EF4-FFF2-40B4-BE49-F238E27FC236}">
                <a16:creationId xmlns:a16="http://schemas.microsoft.com/office/drawing/2014/main" id="{685F1A45-9CA7-7C65-733B-B5DC586C0462}"/>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648445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A43B4-9DB2-5B58-1C6F-25C394ABB711}"/>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FA8B4ACE-483E-233C-027D-16B02D38523E}"/>
              </a:ext>
            </a:extLst>
          </p:cNvPr>
          <p:cNvSpPr>
            <a:spLocks noGrp="1"/>
          </p:cNvSpPr>
          <p:nvPr>
            <p:ph type="sldNum" sz="quarter" idx="12"/>
          </p:nvPr>
        </p:nvSpPr>
        <p:spPr/>
        <p:txBody>
          <a:bodyPr/>
          <a:lstStyle/>
          <a:p>
            <a:fld id="{5A84F577-29EB-44E5-8782-4BD1CF8B9235}" type="slidenum">
              <a:rPr lang="en-US" noProof="0" smtClean="0"/>
              <a:t>116</a:t>
            </a:fld>
            <a:endParaRPr lang="en-US" noProof="0" dirty="0"/>
          </a:p>
        </p:txBody>
      </p:sp>
      <p:cxnSp>
        <p:nvCxnSpPr>
          <p:cNvPr id="10" name="Conector recto de flecha 9">
            <a:extLst>
              <a:ext uri="{FF2B5EF4-FFF2-40B4-BE49-F238E27FC236}">
                <a16:creationId xmlns:a16="http://schemas.microsoft.com/office/drawing/2014/main" id="{97CA2D2F-3C68-9112-5BC2-01C70AC2E00D}"/>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A527A4A4-826F-7F4A-42A6-2A42EEC6FD45}"/>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7" name="Conector recto de flecha 26">
            <a:extLst>
              <a:ext uri="{FF2B5EF4-FFF2-40B4-BE49-F238E27FC236}">
                <a16:creationId xmlns:a16="http://schemas.microsoft.com/office/drawing/2014/main" id="{50C2BCE9-88B0-4AF9-4085-D10174DB496A}"/>
              </a:ext>
            </a:extLst>
          </p:cNvPr>
          <p:cNvCxnSpPr>
            <a:cxnSpLocks/>
            <a:stCxn id="28" idx="3"/>
          </p:cNvCxnSpPr>
          <p:nvPr/>
        </p:nvCxnSpPr>
        <p:spPr>
          <a:xfrm>
            <a:off x="6929227" y="2701596"/>
            <a:ext cx="1224173" cy="323165"/>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EFC768C4-AE51-0E01-B7B4-91CF2B998660}"/>
              </a:ext>
            </a:extLst>
          </p:cNvPr>
          <p:cNvSpPr txBox="1"/>
          <p:nvPr/>
        </p:nvSpPr>
        <p:spPr>
          <a:xfrm>
            <a:off x="5262772" y="2378430"/>
            <a:ext cx="1666455" cy="646331"/>
          </a:xfrm>
          <a:prstGeom prst="rect">
            <a:avLst/>
          </a:prstGeom>
          <a:noFill/>
        </p:spPr>
        <p:txBody>
          <a:bodyPr wrap="square">
            <a:spAutoFit/>
          </a:bodyPr>
          <a:lstStyle/>
          <a:p>
            <a:r>
              <a:rPr lang="en-US" sz="3600" b="1" noProof="0" dirty="0">
                <a:latin typeface="Gill Sans Nova" panose="020B0602020104020203" pitchFamily="34" charset="0"/>
              </a:rPr>
              <a:t>Supply</a:t>
            </a:r>
          </a:p>
        </p:txBody>
      </p:sp>
      <p:sp>
        <p:nvSpPr>
          <p:cNvPr id="3" name="CuadroTexto 2">
            <a:extLst>
              <a:ext uri="{FF2B5EF4-FFF2-40B4-BE49-F238E27FC236}">
                <a16:creationId xmlns:a16="http://schemas.microsoft.com/office/drawing/2014/main" id="{4505101D-C9F0-3E71-EC4D-1A86E392CDE6}"/>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sp>
        <p:nvSpPr>
          <p:cNvPr id="5" name="CuadroTexto 4">
            <a:extLst>
              <a:ext uri="{FF2B5EF4-FFF2-40B4-BE49-F238E27FC236}">
                <a16:creationId xmlns:a16="http://schemas.microsoft.com/office/drawing/2014/main" id="{F6637047-1508-DCA5-1A17-3DA255691DBF}"/>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9" name="Título 1">
            <a:extLst>
              <a:ext uri="{FF2B5EF4-FFF2-40B4-BE49-F238E27FC236}">
                <a16:creationId xmlns:a16="http://schemas.microsoft.com/office/drawing/2014/main" id="{68F1D42C-50BD-9358-4E65-88D29419B9E7}"/>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11" name="Rectángulo 10">
            <a:extLst>
              <a:ext uri="{FF2B5EF4-FFF2-40B4-BE49-F238E27FC236}">
                <a16:creationId xmlns:a16="http://schemas.microsoft.com/office/drawing/2014/main" id="{BCFFE399-5040-EC2D-6585-7402650FF252}"/>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Forma libre: forma 12">
            <a:extLst>
              <a:ext uri="{FF2B5EF4-FFF2-40B4-BE49-F238E27FC236}">
                <a16:creationId xmlns:a16="http://schemas.microsoft.com/office/drawing/2014/main" id="{406EF400-5800-5233-A375-83F2FCEA3D73}"/>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Tree>
    <p:extLst>
      <p:ext uri="{BB962C8B-B14F-4D97-AF65-F5344CB8AC3E}">
        <p14:creationId xmlns:p14="http://schemas.microsoft.com/office/powerpoint/2010/main" val="37402281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A5960-64F4-7593-D26B-27E2CD61D559}"/>
            </a:ext>
          </a:extLst>
        </p:cNvPr>
        <p:cNvGrpSpPr/>
        <p:nvPr/>
      </p:nvGrpSpPr>
      <p:grpSpPr>
        <a:xfrm>
          <a:off x="0" y="0"/>
          <a:ext cx="0" cy="0"/>
          <a:chOff x="0" y="0"/>
          <a:chExt cx="0" cy="0"/>
        </a:xfrm>
      </p:grpSpPr>
      <p:sp>
        <p:nvSpPr>
          <p:cNvPr id="35" name="Forma libre: forma 34">
            <a:extLst>
              <a:ext uri="{FF2B5EF4-FFF2-40B4-BE49-F238E27FC236}">
                <a16:creationId xmlns:a16="http://schemas.microsoft.com/office/drawing/2014/main" id="{B764621B-71C6-9AD0-DDF5-8CF50C8D2E7A}"/>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3" name="Forma libre: forma 2">
            <a:extLst>
              <a:ext uri="{FF2B5EF4-FFF2-40B4-BE49-F238E27FC236}">
                <a16:creationId xmlns:a16="http://schemas.microsoft.com/office/drawing/2014/main" id="{CAD672B7-060C-9E59-F881-4C19DFB4A6DB}"/>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6" name="Marcador de número de diapositiva 5">
            <a:extLst>
              <a:ext uri="{FF2B5EF4-FFF2-40B4-BE49-F238E27FC236}">
                <a16:creationId xmlns:a16="http://schemas.microsoft.com/office/drawing/2014/main" id="{BC558B95-F7AC-A3D9-9577-99C40C0DF1F0}"/>
              </a:ext>
            </a:extLst>
          </p:cNvPr>
          <p:cNvSpPr>
            <a:spLocks noGrp="1"/>
          </p:cNvSpPr>
          <p:nvPr>
            <p:ph type="sldNum" sz="quarter" idx="12"/>
          </p:nvPr>
        </p:nvSpPr>
        <p:spPr/>
        <p:txBody>
          <a:bodyPr/>
          <a:lstStyle/>
          <a:p>
            <a:fld id="{5A84F577-29EB-44E5-8782-4BD1CF8B9235}" type="slidenum">
              <a:rPr lang="en-US" noProof="0" smtClean="0"/>
              <a:t>117</a:t>
            </a:fld>
            <a:endParaRPr lang="en-US" noProof="0" dirty="0"/>
          </a:p>
        </p:txBody>
      </p:sp>
      <p:cxnSp>
        <p:nvCxnSpPr>
          <p:cNvPr id="10" name="Conector recto de flecha 9">
            <a:extLst>
              <a:ext uri="{FF2B5EF4-FFF2-40B4-BE49-F238E27FC236}">
                <a16:creationId xmlns:a16="http://schemas.microsoft.com/office/drawing/2014/main" id="{351E1DF8-1A9B-2F4D-90BC-78A80F9A1F09}"/>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43B751A3-883F-1ED1-5071-1282516DFC1D}"/>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401C8BFE-7157-370F-A6CC-9B546FE1B948}"/>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92B098A6-7661-012F-A4AB-77CF733D8714}"/>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4" name="Elipse 13">
            <a:extLst>
              <a:ext uri="{FF2B5EF4-FFF2-40B4-BE49-F238E27FC236}">
                <a16:creationId xmlns:a16="http://schemas.microsoft.com/office/drawing/2014/main" id="{C389F172-C34E-D9FF-CDC2-C88B74B53DC2}"/>
              </a:ext>
            </a:extLst>
          </p:cNvPr>
          <p:cNvSpPr/>
          <p:nvPr/>
        </p:nvSpPr>
        <p:spPr>
          <a:xfrm>
            <a:off x="6470650" y="4275138"/>
            <a:ext cx="360000" cy="360000"/>
          </a:xfrm>
          <a:prstGeom prst="ellipse">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15" name="Conector recto de flecha 14">
            <a:extLst>
              <a:ext uri="{FF2B5EF4-FFF2-40B4-BE49-F238E27FC236}">
                <a16:creationId xmlns:a16="http://schemas.microsoft.com/office/drawing/2014/main" id="{4E6E634A-EAA1-0412-C046-C58A54F5A094}"/>
              </a:ext>
            </a:extLst>
          </p:cNvPr>
          <p:cNvCxnSpPr>
            <a:cxnSpLocks/>
            <a:stCxn id="14" idx="2"/>
          </p:cNvCxnSpPr>
          <p:nvPr/>
        </p:nvCxnSpPr>
        <p:spPr>
          <a:xfrm flipH="1">
            <a:off x="3642312" y="4455138"/>
            <a:ext cx="2828338" cy="24893"/>
          </a:xfrm>
          <a:prstGeom prst="straightConnector1">
            <a:avLst/>
          </a:prstGeom>
          <a:ln w="38100">
            <a:solidFill>
              <a:srgbClr val="FF0000"/>
            </a:solidFill>
            <a:prstDash val="dash"/>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46750FB-A3C2-F4A2-A9CB-F71C5E655F4C}"/>
                  </a:ext>
                </a:extLst>
              </p:cNvPr>
              <p:cNvSpPr txBox="1"/>
              <p:nvPr/>
            </p:nvSpPr>
            <p:spPr>
              <a:xfrm>
                <a:off x="3601035" y="3750210"/>
                <a:ext cx="830878" cy="646331"/>
              </a:xfrm>
              <a:prstGeom prst="rect">
                <a:avLst/>
              </a:prstGeom>
              <a:noFill/>
            </p:spPr>
            <p:txBody>
              <a:bodyPr wrap="square">
                <a:spAutoFit/>
              </a:bodyPr>
              <a:lstStyle/>
              <a:p>
                <a:pPr/>
                <a14:m>
                  <m:oMathPara xmlns:m="http://schemas.openxmlformats.org/officeDocument/2006/math">
                    <m:oMath>
                      <m:sSup>
                        <m:sSupPr>
                          <m:ctrlPr>
                            <a:rPr lang="es-ES" sz="3600" b="0" i="1" dirty="0" smtClean="0">
                              <a:solidFill>
                                <a:srgbClr val="FF0000"/>
                              </a:solidFill>
                              <a:latin typeface="Cambria Math" panose="02040503050406030204" pitchFamily="18" charset="0"/>
                            </a:rPr>
                          </m:ctrlPr>
                        </m:sSupPr>
                        <m:e>
                          <m:r>
                            <a:rPr lang="es-ES" sz="3600" b="0" i="1" dirty="0" smtClean="0">
                              <a:solidFill>
                                <a:srgbClr val="FF0000"/>
                              </a:solidFill>
                              <a:latin typeface="Cambria Math" panose="02040503050406030204" pitchFamily="18" charset="0"/>
                            </a:rPr>
                            <m:t>𝜆</m:t>
                          </m:r>
                        </m:e>
                        <m:sup>
                          <m:r>
                            <a:rPr lang="es-ES" sz="3600" b="0" i="1" dirty="0" smtClean="0">
                              <a:solidFill>
                                <a:srgbClr val="FF0000"/>
                              </a:solidFill>
                              <a:latin typeface="Cambria Math" panose="02040503050406030204" pitchFamily="18" charset="0"/>
                            </a:rPr>
                            <m:t>∗</m:t>
                          </m:r>
                        </m:sup>
                      </m:sSup>
                    </m:oMath>
                  </m:oMathPara>
                </a14:m>
                <a:endParaRPr lang="es-ES" sz="3600" dirty="0">
                  <a:solidFill>
                    <a:srgbClr val="FF0000"/>
                  </a:solidFill>
                </a:endParaRPr>
              </a:p>
            </p:txBody>
          </p:sp>
        </mc:Choice>
        <mc:Fallback xmlns="">
          <p:sp>
            <p:nvSpPr>
              <p:cNvPr id="20" name="CuadroTexto 19">
                <a:extLst>
                  <a:ext uri="{FF2B5EF4-FFF2-40B4-BE49-F238E27FC236}">
                    <a16:creationId xmlns:a16="http://schemas.microsoft.com/office/drawing/2014/main" id="{146750FB-A3C2-F4A2-A9CB-F71C5E655F4C}"/>
                  </a:ext>
                </a:extLst>
              </p:cNvPr>
              <p:cNvSpPr txBox="1">
                <a:spLocks noRot="1" noChangeAspect="1" noMove="1" noResize="1" noEditPoints="1" noAdjustHandles="1" noChangeArrowheads="1" noChangeShapeType="1" noTextEdit="1"/>
              </p:cNvSpPr>
              <p:nvPr/>
            </p:nvSpPr>
            <p:spPr>
              <a:xfrm>
                <a:off x="3601035" y="3750210"/>
                <a:ext cx="830878" cy="646331"/>
              </a:xfrm>
              <a:prstGeom prst="rect">
                <a:avLst/>
              </a:prstGeom>
              <a:blipFill>
                <a:blip r:embed="rId2"/>
                <a:stretch>
                  <a:fillRect/>
                </a:stretch>
              </a:blipFill>
            </p:spPr>
            <p:txBody>
              <a:bodyPr/>
              <a:lstStyle/>
              <a:p>
                <a:r>
                  <a:rPr lang="es-ES">
                    <a:noFill/>
                  </a:rPr>
                  <a:t> </a:t>
                </a:r>
              </a:p>
            </p:txBody>
          </p:sp>
        </mc:Fallback>
      </mc:AlternateContent>
      <p:cxnSp>
        <p:nvCxnSpPr>
          <p:cNvPr id="21" name="Conector recto de flecha 20">
            <a:extLst>
              <a:ext uri="{FF2B5EF4-FFF2-40B4-BE49-F238E27FC236}">
                <a16:creationId xmlns:a16="http://schemas.microsoft.com/office/drawing/2014/main" id="{1FA93182-82FB-CAE2-F5A7-08726B9CF53F}"/>
              </a:ext>
            </a:extLst>
          </p:cNvPr>
          <p:cNvCxnSpPr>
            <a:cxnSpLocks/>
            <a:stCxn id="14" idx="4"/>
          </p:cNvCxnSpPr>
          <p:nvPr/>
        </p:nvCxnSpPr>
        <p:spPr>
          <a:xfrm>
            <a:off x="6650650" y="4635138"/>
            <a:ext cx="0" cy="1084649"/>
          </a:xfrm>
          <a:prstGeom prst="straightConnector1">
            <a:avLst/>
          </a:prstGeom>
          <a:ln w="38100">
            <a:solidFill>
              <a:srgbClr val="FF0000"/>
            </a:solidFill>
            <a:prstDash val="dash"/>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C1F9AA3-4B1F-05FF-9F47-0E26C0256389}"/>
                  </a:ext>
                </a:extLst>
              </p:cNvPr>
              <p:cNvSpPr txBox="1"/>
              <p:nvPr/>
            </p:nvSpPr>
            <p:spPr>
              <a:xfrm>
                <a:off x="6674428" y="5041654"/>
                <a:ext cx="857052" cy="646331"/>
              </a:xfrm>
              <a:prstGeom prst="rect">
                <a:avLst/>
              </a:prstGeom>
              <a:noFill/>
            </p:spPr>
            <p:txBody>
              <a:bodyPr wrap="square">
                <a:spAutoFit/>
              </a:bodyPr>
              <a:lstStyle/>
              <a:p>
                <a:pPr/>
                <a14:m>
                  <m:oMathPara xmlns:m="http://schemas.openxmlformats.org/officeDocument/2006/math">
                    <m:oMath>
                      <m:sSup>
                        <m:sSupPr>
                          <m:ctrlPr>
                            <a:rPr lang="es-ES" sz="3600" i="1" dirty="0" smtClean="0">
                              <a:solidFill>
                                <a:srgbClr val="FF0000"/>
                              </a:solidFill>
                              <a:latin typeface="Cambria Math" panose="02040503050406030204" pitchFamily="18" charset="0"/>
                            </a:rPr>
                          </m:ctrlPr>
                        </m:sSupPr>
                        <m:e>
                          <m:r>
                            <a:rPr lang="es-ES" sz="3600" i="1" dirty="0" smtClean="0">
                              <a:solidFill>
                                <a:srgbClr val="FF0000"/>
                              </a:solidFill>
                              <a:latin typeface="Cambria Math" panose="02040503050406030204" pitchFamily="18" charset="0"/>
                            </a:rPr>
                            <m:t>𝑝</m:t>
                          </m:r>
                        </m:e>
                        <m:sup>
                          <m:r>
                            <a:rPr lang="es-ES" sz="3600" b="0" i="1" dirty="0" smtClean="0">
                              <a:solidFill>
                                <a:srgbClr val="FF0000"/>
                              </a:solidFill>
                              <a:latin typeface="Cambria Math" panose="02040503050406030204" pitchFamily="18" charset="0"/>
                            </a:rPr>
                            <m:t>∗</m:t>
                          </m:r>
                        </m:sup>
                      </m:sSup>
                    </m:oMath>
                  </m:oMathPara>
                </a14:m>
                <a:endParaRPr lang="es-ES" sz="3600" dirty="0">
                  <a:solidFill>
                    <a:srgbClr val="FF0000"/>
                  </a:solidFill>
                </a:endParaRPr>
              </a:p>
            </p:txBody>
          </p:sp>
        </mc:Choice>
        <mc:Fallback xmlns="">
          <p:sp>
            <p:nvSpPr>
              <p:cNvPr id="27" name="CuadroTexto 26">
                <a:extLst>
                  <a:ext uri="{FF2B5EF4-FFF2-40B4-BE49-F238E27FC236}">
                    <a16:creationId xmlns:a16="http://schemas.microsoft.com/office/drawing/2014/main" id="{FC1F9AA3-4B1F-05FF-9F47-0E26C0256389}"/>
                  </a:ext>
                </a:extLst>
              </p:cNvPr>
              <p:cNvSpPr txBox="1">
                <a:spLocks noRot="1" noChangeAspect="1" noMove="1" noResize="1" noEditPoints="1" noAdjustHandles="1" noChangeArrowheads="1" noChangeShapeType="1" noTextEdit="1"/>
              </p:cNvSpPr>
              <p:nvPr/>
            </p:nvSpPr>
            <p:spPr>
              <a:xfrm>
                <a:off x="6674428" y="5041654"/>
                <a:ext cx="857052" cy="646331"/>
              </a:xfrm>
              <a:prstGeom prst="rect">
                <a:avLst/>
              </a:prstGeom>
              <a:blipFill>
                <a:blip r:embed="rId3"/>
                <a:stretch>
                  <a:fillRect/>
                </a:stretch>
              </a:blipFill>
            </p:spPr>
            <p:txBody>
              <a:bodyPr/>
              <a:lstStyle/>
              <a:p>
                <a:r>
                  <a:rPr lang="es-ES">
                    <a:noFill/>
                  </a:rPr>
                  <a:t> </a:t>
                </a:r>
              </a:p>
            </p:txBody>
          </p:sp>
        </mc:Fallback>
      </mc:AlternateContent>
      <p:sp>
        <p:nvSpPr>
          <p:cNvPr id="7" name="Título 1">
            <a:extLst>
              <a:ext uri="{FF2B5EF4-FFF2-40B4-BE49-F238E27FC236}">
                <a16:creationId xmlns:a16="http://schemas.microsoft.com/office/drawing/2014/main" id="{3882D355-BB8D-3BFE-9BF8-228C8366B567}"/>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5A1D8AC2-6CA0-B23D-898D-39742D45000F}"/>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54384673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38E63-8879-7BBE-CFC8-0D0420C12AD4}"/>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8E491D95-47AE-07CE-9079-EECB376A05C6}"/>
              </a:ext>
            </a:extLst>
          </p:cNvPr>
          <p:cNvSpPr>
            <a:spLocks noGrp="1"/>
          </p:cNvSpPr>
          <p:nvPr>
            <p:ph type="sldNum" sz="quarter" idx="12"/>
          </p:nvPr>
        </p:nvSpPr>
        <p:spPr/>
        <p:txBody>
          <a:bodyPr/>
          <a:lstStyle/>
          <a:p>
            <a:fld id="{5A84F577-29EB-44E5-8782-4BD1CF8B9235}" type="slidenum">
              <a:rPr lang="en-US" noProof="0" smtClean="0"/>
              <a:t>118</a:t>
            </a:fld>
            <a:endParaRPr lang="en-US" noProof="0" dirty="0"/>
          </a:p>
        </p:txBody>
      </p:sp>
      <p:pic>
        <p:nvPicPr>
          <p:cNvPr id="5" name="Imagen 4">
            <a:extLst>
              <a:ext uri="{FF2B5EF4-FFF2-40B4-BE49-F238E27FC236}">
                <a16:creationId xmlns:a16="http://schemas.microsoft.com/office/drawing/2014/main" id="{63391432-BA71-9DCB-C576-D66B7A8EBD2D}"/>
              </a:ext>
            </a:extLst>
          </p:cNvPr>
          <p:cNvPicPr>
            <a:picLocks noChangeAspect="1"/>
          </p:cNvPicPr>
          <p:nvPr/>
        </p:nvPicPr>
        <p:blipFill>
          <a:blip r:embed="rId2"/>
          <a:stretch>
            <a:fillRect/>
          </a:stretch>
        </p:blipFill>
        <p:spPr>
          <a:xfrm>
            <a:off x="1410676" y="1335136"/>
            <a:ext cx="9370648" cy="5017831"/>
          </a:xfrm>
          <a:prstGeom prst="rect">
            <a:avLst/>
          </a:prstGeom>
        </p:spPr>
      </p:pic>
      <p:sp>
        <p:nvSpPr>
          <p:cNvPr id="8" name="Título 1">
            <a:extLst>
              <a:ext uri="{FF2B5EF4-FFF2-40B4-BE49-F238E27FC236}">
                <a16:creationId xmlns:a16="http://schemas.microsoft.com/office/drawing/2014/main" id="{88AC4B72-A1DA-9755-7666-41C975B64B3E}"/>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048B0736-65DA-3DE8-1499-90A1E844094F}"/>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2436830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E024-4E5E-7161-691D-11DD46B38925}"/>
            </a:ext>
          </a:extLst>
        </p:cNvPr>
        <p:cNvGrpSpPr/>
        <p:nvPr/>
      </p:nvGrpSpPr>
      <p:grpSpPr>
        <a:xfrm>
          <a:off x="0" y="0"/>
          <a:ext cx="0" cy="0"/>
          <a:chOff x="0" y="0"/>
          <a:chExt cx="0" cy="0"/>
        </a:xfrm>
      </p:grpSpPr>
      <p:sp>
        <p:nvSpPr>
          <p:cNvPr id="2" name="Forma libre: forma 1">
            <a:extLst>
              <a:ext uri="{FF2B5EF4-FFF2-40B4-BE49-F238E27FC236}">
                <a16:creationId xmlns:a16="http://schemas.microsoft.com/office/drawing/2014/main" id="{95030507-AB0D-F7E3-EA95-0187C0D059D6}"/>
              </a:ext>
            </a:extLst>
          </p:cNvPr>
          <p:cNvSpPr/>
          <p:nvPr/>
        </p:nvSpPr>
        <p:spPr>
          <a:xfrm>
            <a:off x="3604260" y="2331720"/>
            <a:ext cx="3060700" cy="211963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60700" h="2119630">
                <a:moveTo>
                  <a:pt x="7620" y="0"/>
                </a:moveTo>
                <a:lnTo>
                  <a:pt x="1399540" y="10160"/>
                </a:lnTo>
                <a:lnTo>
                  <a:pt x="1399540" y="1651000"/>
                </a:lnTo>
                <a:lnTo>
                  <a:pt x="3060700" y="1656080"/>
                </a:lnTo>
                <a:lnTo>
                  <a:pt x="3041650" y="2109470"/>
                </a:lnTo>
                <a:lnTo>
                  <a:pt x="0" y="2119630"/>
                </a:lnTo>
                <a:lnTo>
                  <a:pt x="7620" y="0"/>
                </a:lnTo>
                <a:close/>
              </a:path>
            </a:pathLst>
          </a:custGeom>
          <a:solidFill>
            <a:schemeClr val="accent3">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número de diapositiva 5">
            <a:extLst>
              <a:ext uri="{FF2B5EF4-FFF2-40B4-BE49-F238E27FC236}">
                <a16:creationId xmlns:a16="http://schemas.microsoft.com/office/drawing/2014/main" id="{8B0B6E1D-B523-21CD-45E8-0259FC41D0A0}"/>
              </a:ext>
            </a:extLst>
          </p:cNvPr>
          <p:cNvSpPr>
            <a:spLocks noGrp="1"/>
          </p:cNvSpPr>
          <p:nvPr>
            <p:ph type="sldNum" sz="quarter" idx="12"/>
          </p:nvPr>
        </p:nvSpPr>
        <p:spPr/>
        <p:txBody>
          <a:bodyPr/>
          <a:lstStyle/>
          <a:p>
            <a:fld id="{5A84F577-29EB-44E5-8782-4BD1CF8B9235}" type="slidenum">
              <a:rPr lang="en-US" noProof="0" smtClean="0"/>
              <a:t>119</a:t>
            </a:fld>
            <a:endParaRPr lang="en-US" noProof="0" dirty="0"/>
          </a:p>
        </p:txBody>
      </p:sp>
      <p:cxnSp>
        <p:nvCxnSpPr>
          <p:cNvPr id="10" name="Conector recto de flecha 9">
            <a:extLst>
              <a:ext uri="{FF2B5EF4-FFF2-40B4-BE49-F238E27FC236}">
                <a16:creationId xmlns:a16="http://schemas.microsoft.com/office/drawing/2014/main" id="{A53DFFED-A3FA-70C5-D539-292B6A827C27}"/>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F2997513-ACBF-B5F5-CC3B-84121DC5D854}"/>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CC059FDC-A9CD-58E8-DA72-8AF1D7B8F3C5}"/>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67396133-61E1-58A1-8117-7817ACC1B9E5}"/>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BDA178F5-5299-EB6F-813B-315B4D87D571}"/>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1C6141FE-7838-0ADD-C2CC-FE6E278F4A58}"/>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471FBEA4-2A3D-59EE-B86D-3EF4A688FF6A}"/>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C782A84D-EFCF-855F-3B3C-650593DAF55A}"/>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cxnSp>
        <p:nvCxnSpPr>
          <p:cNvPr id="5" name="Conector recto de flecha 4">
            <a:extLst>
              <a:ext uri="{FF2B5EF4-FFF2-40B4-BE49-F238E27FC236}">
                <a16:creationId xmlns:a16="http://schemas.microsoft.com/office/drawing/2014/main" id="{6DE42B9B-F39B-AD9E-6F79-3099E80A9E7E}"/>
              </a:ext>
            </a:extLst>
          </p:cNvPr>
          <p:cNvCxnSpPr>
            <a:cxnSpLocks/>
          </p:cNvCxnSpPr>
          <p:nvPr/>
        </p:nvCxnSpPr>
        <p:spPr>
          <a:xfrm flipH="1">
            <a:off x="4641850" y="2069402"/>
            <a:ext cx="1043517" cy="1359598"/>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9" name="CuadroTexto 8">
            <a:extLst>
              <a:ext uri="{FF2B5EF4-FFF2-40B4-BE49-F238E27FC236}">
                <a16:creationId xmlns:a16="http://schemas.microsoft.com/office/drawing/2014/main" id="{33750627-10C5-BFF5-8A6D-10366C46AF97}"/>
              </a:ext>
            </a:extLst>
          </p:cNvPr>
          <p:cNvSpPr txBox="1"/>
          <p:nvPr/>
        </p:nvSpPr>
        <p:spPr>
          <a:xfrm>
            <a:off x="5437803" y="1254295"/>
            <a:ext cx="2591441" cy="1200329"/>
          </a:xfrm>
          <a:prstGeom prst="rect">
            <a:avLst/>
          </a:prstGeom>
          <a:noFill/>
        </p:spPr>
        <p:txBody>
          <a:bodyPr wrap="square">
            <a:spAutoFit/>
          </a:bodyPr>
          <a:lstStyle/>
          <a:p>
            <a:pPr algn="ctr"/>
            <a:r>
              <a:rPr lang="en-US" sz="3600" b="1" noProof="0" dirty="0">
                <a:solidFill>
                  <a:schemeClr val="accent2"/>
                </a:solidFill>
                <a:latin typeface="Gill Sans Nova" panose="020B0602020104020203" pitchFamily="34" charset="0"/>
              </a:rPr>
              <a:t>Consumer Surplus</a:t>
            </a:r>
          </a:p>
        </p:txBody>
      </p:sp>
    </p:spTree>
    <p:extLst>
      <p:ext uri="{BB962C8B-B14F-4D97-AF65-F5344CB8AC3E}">
        <p14:creationId xmlns:p14="http://schemas.microsoft.com/office/powerpoint/2010/main" val="161337314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2482-1507-5D40-9C46-5A483CA37731}"/>
            </a:ext>
          </a:extLst>
        </p:cNvPr>
        <p:cNvGrpSpPr/>
        <p:nvPr/>
      </p:nvGrpSpPr>
      <p:grpSpPr>
        <a:xfrm>
          <a:off x="0" y="0"/>
          <a:ext cx="0" cy="0"/>
          <a:chOff x="0" y="0"/>
          <a:chExt cx="0" cy="0"/>
        </a:xfrm>
      </p:grpSpPr>
      <p:sp>
        <p:nvSpPr>
          <p:cNvPr id="4" name="Forma libre: forma 3">
            <a:extLst>
              <a:ext uri="{FF2B5EF4-FFF2-40B4-BE49-F238E27FC236}">
                <a16:creationId xmlns:a16="http://schemas.microsoft.com/office/drawing/2014/main" id="{4764CCA9-8611-988D-A8FF-68B8D0C00849}"/>
              </a:ext>
            </a:extLst>
          </p:cNvPr>
          <p:cNvSpPr/>
          <p:nvPr/>
        </p:nvSpPr>
        <p:spPr>
          <a:xfrm>
            <a:off x="3598334" y="4449233"/>
            <a:ext cx="2087033" cy="770466"/>
          </a:xfrm>
          <a:custGeom>
            <a:avLst/>
            <a:gdLst>
              <a:gd name="csX0" fmla="*/ 2103967 w 2103967"/>
              <a:gd name="csY0" fmla="*/ 0 h 757767"/>
              <a:gd name="csX1" fmla="*/ 33867 w 2103967"/>
              <a:gd name="csY1" fmla="*/ 0 h 757767"/>
              <a:gd name="csX2" fmla="*/ 0 w 2103967"/>
              <a:gd name="csY2" fmla="*/ 753533 h 757767"/>
              <a:gd name="csX3" fmla="*/ 2087033 w 2103967"/>
              <a:gd name="csY3" fmla="*/ 757767 h 757767"/>
              <a:gd name="csX4" fmla="*/ 2103967 w 2103967"/>
              <a:gd name="csY4" fmla="*/ 0 h 757767"/>
              <a:gd name="csX0" fmla="*/ 2103967 w 2103967"/>
              <a:gd name="csY0" fmla="*/ 8467 h 766234"/>
              <a:gd name="csX1" fmla="*/ 16934 w 2103967"/>
              <a:gd name="csY1" fmla="*/ 0 h 766234"/>
              <a:gd name="csX2" fmla="*/ 0 w 2103967"/>
              <a:gd name="csY2" fmla="*/ 762000 h 766234"/>
              <a:gd name="csX3" fmla="*/ 2087033 w 2103967"/>
              <a:gd name="csY3" fmla="*/ 766234 h 766234"/>
              <a:gd name="csX4" fmla="*/ 2103967 w 2103967"/>
              <a:gd name="csY4" fmla="*/ 8467 h 766234"/>
              <a:gd name="csX0" fmla="*/ 2087033 w 2087033"/>
              <a:gd name="csY0" fmla="*/ 8467 h 770466"/>
              <a:gd name="csX1" fmla="*/ 0 w 2087033"/>
              <a:gd name="csY1" fmla="*/ 0 h 770466"/>
              <a:gd name="csX2" fmla="*/ 4233 w 2087033"/>
              <a:gd name="csY2" fmla="*/ 770466 h 770466"/>
              <a:gd name="csX3" fmla="*/ 2070099 w 2087033"/>
              <a:gd name="csY3" fmla="*/ 766234 h 770466"/>
              <a:gd name="csX4" fmla="*/ 2087033 w 2087033"/>
              <a:gd name="csY4" fmla="*/ 8467 h 770466"/>
            </a:gdLst>
            <a:ahLst/>
            <a:cxnLst>
              <a:cxn ang="0">
                <a:pos x="csX0" y="csY0"/>
              </a:cxn>
              <a:cxn ang="0">
                <a:pos x="csX1" y="csY1"/>
              </a:cxn>
              <a:cxn ang="0">
                <a:pos x="csX2" y="csY2"/>
              </a:cxn>
              <a:cxn ang="0">
                <a:pos x="csX3" y="csY3"/>
              </a:cxn>
              <a:cxn ang="0">
                <a:pos x="csX4" y="csY4"/>
              </a:cxn>
            </a:cxnLst>
            <a:rect l="l" t="t" r="r" b="b"/>
            <a:pathLst>
              <a:path w="2087033" h="770466">
                <a:moveTo>
                  <a:pt x="2087033" y="8467"/>
                </a:moveTo>
                <a:lnTo>
                  <a:pt x="0" y="0"/>
                </a:lnTo>
                <a:lnTo>
                  <a:pt x="4233" y="770466"/>
                </a:lnTo>
                <a:lnTo>
                  <a:pt x="2070099" y="766234"/>
                </a:lnTo>
                <a:cubicBezTo>
                  <a:pt x="2072921" y="513645"/>
                  <a:pt x="2075744" y="261056"/>
                  <a:pt x="2087033" y="8467"/>
                </a:cubicBezTo>
                <a:close/>
              </a:path>
            </a:pathLst>
          </a:custGeom>
          <a:solidFill>
            <a:schemeClr val="accent3">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número de diapositiva 5">
            <a:extLst>
              <a:ext uri="{FF2B5EF4-FFF2-40B4-BE49-F238E27FC236}">
                <a16:creationId xmlns:a16="http://schemas.microsoft.com/office/drawing/2014/main" id="{E5347D3A-8A4A-5DD6-BCB1-A5EE7D9CDD7F}"/>
              </a:ext>
            </a:extLst>
          </p:cNvPr>
          <p:cNvSpPr>
            <a:spLocks noGrp="1"/>
          </p:cNvSpPr>
          <p:nvPr>
            <p:ph type="sldNum" sz="quarter" idx="12"/>
          </p:nvPr>
        </p:nvSpPr>
        <p:spPr/>
        <p:txBody>
          <a:bodyPr/>
          <a:lstStyle/>
          <a:p>
            <a:fld id="{5A84F577-29EB-44E5-8782-4BD1CF8B9235}" type="slidenum">
              <a:rPr lang="en-US" noProof="0" smtClean="0"/>
              <a:t>120</a:t>
            </a:fld>
            <a:endParaRPr lang="en-US" noProof="0" dirty="0"/>
          </a:p>
        </p:txBody>
      </p:sp>
      <p:cxnSp>
        <p:nvCxnSpPr>
          <p:cNvPr id="10" name="Conector recto de flecha 9">
            <a:extLst>
              <a:ext uri="{FF2B5EF4-FFF2-40B4-BE49-F238E27FC236}">
                <a16:creationId xmlns:a16="http://schemas.microsoft.com/office/drawing/2014/main" id="{C851C6AF-0509-DEDE-1D8A-6BA2B631330D}"/>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D3B50451-F190-5C03-E582-9702E4E2EB38}"/>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5A2D2FE4-584F-62E6-884A-7331AB9D5792}"/>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DCFF259E-1F54-BE6D-9210-4091BD8D05D8}"/>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8218A220-B591-8688-DC38-64567BC43FE2}"/>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26" name="Forma libre: forma 25">
            <a:extLst>
              <a:ext uri="{FF2B5EF4-FFF2-40B4-BE49-F238E27FC236}">
                <a16:creationId xmlns:a16="http://schemas.microsoft.com/office/drawing/2014/main" id="{3D7C2070-D770-B713-829A-436B6D8F1E28}"/>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7" name="Título 1">
            <a:extLst>
              <a:ext uri="{FF2B5EF4-FFF2-40B4-BE49-F238E27FC236}">
                <a16:creationId xmlns:a16="http://schemas.microsoft.com/office/drawing/2014/main" id="{7EF8AD81-1B9B-B409-1497-BBCD3C24DA2C}"/>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DA202CD0-C5C3-B381-D717-260D39C757FA}"/>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CuadroTexto 4">
            <a:extLst>
              <a:ext uri="{FF2B5EF4-FFF2-40B4-BE49-F238E27FC236}">
                <a16:creationId xmlns:a16="http://schemas.microsoft.com/office/drawing/2014/main" id="{41BC1916-D2C7-76ED-51EC-6AB82FDD2610}"/>
              </a:ext>
            </a:extLst>
          </p:cNvPr>
          <p:cNvSpPr txBox="1"/>
          <p:nvPr/>
        </p:nvSpPr>
        <p:spPr>
          <a:xfrm>
            <a:off x="5292174" y="1668102"/>
            <a:ext cx="2591441" cy="1200329"/>
          </a:xfrm>
          <a:prstGeom prst="rect">
            <a:avLst/>
          </a:prstGeom>
          <a:noFill/>
        </p:spPr>
        <p:txBody>
          <a:bodyPr wrap="square">
            <a:spAutoFit/>
          </a:bodyPr>
          <a:lstStyle/>
          <a:p>
            <a:pPr algn="ctr"/>
            <a:r>
              <a:rPr lang="en-US" sz="3600" b="1" noProof="0" dirty="0">
                <a:solidFill>
                  <a:srgbClr val="0070C0"/>
                </a:solidFill>
                <a:latin typeface="Gill Sans Nova" panose="020B0602020104020203" pitchFamily="34" charset="0"/>
              </a:rPr>
              <a:t>Producer Surplus</a:t>
            </a:r>
          </a:p>
        </p:txBody>
      </p:sp>
      <p:cxnSp>
        <p:nvCxnSpPr>
          <p:cNvPr id="9" name="Conector recto de flecha 8">
            <a:extLst>
              <a:ext uri="{FF2B5EF4-FFF2-40B4-BE49-F238E27FC236}">
                <a16:creationId xmlns:a16="http://schemas.microsoft.com/office/drawing/2014/main" id="{9F71C6EC-6188-B69D-45AD-55A7B0AD3AF2}"/>
              </a:ext>
            </a:extLst>
          </p:cNvPr>
          <p:cNvCxnSpPr>
            <a:cxnSpLocks/>
          </p:cNvCxnSpPr>
          <p:nvPr/>
        </p:nvCxnSpPr>
        <p:spPr>
          <a:xfrm flipH="1">
            <a:off x="5057640" y="2999871"/>
            <a:ext cx="1038360" cy="1779491"/>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35157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3D6A-3EEB-B153-2A60-B8C38DD6394A}"/>
            </a:ext>
          </a:extLst>
        </p:cNvPr>
        <p:cNvGrpSpPr/>
        <p:nvPr/>
      </p:nvGrpSpPr>
      <p:grpSpPr>
        <a:xfrm>
          <a:off x="0" y="0"/>
          <a:ext cx="0" cy="0"/>
          <a:chOff x="0" y="0"/>
          <a:chExt cx="0" cy="0"/>
        </a:xfrm>
      </p:grpSpPr>
      <p:sp>
        <p:nvSpPr>
          <p:cNvPr id="2" name="Forma libre: forma 1">
            <a:extLst>
              <a:ext uri="{FF2B5EF4-FFF2-40B4-BE49-F238E27FC236}">
                <a16:creationId xmlns:a16="http://schemas.microsoft.com/office/drawing/2014/main" id="{B401D19C-2F23-021B-D02B-A0AFB90732B4}"/>
              </a:ext>
            </a:extLst>
          </p:cNvPr>
          <p:cNvSpPr/>
          <p:nvPr/>
        </p:nvSpPr>
        <p:spPr>
          <a:xfrm>
            <a:off x="3600450" y="2331720"/>
            <a:ext cx="3064510" cy="290703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3044190 w 3060700"/>
              <a:gd name="csY5" fmla="*/ 21069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2066290 w 3060700"/>
              <a:gd name="csY6" fmla="*/ 2119630 h 2119630"/>
              <a:gd name="csX7" fmla="*/ 0 w 3060700"/>
              <a:gd name="csY7" fmla="*/ 2119630 h 2119630"/>
              <a:gd name="csX8" fmla="*/ 7620 w 3060700"/>
              <a:gd name="csY8" fmla="*/ 0 h 2119630"/>
              <a:gd name="csX0" fmla="*/ 7620 w 3060700"/>
              <a:gd name="csY0" fmla="*/ 0 h 2881630"/>
              <a:gd name="csX1" fmla="*/ 1399540 w 3060700"/>
              <a:gd name="csY1" fmla="*/ 10160 h 2881630"/>
              <a:gd name="csX2" fmla="*/ 1399540 w 3060700"/>
              <a:gd name="csY2" fmla="*/ 1651000 h 2881630"/>
              <a:gd name="csX3" fmla="*/ 3060700 w 3060700"/>
              <a:gd name="csY3" fmla="*/ 1656080 h 2881630"/>
              <a:gd name="csX4" fmla="*/ 3041650 w 3060700"/>
              <a:gd name="csY4" fmla="*/ 2109470 h 2881630"/>
              <a:gd name="csX5" fmla="*/ 2078990 w 3060700"/>
              <a:gd name="csY5" fmla="*/ 2119630 h 2881630"/>
              <a:gd name="csX6" fmla="*/ 2053590 w 3060700"/>
              <a:gd name="csY6" fmla="*/ 2881630 h 2881630"/>
              <a:gd name="csX7" fmla="*/ 0 w 3060700"/>
              <a:gd name="csY7" fmla="*/ 2119630 h 2881630"/>
              <a:gd name="csX8" fmla="*/ 7620 w 3060700"/>
              <a:gd name="csY8" fmla="*/ 0 h 2881630"/>
              <a:gd name="csX0" fmla="*/ 7620 w 3060700"/>
              <a:gd name="csY0" fmla="*/ 0 h 2894330"/>
              <a:gd name="csX1" fmla="*/ 1399540 w 3060700"/>
              <a:gd name="csY1" fmla="*/ 10160 h 2894330"/>
              <a:gd name="csX2" fmla="*/ 1399540 w 3060700"/>
              <a:gd name="csY2" fmla="*/ 1651000 h 2894330"/>
              <a:gd name="csX3" fmla="*/ 3060700 w 3060700"/>
              <a:gd name="csY3" fmla="*/ 1656080 h 2894330"/>
              <a:gd name="csX4" fmla="*/ 3041650 w 3060700"/>
              <a:gd name="csY4" fmla="*/ 2109470 h 2894330"/>
              <a:gd name="csX5" fmla="*/ 2078990 w 3060700"/>
              <a:gd name="csY5" fmla="*/ 2119630 h 2894330"/>
              <a:gd name="csX6" fmla="*/ 2053590 w 3060700"/>
              <a:gd name="csY6" fmla="*/ 2881630 h 2894330"/>
              <a:gd name="csX7" fmla="*/ 2009140 w 3060700"/>
              <a:gd name="csY7" fmla="*/ 2894330 h 2894330"/>
              <a:gd name="csX8" fmla="*/ 0 w 3060700"/>
              <a:gd name="csY8" fmla="*/ 2119630 h 2894330"/>
              <a:gd name="csX9" fmla="*/ 7620 w 3060700"/>
              <a:gd name="csY9" fmla="*/ 0 h 28943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57400 w 3064510"/>
              <a:gd name="csY6" fmla="*/ 2881630 h 2907030"/>
              <a:gd name="csX7" fmla="*/ 0 w 3064510"/>
              <a:gd name="csY7" fmla="*/ 2907030 h 2907030"/>
              <a:gd name="csX8" fmla="*/ 3810 w 3064510"/>
              <a:gd name="csY8" fmla="*/ 2119630 h 2907030"/>
              <a:gd name="csX9" fmla="*/ 11430 w 3064510"/>
              <a:gd name="csY9" fmla="*/ 0 h 29070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76450 w 3064510"/>
              <a:gd name="csY6" fmla="*/ 2881630 h 2907030"/>
              <a:gd name="csX7" fmla="*/ 0 w 3064510"/>
              <a:gd name="csY7" fmla="*/ 2907030 h 2907030"/>
              <a:gd name="csX8" fmla="*/ 3810 w 3064510"/>
              <a:gd name="csY8" fmla="*/ 2119630 h 2907030"/>
              <a:gd name="csX9" fmla="*/ 11430 w 3064510"/>
              <a:gd name="csY9" fmla="*/ 0 h 29070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64510" h="2907030">
                <a:moveTo>
                  <a:pt x="11430" y="0"/>
                </a:moveTo>
                <a:lnTo>
                  <a:pt x="1403350" y="10160"/>
                </a:lnTo>
                <a:lnTo>
                  <a:pt x="1403350" y="1651000"/>
                </a:lnTo>
                <a:lnTo>
                  <a:pt x="3064510" y="1656080"/>
                </a:lnTo>
                <a:lnTo>
                  <a:pt x="3045460" y="2109470"/>
                </a:lnTo>
                <a:lnTo>
                  <a:pt x="2082800" y="2119630"/>
                </a:lnTo>
                <a:cubicBezTo>
                  <a:pt x="2080683" y="2373630"/>
                  <a:pt x="2078567" y="2627630"/>
                  <a:pt x="2076450" y="2881630"/>
                </a:cubicBezTo>
                <a:lnTo>
                  <a:pt x="0" y="2907030"/>
                </a:lnTo>
                <a:lnTo>
                  <a:pt x="3810" y="2119630"/>
                </a:lnTo>
                <a:lnTo>
                  <a:pt x="11430" y="0"/>
                </a:lnTo>
                <a:close/>
              </a:path>
            </a:pathLst>
          </a:custGeom>
          <a:solidFill>
            <a:schemeClr val="accent3">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número de diapositiva 5">
            <a:extLst>
              <a:ext uri="{FF2B5EF4-FFF2-40B4-BE49-F238E27FC236}">
                <a16:creationId xmlns:a16="http://schemas.microsoft.com/office/drawing/2014/main" id="{C5DA108B-DFC1-5DBC-A815-4346A94492BA}"/>
              </a:ext>
            </a:extLst>
          </p:cNvPr>
          <p:cNvSpPr>
            <a:spLocks noGrp="1"/>
          </p:cNvSpPr>
          <p:nvPr>
            <p:ph type="sldNum" sz="quarter" idx="12"/>
          </p:nvPr>
        </p:nvSpPr>
        <p:spPr/>
        <p:txBody>
          <a:bodyPr/>
          <a:lstStyle/>
          <a:p>
            <a:fld id="{5A84F577-29EB-44E5-8782-4BD1CF8B9235}" type="slidenum">
              <a:rPr lang="en-US" noProof="0" smtClean="0"/>
              <a:t>121</a:t>
            </a:fld>
            <a:endParaRPr lang="en-US" noProof="0" dirty="0"/>
          </a:p>
        </p:txBody>
      </p:sp>
      <p:cxnSp>
        <p:nvCxnSpPr>
          <p:cNvPr id="10" name="Conector recto de flecha 9">
            <a:extLst>
              <a:ext uri="{FF2B5EF4-FFF2-40B4-BE49-F238E27FC236}">
                <a16:creationId xmlns:a16="http://schemas.microsoft.com/office/drawing/2014/main" id="{0F9658FD-1295-E3A3-8F6C-047087D9E120}"/>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1BAB8398-BD1B-D806-CE03-B4330D356B78}"/>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26670CE0-2A85-C292-C498-0AD5FE54C591}"/>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FF13823C-5447-B2D4-470E-84ECE344D9DB}"/>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C1626DD1-4597-022D-EAE0-0EE0304C01F6}"/>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1891666B-939E-1C8F-B430-BFBA9F14175D}"/>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907D65D4-AD58-A3DE-F669-045AE2103192}"/>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88820657-42AB-87D5-2B25-38AA523D503E}"/>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cxnSp>
        <p:nvCxnSpPr>
          <p:cNvPr id="9" name="Conector recto de flecha 8">
            <a:extLst>
              <a:ext uri="{FF2B5EF4-FFF2-40B4-BE49-F238E27FC236}">
                <a16:creationId xmlns:a16="http://schemas.microsoft.com/office/drawing/2014/main" id="{CABF5BF7-C3F1-57A7-EAB6-461D5B92B176}"/>
              </a:ext>
            </a:extLst>
          </p:cNvPr>
          <p:cNvCxnSpPr>
            <a:cxnSpLocks/>
            <a:stCxn id="11" idx="2"/>
          </p:cNvCxnSpPr>
          <p:nvPr/>
        </p:nvCxnSpPr>
        <p:spPr>
          <a:xfrm flipH="1">
            <a:off x="4508500" y="2753823"/>
            <a:ext cx="1838515" cy="784866"/>
          </a:xfrm>
          <a:prstGeom prst="straightConnector1">
            <a:avLst/>
          </a:prstGeom>
          <a:ln w="381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 name="CuadroTexto 10">
            <a:extLst>
              <a:ext uri="{FF2B5EF4-FFF2-40B4-BE49-F238E27FC236}">
                <a16:creationId xmlns:a16="http://schemas.microsoft.com/office/drawing/2014/main" id="{D9F48342-4ECF-5F58-7178-AEBCD9CA2334}"/>
              </a:ext>
            </a:extLst>
          </p:cNvPr>
          <p:cNvSpPr txBox="1"/>
          <p:nvPr/>
        </p:nvSpPr>
        <p:spPr>
          <a:xfrm>
            <a:off x="5051294" y="1553494"/>
            <a:ext cx="2591441" cy="1200329"/>
          </a:xfrm>
          <a:prstGeom prst="rect">
            <a:avLst/>
          </a:prstGeom>
          <a:noFill/>
        </p:spPr>
        <p:txBody>
          <a:bodyPr wrap="square">
            <a:spAutoFit/>
          </a:bodyPr>
          <a:lstStyle/>
          <a:p>
            <a:pPr algn="ctr"/>
            <a:r>
              <a:rPr lang="en-US" sz="3600" b="1" noProof="0" dirty="0">
                <a:solidFill>
                  <a:srgbClr val="00B050"/>
                </a:solidFill>
                <a:latin typeface="Gill Sans Nova" panose="020B0602020104020203" pitchFamily="34" charset="0"/>
              </a:rPr>
              <a:t>Social Welfare</a:t>
            </a:r>
          </a:p>
        </p:txBody>
      </p:sp>
    </p:spTree>
    <p:extLst>
      <p:ext uri="{BB962C8B-B14F-4D97-AF65-F5344CB8AC3E}">
        <p14:creationId xmlns:p14="http://schemas.microsoft.com/office/powerpoint/2010/main" val="325166906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FB324-A3DE-FF33-13E8-C18507993E06}"/>
            </a:ext>
          </a:extLst>
        </p:cNvPr>
        <p:cNvGrpSpPr/>
        <p:nvPr/>
      </p:nvGrpSpPr>
      <p:grpSpPr>
        <a:xfrm>
          <a:off x="0" y="0"/>
          <a:ext cx="0" cy="0"/>
          <a:chOff x="0" y="0"/>
          <a:chExt cx="0" cy="0"/>
        </a:xfrm>
      </p:grpSpPr>
      <p:sp>
        <p:nvSpPr>
          <p:cNvPr id="5" name="Forma libre: forma 4">
            <a:extLst>
              <a:ext uri="{FF2B5EF4-FFF2-40B4-BE49-F238E27FC236}">
                <a16:creationId xmlns:a16="http://schemas.microsoft.com/office/drawing/2014/main" id="{EB10E4C1-6F4D-8CC7-0351-793301E01713}"/>
              </a:ext>
            </a:extLst>
          </p:cNvPr>
          <p:cNvSpPr/>
          <p:nvPr/>
        </p:nvSpPr>
        <p:spPr>
          <a:xfrm>
            <a:off x="3594100" y="2331720"/>
            <a:ext cx="3072130" cy="345567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 name="csX0" fmla="*/ 7620 w 3061970"/>
              <a:gd name="csY0" fmla="*/ 0 h 3445510"/>
              <a:gd name="csX1" fmla="*/ 1399540 w 3061970"/>
              <a:gd name="csY1" fmla="*/ 10160 h 3445510"/>
              <a:gd name="csX2" fmla="*/ 1399540 w 3061970"/>
              <a:gd name="csY2" fmla="*/ 1651000 h 3445510"/>
              <a:gd name="csX3" fmla="*/ 3060700 w 3061970"/>
              <a:gd name="csY3" fmla="*/ 1656080 h 3445510"/>
              <a:gd name="csX4" fmla="*/ 3061970 w 3061970"/>
              <a:gd name="csY4" fmla="*/ 3445510 h 3445510"/>
              <a:gd name="csX5" fmla="*/ 0 w 3061970"/>
              <a:gd name="csY5" fmla="*/ 2119630 h 3445510"/>
              <a:gd name="csX6" fmla="*/ 7620 w 3061970"/>
              <a:gd name="csY6" fmla="*/ 0 h 3445510"/>
              <a:gd name="csX0" fmla="*/ 17780 w 3072130"/>
              <a:gd name="csY0" fmla="*/ 0 h 3455670"/>
              <a:gd name="csX1" fmla="*/ 1409700 w 3072130"/>
              <a:gd name="csY1" fmla="*/ 10160 h 3455670"/>
              <a:gd name="csX2" fmla="*/ 1409700 w 3072130"/>
              <a:gd name="csY2" fmla="*/ 1651000 h 3455670"/>
              <a:gd name="csX3" fmla="*/ 3070860 w 3072130"/>
              <a:gd name="csY3" fmla="*/ 1656080 h 3455670"/>
              <a:gd name="csX4" fmla="*/ 3072130 w 3072130"/>
              <a:gd name="csY4" fmla="*/ 3445510 h 3455670"/>
              <a:gd name="csX5" fmla="*/ 0 w 3072130"/>
              <a:gd name="csY5" fmla="*/ 3455670 h 3455670"/>
              <a:gd name="csX6" fmla="*/ 17780 w 3072130"/>
              <a:gd name="csY6" fmla="*/ 0 h 345567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2130" h="3455670">
                <a:moveTo>
                  <a:pt x="17780" y="0"/>
                </a:moveTo>
                <a:lnTo>
                  <a:pt x="1409700" y="10160"/>
                </a:lnTo>
                <a:lnTo>
                  <a:pt x="1409700" y="1651000"/>
                </a:lnTo>
                <a:lnTo>
                  <a:pt x="3070860" y="1656080"/>
                </a:lnTo>
                <a:cubicBezTo>
                  <a:pt x="3071283" y="2252557"/>
                  <a:pt x="3071707" y="2849033"/>
                  <a:pt x="3072130" y="3445510"/>
                </a:cubicBezTo>
                <a:lnTo>
                  <a:pt x="0" y="3455670"/>
                </a:lnTo>
                <a:cubicBezTo>
                  <a:pt x="5927" y="2303780"/>
                  <a:pt x="11853" y="1151890"/>
                  <a:pt x="17780" y="0"/>
                </a:cubicBezTo>
                <a:close/>
              </a:path>
            </a:pathLst>
          </a:cu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número de diapositiva 5">
            <a:extLst>
              <a:ext uri="{FF2B5EF4-FFF2-40B4-BE49-F238E27FC236}">
                <a16:creationId xmlns:a16="http://schemas.microsoft.com/office/drawing/2014/main" id="{39408C38-B647-F743-B18F-6062565CF026}"/>
              </a:ext>
            </a:extLst>
          </p:cNvPr>
          <p:cNvSpPr>
            <a:spLocks noGrp="1"/>
          </p:cNvSpPr>
          <p:nvPr>
            <p:ph type="sldNum" sz="quarter" idx="12"/>
          </p:nvPr>
        </p:nvSpPr>
        <p:spPr/>
        <p:txBody>
          <a:bodyPr/>
          <a:lstStyle/>
          <a:p>
            <a:fld id="{5A84F577-29EB-44E5-8782-4BD1CF8B9235}" type="slidenum">
              <a:rPr lang="en-US" noProof="0" smtClean="0"/>
              <a:t>122</a:t>
            </a:fld>
            <a:endParaRPr lang="en-US" noProof="0" dirty="0"/>
          </a:p>
        </p:txBody>
      </p:sp>
      <p:cxnSp>
        <p:nvCxnSpPr>
          <p:cNvPr id="10" name="Conector recto de flecha 9">
            <a:extLst>
              <a:ext uri="{FF2B5EF4-FFF2-40B4-BE49-F238E27FC236}">
                <a16:creationId xmlns:a16="http://schemas.microsoft.com/office/drawing/2014/main" id="{CEEFFFBF-B7B5-4B17-B459-55455B63FFFE}"/>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AB5A1AC3-FDC7-ECA4-CFB4-3F7CF3E6EE24}"/>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140F86D5-36AB-7134-D415-A426A306AFBB}"/>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D88AE7BB-5EC9-7261-A9DF-D78A10AA8B28}"/>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18E1F72F-D327-2C77-3CD0-4603818D6576}"/>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3DF2E311-4347-7871-115B-573DE477B915}"/>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54DD6F25-AE52-030A-951B-4080670E03DD}"/>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C71B9782-1B3A-111F-A128-D6C961134B81}"/>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Tree>
    <p:extLst>
      <p:ext uri="{BB962C8B-B14F-4D97-AF65-F5344CB8AC3E}">
        <p14:creationId xmlns:p14="http://schemas.microsoft.com/office/powerpoint/2010/main" val="268101220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F173D-8809-18F1-CA77-AAA35A221BBD}"/>
            </a:ext>
          </a:extLst>
        </p:cNvPr>
        <p:cNvGrpSpPr/>
        <p:nvPr/>
      </p:nvGrpSpPr>
      <p:grpSpPr>
        <a:xfrm>
          <a:off x="0" y="0"/>
          <a:ext cx="0" cy="0"/>
          <a:chOff x="0" y="0"/>
          <a:chExt cx="0" cy="0"/>
        </a:xfrm>
      </p:grpSpPr>
      <p:sp>
        <p:nvSpPr>
          <p:cNvPr id="5" name="Forma libre: forma 4">
            <a:extLst>
              <a:ext uri="{FF2B5EF4-FFF2-40B4-BE49-F238E27FC236}">
                <a16:creationId xmlns:a16="http://schemas.microsoft.com/office/drawing/2014/main" id="{D694A127-4A1C-09A3-8567-B54FFCC4637B}"/>
              </a:ext>
            </a:extLst>
          </p:cNvPr>
          <p:cNvSpPr/>
          <p:nvPr/>
        </p:nvSpPr>
        <p:spPr>
          <a:xfrm>
            <a:off x="3594100" y="2331720"/>
            <a:ext cx="3072130" cy="345567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 name="csX0" fmla="*/ 7620 w 3061970"/>
              <a:gd name="csY0" fmla="*/ 0 h 3445510"/>
              <a:gd name="csX1" fmla="*/ 1399540 w 3061970"/>
              <a:gd name="csY1" fmla="*/ 10160 h 3445510"/>
              <a:gd name="csX2" fmla="*/ 1399540 w 3061970"/>
              <a:gd name="csY2" fmla="*/ 1651000 h 3445510"/>
              <a:gd name="csX3" fmla="*/ 3060700 w 3061970"/>
              <a:gd name="csY3" fmla="*/ 1656080 h 3445510"/>
              <a:gd name="csX4" fmla="*/ 3061970 w 3061970"/>
              <a:gd name="csY4" fmla="*/ 3445510 h 3445510"/>
              <a:gd name="csX5" fmla="*/ 0 w 3061970"/>
              <a:gd name="csY5" fmla="*/ 2119630 h 3445510"/>
              <a:gd name="csX6" fmla="*/ 7620 w 3061970"/>
              <a:gd name="csY6" fmla="*/ 0 h 3445510"/>
              <a:gd name="csX0" fmla="*/ 17780 w 3072130"/>
              <a:gd name="csY0" fmla="*/ 0 h 3455670"/>
              <a:gd name="csX1" fmla="*/ 1409700 w 3072130"/>
              <a:gd name="csY1" fmla="*/ 10160 h 3455670"/>
              <a:gd name="csX2" fmla="*/ 1409700 w 3072130"/>
              <a:gd name="csY2" fmla="*/ 1651000 h 3455670"/>
              <a:gd name="csX3" fmla="*/ 3070860 w 3072130"/>
              <a:gd name="csY3" fmla="*/ 1656080 h 3455670"/>
              <a:gd name="csX4" fmla="*/ 3072130 w 3072130"/>
              <a:gd name="csY4" fmla="*/ 3445510 h 3455670"/>
              <a:gd name="csX5" fmla="*/ 0 w 3072130"/>
              <a:gd name="csY5" fmla="*/ 3455670 h 3455670"/>
              <a:gd name="csX6" fmla="*/ 17780 w 3072130"/>
              <a:gd name="csY6" fmla="*/ 0 h 345567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72130" h="3455670">
                <a:moveTo>
                  <a:pt x="17780" y="0"/>
                </a:moveTo>
                <a:lnTo>
                  <a:pt x="1409700" y="10160"/>
                </a:lnTo>
                <a:lnTo>
                  <a:pt x="1409700" y="1651000"/>
                </a:lnTo>
                <a:lnTo>
                  <a:pt x="3070860" y="1656080"/>
                </a:lnTo>
                <a:cubicBezTo>
                  <a:pt x="3071283" y="2252557"/>
                  <a:pt x="3071707" y="2849033"/>
                  <a:pt x="3072130" y="3445510"/>
                </a:cubicBezTo>
                <a:lnTo>
                  <a:pt x="0" y="3455670"/>
                </a:lnTo>
                <a:cubicBezTo>
                  <a:pt x="5927" y="2303780"/>
                  <a:pt x="11853" y="1151890"/>
                  <a:pt x="17780" y="0"/>
                </a:cubicBezTo>
                <a:close/>
              </a:path>
            </a:pathLst>
          </a:custGeom>
          <a:solidFill>
            <a:schemeClr val="accent2">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Forma libre: forma 14">
            <a:extLst>
              <a:ext uri="{FF2B5EF4-FFF2-40B4-BE49-F238E27FC236}">
                <a16:creationId xmlns:a16="http://schemas.microsoft.com/office/drawing/2014/main" id="{317EB0E3-C45C-63B0-883C-8B85BC460368}"/>
              </a:ext>
            </a:extLst>
          </p:cNvPr>
          <p:cNvSpPr/>
          <p:nvPr/>
        </p:nvSpPr>
        <p:spPr>
          <a:xfrm>
            <a:off x="3611428" y="4460161"/>
            <a:ext cx="3058416" cy="1330626"/>
          </a:xfrm>
          <a:custGeom>
            <a:avLst/>
            <a:gdLst>
              <a:gd name="csX0" fmla="*/ 2103967 w 2103967"/>
              <a:gd name="csY0" fmla="*/ 0 h 757767"/>
              <a:gd name="csX1" fmla="*/ 33867 w 2103967"/>
              <a:gd name="csY1" fmla="*/ 0 h 757767"/>
              <a:gd name="csX2" fmla="*/ 0 w 2103967"/>
              <a:gd name="csY2" fmla="*/ 753533 h 757767"/>
              <a:gd name="csX3" fmla="*/ 2087033 w 2103967"/>
              <a:gd name="csY3" fmla="*/ 757767 h 757767"/>
              <a:gd name="csX4" fmla="*/ 2103967 w 2103967"/>
              <a:gd name="csY4" fmla="*/ 0 h 757767"/>
              <a:gd name="csX0" fmla="*/ 2103967 w 2103967"/>
              <a:gd name="csY0" fmla="*/ 8467 h 766234"/>
              <a:gd name="csX1" fmla="*/ 16934 w 2103967"/>
              <a:gd name="csY1" fmla="*/ 0 h 766234"/>
              <a:gd name="csX2" fmla="*/ 0 w 2103967"/>
              <a:gd name="csY2" fmla="*/ 762000 h 766234"/>
              <a:gd name="csX3" fmla="*/ 2087033 w 2103967"/>
              <a:gd name="csY3" fmla="*/ 766234 h 766234"/>
              <a:gd name="csX4" fmla="*/ 2103967 w 2103967"/>
              <a:gd name="csY4" fmla="*/ 8467 h 766234"/>
              <a:gd name="csX0" fmla="*/ 2087033 w 2087033"/>
              <a:gd name="csY0" fmla="*/ 8467 h 770466"/>
              <a:gd name="csX1" fmla="*/ 0 w 2087033"/>
              <a:gd name="csY1" fmla="*/ 0 h 770466"/>
              <a:gd name="csX2" fmla="*/ 4233 w 2087033"/>
              <a:gd name="csY2" fmla="*/ 770466 h 770466"/>
              <a:gd name="csX3" fmla="*/ 2070099 w 2087033"/>
              <a:gd name="csY3" fmla="*/ 766234 h 770466"/>
              <a:gd name="csX4" fmla="*/ 2087033 w 2087033"/>
              <a:gd name="csY4" fmla="*/ 8467 h 770466"/>
              <a:gd name="csX0" fmla="*/ 2087033 w 2090894"/>
              <a:gd name="csY0" fmla="*/ 10327 h 772326"/>
              <a:gd name="csX1" fmla="*/ 2090894 w 2090894"/>
              <a:gd name="csY1" fmla="*/ 0 h 772326"/>
              <a:gd name="csX2" fmla="*/ 0 w 2090894"/>
              <a:gd name="csY2" fmla="*/ 1860 h 772326"/>
              <a:gd name="csX3" fmla="*/ 4233 w 2090894"/>
              <a:gd name="csY3" fmla="*/ 772326 h 772326"/>
              <a:gd name="csX4" fmla="*/ 2070099 w 2090894"/>
              <a:gd name="csY4" fmla="*/ 768094 h 772326"/>
              <a:gd name="csX5" fmla="*/ 2087033 w 2090894"/>
              <a:gd name="csY5" fmla="*/ 10327 h 772326"/>
              <a:gd name="csX0" fmla="*/ 2107629 w 2107629"/>
              <a:gd name="csY0" fmla="*/ 0 h 1735172"/>
              <a:gd name="csX1" fmla="*/ 2090894 w 2107629"/>
              <a:gd name="csY1" fmla="*/ 962846 h 1735172"/>
              <a:gd name="csX2" fmla="*/ 0 w 2107629"/>
              <a:gd name="csY2" fmla="*/ 964706 h 1735172"/>
              <a:gd name="csX3" fmla="*/ 4233 w 2107629"/>
              <a:gd name="csY3" fmla="*/ 1735172 h 1735172"/>
              <a:gd name="csX4" fmla="*/ 2070099 w 2107629"/>
              <a:gd name="csY4" fmla="*/ 1730940 h 1735172"/>
              <a:gd name="csX5" fmla="*/ 2107629 w 2107629"/>
              <a:gd name="csY5" fmla="*/ 0 h 1735172"/>
              <a:gd name="csX0" fmla="*/ 2092182 w 2092182"/>
              <a:gd name="csY0" fmla="*/ 0 h 1798640"/>
              <a:gd name="csX1" fmla="*/ 2090894 w 2092182"/>
              <a:gd name="csY1" fmla="*/ 1026314 h 1798640"/>
              <a:gd name="csX2" fmla="*/ 0 w 2092182"/>
              <a:gd name="csY2" fmla="*/ 1028174 h 1798640"/>
              <a:gd name="csX3" fmla="*/ 4233 w 2092182"/>
              <a:gd name="csY3" fmla="*/ 1798640 h 1798640"/>
              <a:gd name="csX4" fmla="*/ 2070099 w 2092182"/>
              <a:gd name="csY4" fmla="*/ 1794408 h 1798640"/>
              <a:gd name="csX5" fmla="*/ 2092182 w 2092182"/>
              <a:gd name="csY5" fmla="*/ 0 h 1798640"/>
              <a:gd name="csX0" fmla="*/ 2092182 w 3099873"/>
              <a:gd name="csY0" fmla="*/ 0 h 1829667"/>
              <a:gd name="csX1" fmla="*/ 2090894 w 3099873"/>
              <a:gd name="csY1" fmla="*/ 1026314 h 1829667"/>
              <a:gd name="csX2" fmla="*/ 0 w 3099873"/>
              <a:gd name="csY2" fmla="*/ 1028174 h 1829667"/>
              <a:gd name="csX3" fmla="*/ 4233 w 3099873"/>
              <a:gd name="csY3" fmla="*/ 1798640 h 1829667"/>
              <a:gd name="csX4" fmla="*/ 3099869 w 3099873"/>
              <a:gd name="csY4" fmla="*/ 1829667 h 1829667"/>
              <a:gd name="csX5" fmla="*/ 2092182 w 3099873"/>
              <a:gd name="csY5" fmla="*/ 0 h 1829667"/>
              <a:gd name="csX0" fmla="*/ 2092182 w 3373445"/>
              <a:gd name="csY0" fmla="*/ 0 h 1966797"/>
              <a:gd name="csX1" fmla="*/ 2090894 w 3373445"/>
              <a:gd name="csY1" fmla="*/ 1026314 h 1966797"/>
              <a:gd name="csX2" fmla="*/ 0 w 3373445"/>
              <a:gd name="csY2" fmla="*/ 1028174 h 1966797"/>
              <a:gd name="csX3" fmla="*/ 4233 w 3373445"/>
              <a:gd name="csY3" fmla="*/ 1798640 h 1966797"/>
              <a:gd name="csX4" fmla="*/ 3099869 w 3373445"/>
              <a:gd name="csY4" fmla="*/ 1829667 h 1966797"/>
              <a:gd name="csX5" fmla="*/ 3105216 w 3373445"/>
              <a:gd name="csY5" fmla="*/ 1830239 h 1966797"/>
              <a:gd name="csX6" fmla="*/ 2092182 w 3373445"/>
              <a:gd name="csY6" fmla="*/ 0 h 1966797"/>
              <a:gd name="csX0" fmla="*/ 2092182 w 3358335"/>
              <a:gd name="csY0" fmla="*/ 107139 h 1936819"/>
              <a:gd name="csX1" fmla="*/ 2090894 w 3358335"/>
              <a:gd name="csY1" fmla="*/ 1133453 h 1936819"/>
              <a:gd name="csX2" fmla="*/ 0 w 3358335"/>
              <a:gd name="csY2" fmla="*/ 1135313 h 1936819"/>
              <a:gd name="csX3" fmla="*/ 4233 w 3358335"/>
              <a:gd name="csY3" fmla="*/ 1905779 h 1936819"/>
              <a:gd name="csX4" fmla="*/ 3099869 w 3358335"/>
              <a:gd name="csY4" fmla="*/ 1936806 h 1936819"/>
              <a:gd name="csX5" fmla="*/ 3058876 w 3358335"/>
              <a:gd name="csY5" fmla="*/ 110916 h 1936819"/>
              <a:gd name="csX6" fmla="*/ 2092182 w 3358335"/>
              <a:gd name="csY6" fmla="*/ 107139 h 1936819"/>
              <a:gd name="csX0" fmla="*/ 2092182 w 3322202"/>
              <a:gd name="csY0" fmla="*/ 107139 h 1936818"/>
              <a:gd name="csX1" fmla="*/ 2090894 w 3322202"/>
              <a:gd name="csY1" fmla="*/ 1133453 h 1936818"/>
              <a:gd name="csX2" fmla="*/ 0 w 3322202"/>
              <a:gd name="csY2" fmla="*/ 1135313 h 1936818"/>
              <a:gd name="csX3" fmla="*/ 4233 w 3322202"/>
              <a:gd name="csY3" fmla="*/ 1905779 h 1936818"/>
              <a:gd name="csX4" fmla="*/ 3099869 w 3322202"/>
              <a:gd name="csY4" fmla="*/ 1936806 h 1936818"/>
              <a:gd name="csX5" fmla="*/ 3058876 w 3322202"/>
              <a:gd name="csY5" fmla="*/ 110916 h 1936818"/>
              <a:gd name="csX6" fmla="*/ 2092182 w 3322202"/>
              <a:gd name="csY6" fmla="*/ 107139 h 1936818"/>
              <a:gd name="csX0" fmla="*/ 2092182 w 3099869"/>
              <a:gd name="csY0" fmla="*/ 107139 h 1936806"/>
              <a:gd name="csX1" fmla="*/ 2090894 w 3099869"/>
              <a:gd name="csY1" fmla="*/ 1133453 h 1936806"/>
              <a:gd name="csX2" fmla="*/ 0 w 3099869"/>
              <a:gd name="csY2" fmla="*/ 1135313 h 1936806"/>
              <a:gd name="csX3" fmla="*/ 4233 w 3099869"/>
              <a:gd name="csY3" fmla="*/ 1905779 h 1936806"/>
              <a:gd name="csX4" fmla="*/ 3099869 w 3099869"/>
              <a:gd name="csY4" fmla="*/ 1936806 h 1936806"/>
              <a:gd name="csX5" fmla="*/ 3058876 w 3099869"/>
              <a:gd name="csY5" fmla="*/ 110916 h 1936806"/>
              <a:gd name="csX6" fmla="*/ 2092182 w 3099869"/>
              <a:gd name="csY6" fmla="*/ 107139 h 1936806"/>
              <a:gd name="csX0" fmla="*/ 2092182 w 3099869"/>
              <a:gd name="csY0" fmla="*/ 132739 h 1962406"/>
              <a:gd name="csX1" fmla="*/ 2090894 w 3099869"/>
              <a:gd name="csY1" fmla="*/ 1159053 h 1962406"/>
              <a:gd name="csX2" fmla="*/ 0 w 3099869"/>
              <a:gd name="csY2" fmla="*/ 1160913 h 1962406"/>
              <a:gd name="csX3" fmla="*/ 4233 w 3099869"/>
              <a:gd name="csY3" fmla="*/ 1931379 h 1962406"/>
              <a:gd name="csX4" fmla="*/ 3099869 w 3099869"/>
              <a:gd name="csY4" fmla="*/ 1962406 h 1962406"/>
              <a:gd name="csX5" fmla="*/ 3058876 w 3099869"/>
              <a:gd name="csY5" fmla="*/ 136516 h 1962406"/>
              <a:gd name="csX6" fmla="*/ 2092182 w 3099869"/>
              <a:gd name="csY6" fmla="*/ 132739 h 1962406"/>
              <a:gd name="csX0" fmla="*/ 2092182 w 3099869"/>
              <a:gd name="csY0" fmla="*/ -1 h 1829666"/>
              <a:gd name="csX1" fmla="*/ 2090894 w 3099869"/>
              <a:gd name="csY1" fmla="*/ 1026313 h 1829666"/>
              <a:gd name="csX2" fmla="*/ 0 w 3099869"/>
              <a:gd name="csY2" fmla="*/ 1028173 h 1829666"/>
              <a:gd name="csX3" fmla="*/ 4233 w 3099869"/>
              <a:gd name="csY3" fmla="*/ 1798639 h 1829666"/>
              <a:gd name="csX4" fmla="*/ 3099869 w 3099869"/>
              <a:gd name="csY4" fmla="*/ 1829666 h 1829666"/>
              <a:gd name="csX5" fmla="*/ 3058876 w 3099869"/>
              <a:gd name="csY5" fmla="*/ 3776 h 1829666"/>
              <a:gd name="csX6" fmla="*/ 2092182 w 3099869"/>
              <a:gd name="csY6" fmla="*/ -1 h 1829666"/>
              <a:gd name="csX0" fmla="*/ 2092182 w 3099869"/>
              <a:gd name="csY0" fmla="*/ 17487 h 1847154"/>
              <a:gd name="csX1" fmla="*/ 2090894 w 3099869"/>
              <a:gd name="csY1" fmla="*/ 1043801 h 1847154"/>
              <a:gd name="csX2" fmla="*/ 0 w 3099869"/>
              <a:gd name="csY2" fmla="*/ 1045661 h 1847154"/>
              <a:gd name="csX3" fmla="*/ 4233 w 3099869"/>
              <a:gd name="csY3" fmla="*/ 1816127 h 1847154"/>
              <a:gd name="csX4" fmla="*/ 3099869 w 3099869"/>
              <a:gd name="csY4" fmla="*/ 1847154 h 1847154"/>
              <a:gd name="csX5" fmla="*/ 3064025 w 3099869"/>
              <a:gd name="csY5" fmla="*/ 108 h 1847154"/>
              <a:gd name="csX6" fmla="*/ 2092182 w 3099869"/>
              <a:gd name="csY6" fmla="*/ 17487 h 18471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9869" h="1847154">
                <a:moveTo>
                  <a:pt x="2092182" y="17487"/>
                </a:moveTo>
                <a:cubicBezTo>
                  <a:pt x="2091753" y="359592"/>
                  <a:pt x="2091323" y="701696"/>
                  <a:pt x="2090894" y="1043801"/>
                </a:cubicBezTo>
                <a:lnTo>
                  <a:pt x="0" y="1045661"/>
                </a:lnTo>
                <a:lnTo>
                  <a:pt x="4233" y="1816127"/>
                </a:lnTo>
                <a:lnTo>
                  <a:pt x="3099869" y="1847154"/>
                </a:lnTo>
                <a:cubicBezTo>
                  <a:pt x="3086367" y="1845368"/>
                  <a:pt x="3077508" y="30025"/>
                  <a:pt x="3064025" y="108"/>
                </a:cubicBezTo>
                <a:cubicBezTo>
                  <a:pt x="3035096" y="-1601"/>
                  <a:pt x="2122217" y="17488"/>
                  <a:pt x="2092182" y="17487"/>
                </a:cubicBezTo>
                <a:close/>
              </a:path>
            </a:pathLst>
          </a:custGeom>
          <a:solidFill>
            <a:schemeClr val="tx2">
              <a:lumMod val="10000"/>
              <a:lumOff val="90000"/>
            </a:schemeClr>
          </a:solid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Marcador de número de diapositiva 5">
            <a:extLst>
              <a:ext uri="{FF2B5EF4-FFF2-40B4-BE49-F238E27FC236}">
                <a16:creationId xmlns:a16="http://schemas.microsoft.com/office/drawing/2014/main" id="{8BC00CFB-66BA-C24C-3E84-3B1C2DD84686}"/>
              </a:ext>
            </a:extLst>
          </p:cNvPr>
          <p:cNvSpPr>
            <a:spLocks noGrp="1"/>
          </p:cNvSpPr>
          <p:nvPr>
            <p:ph type="sldNum" sz="quarter" idx="12"/>
          </p:nvPr>
        </p:nvSpPr>
        <p:spPr/>
        <p:txBody>
          <a:bodyPr/>
          <a:lstStyle/>
          <a:p>
            <a:fld id="{5A84F577-29EB-44E5-8782-4BD1CF8B9235}" type="slidenum">
              <a:rPr lang="en-US" noProof="0" smtClean="0"/>
              <a:t>123</a:t>
            </a:fld>
            <a:endParaRPr lang="en-US" noProof="0" dirty="0"/>
          </a:p>
        </p:txBody>
      </p:sp>
      <p:cxnSp>
        <p:nvCxnSpPr>
          <p:cNvPr id="10" name="Conector recto de flecha 9">
            <a:extLst>
              <a:ext uri="{FF2B5EF4-FFF2-40B4-BE49-F238E27FC236}">
                <a16:creationId xmlns:a16="http://schemas.microsoft.com/office/drawing/2014/main" id="{1CD0CB64-6DCE-AF24-65C6-7370448D087C}"/>
              </a:ext>
            </a:extLst>
          </p:cNvPr>
          <p:cNvCxnSpPr>
            <a:cxnSpLocks/>
          </p:cNvCxnSpPr>
          <p:nvPr/>
        </p:nvCxnSpPr>
        <p:spPr>
          <a:xfrm flipV="1">
            <a:off x="35946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FF0B74BF-82D2-E7F9-D08A-3C876BF12325}"/>
              </a:ext>
            </a:extLst>
          </p:cNvPr>
          <p:cNvSpPr txBox="1"/>
          <p:nvPr/>
        </p:nvSpPr>
        <p:spPr>
          <a:xfrm rot="16200000">
            <a:off x="98078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94FC21C2-AC99-4177-19C9-29F7B5E90892}"/>
              </a:ext>
            </a:extLst>
          </p:cNvPr>
          <p:cNvSpPr txBox="1"/>
          <p:nvPr/>
        </p:nvSpPr>
        <p:spPr>
          <a:xfrm>
            <a:off x="35773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CEC29A30-03AE-7617-3654-4198A8DC4C15}"/>
              </a:ext>
            </a:extLst>
          </p:cNvPr>
          <p:cNvCxnSpPr>
            <a:cxnSpLocks/>
          </p:cNvCxnSpPr>
          <p:nvPr/>
        </p:nvCxnSpPr>
        <p:spPr>
          <a:xfrm flipV="1">
            <a:off x="35773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55A4ACCA-E2EC-ED1E-E722-B4D6E0A4B541}"/>
              </a:ext>
            </a:extLst>
          </p:cNvPr>
          <p:cNvSpPr/>
          <p:nvPr/>
        </p:nvSpPr>
        <p:spPr>
          <a:xfrm>
            <a:off x="36440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14C3A1D5-6EE7-A756-02E0-B59838B0DAB4}"/>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765A6A06-9DA5-EDD0-37EC-79D8E8D91C9D}"/>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8EE0D928-12A8-510E-7671-4769E1EFF608}"/>
              </a:ext>
            </a:extLst>
          </p:cNvPr>
          <p:cNvSpPr/>
          <p:nvPr/>
        </p:nvSpPr>
        <p:spPr>
          <a:xfrm>
            <a:off x="36423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Tree>
    <p:extLst>
      <p:ext uri="{BB962C8B-B14F-4D97-AF65-F5344CB8AC3E}">
        <p14:creationId xmlns:p14="http://schemas.microsoft.com/office/powerpoint/2010/main" val="241852809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93BCE-97BE-7ABE-5B09-611F6E8FDDDD}"/>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269F6D42-291D-875D-F1B7-B687C68D5937}"/>
              </a:ext>
            </a:extLst>
          </p:cNvPr>
          <p:cNvSpPr>
            <a:spLocks noGrp="1"/>
          </p:cNvSpPr>
          <p:nvPr>
            <p:ph type="sldNum" sz="quarter" idx="12"/>
          </p:nvPr>
        </p:nvSpPr>
        <p:spPr/>
        <p:txBody>
          <a:bodyPr/>
          <a:lstStyle/>
          <a:p>
            <a:fld id="{5A84F577-29EB-44E5-8782-4BD1CF8B9235}" type="slidenum">
              <a:rPr lang="en-US" noProof="0" smtClean="0"/>
              <a:t>124</a:t>
            </a:fld>
            <a:endParaRPr lang="en-US" noProof="0" dirty="0"/>
          </a:p>
        </p:txBody>
      </p:sp>
      <p:cxnSp>
        <p:nvCxnSpPr>
          <p:cNvPr id="10" name="Conector recto de flecha 9">
            <a:extLst>
              <a:ext uri="{FF2B5EF4-FFF2-40B4-BE49-F238E27FC236}">
                <a16:creationId xmlns:a16="http://schemas.microsoft.com/office/drawing/2014/main" id="{900AC191-01AC-143E-566E-6ADA9967AF84}"/>
              </a:ext>
            </a:extLst>
          </p:cNvPr>
          <p:cNvCxnSpPr>
            <a:cxnSpLocks/>
          </p:cNvCxnSpPr>
          <p:nvPr/>
        </p:nvCxnSpPr>
        <p:spPr>
          <a:xfrm flipV="1">
            <a:off x="13340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0C06E043-35D2-67CC-53AC-8BBAE9D50B23}"/>
              </a:ext>
            </a:extLst>
          </p:cNvPr>
          <p:cNvSpPr txBox="1"/>
          <p:nvPr/>
        </p:nvSpPr>
        <p:spPr>
          <a:xfrm rot="16200000">
            <a:off x="-127982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A92DC5D4-5C00-2961-E57D-FF2C423604D2}"/>
              </a:ext>
            </a:extLst>
          </p:cNvPr>
          <p:cNvSpPr txBox="1"/>
          <p:nvPr/>
        </p:nvSpPr>
        <p:spPr>
          <a:xfrm>
            <a:off x="13167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B444307E-8975-AAB2-7031-A654930F4944}"/>
              </a:ext>
            </a:extLst>
          </p:cNvPr>
          <p:cNvCxnSpPr>
            <a:cxnSpLocks/>
          </p:cNvCxnSpPr>
          <p:nvPr/>
        </p:nvCxnSpPr>
        <p:spPr>
          <a:xfrm flipV="1">
            <a:off x="13167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B3385398-CD2B-CB4F-B481-91FE7A0A4EB0}"/>
              </a:ext>
            </a:extLst>
          </p:cNvPr>
          <p:cNvSpPr/>
          <p:nvPr/>
        </p:nvSpPr>
        <p:spPr>
          <a:xfrm>
            <a:off x="13834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314370A2-0930-391E-96AE-226D64E77F6F}"/>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E68A2953-A236-D4C9-1D90-78A428E6B190}"/>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5480E080-CD8C-8B2D-E143-C513F20AD1DF}"/>
              </a:ext>
            </a:extLst>
          </p:cNvPr>
          <p:cNvSpPr/>
          <p:nvPr/>
        </p:nvSpPr>
        <p:spPr>
          <a:xfrm>
            <a:off x="13817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 name="Forma libre: forma 1">
            <a:extLst>
              <a:ext uri="{FF2B5EF4-FFF2-40B4-BE49-F238E27FC236}">
                <a16:creationId xmlns:a16="http://schemas.microsoft.com/office/drawing/2014/main" id="{13605FBC-8B64-E25B-05FA-A572C827A262}"/>
              </a:ext>
            </a:extLst>
          </p:cNvPr>
          <p:cNvSpPr/>
          <p:nvPr/>
        </p:nvSpPr>
        <p:spPr>
          <a:xfrm>
            <a:off x="1391920" y="2335530"/>
            <a:ext cx="2994304" cy="287782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3044190 w 3060700"/>
              <a:gd name="csY5" fmla="*/ 21069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2066290 w 3060700"/>
              <a:gd name="csY6" fmla="*/ 2119630 h 2119630"/>
              <a:gd name="csX7" fmla="*/ 0 w 3060700"/>
              <a:gd name="csY7" fmla="*/ 2119630 h 2119630"/>
              <a:gd name="csX8" fmla="*/ 7620 w 3060700"/>
              <a:gd name="csY8" fmla="*/ 0 h 2119630"/>
              <a:gd name="csX0" fmla="*/ 7620 w 3060700"/>
              <a:gd name="csY0" fmla="*/ 0 h 2881630"/>
              <a:gd name="csX1" fmla="*/ 1399540 w 3060700"/>
              <a:gd name="csY1" fmla="*/ 10160 h 2881630"/>
              <a:gd name="csX2" fmla="*/ 1399540 w 3060700"/>
              <a:gd name="csY2" fmla="*/ 1651000 h 2881630"/>
              <a:gd name="csX3" fmla="*/ 3060700 w 3060700"/>
              <a:gd name="csY3" fmla="*/ 1656080 h 2881630"/>
              <a:gd name="csX4" fmla="*/ 3041650 w 3060700"/>
              <a:gd name="csY4" fmla="*/ 2109470 h 2881630"/>
              <a:gd name="csX5" fmla="*/ 2078990 w 3060700"/>
              <a:gd name="csY5" fmla="*/ 2119630 h 2881630"/>
              <a:gd name="csX6" fmla="*/ 2053590 w 3060700"/>
              <a:gd name="csY6" fmla="*/ 2881630 h 2881630"/>
              <a:gd name="csX7" fmla="*/ 0 w 3060700"/>
              <a:gd name="csY7" fmla="*/ 2119630 h 2881630"/>
              <a:gd name="csX8" fmla="*/ 7620 w 3060700"/>
              <a:gd name="csY8" fmla="*/ 0 h 2881630"/>
              <a:gd name="csX0" fmla="*/ 7620 w 3060700"/>
              <a:gd name="csY0" fmla="*/ 0 h 2894330"/>
              <a:gd name="csX1" fmla="*/ 1399540 w 3060700"/>
              <a:gd name="csY1" fmla="*/ 10160 h 2894330"/>
              <a:gd name="csX2" fmla="*/ 1399540 w 3060700"/>
              <a:gd name="csY2" fmla="*/ 1651000 h 2894330"/>
              <a:gd name="csX3" fmla="*/ 3060700 w 3060700"/>
              <a:gd name="csY3" fmla="*/ 1656080 h 2894330"/>
              <a:gd name="csX4" fmla="*/ 3041650 w 3060700"/>
              <a:gd name="csY4" fmla="*/ 2109470 h 2894330"/>
              <a:gd name="csX5" fmla="*/ 2078990 w 3060700"/>
              <a:gd name="csY5" fmla="*/ 2119630 h 2894330"/>
              <a:gd name="csX6" fmla="*/ 2053590 w 3060700"/>
              <a:gd name="csY6" fmla="*/ 2881630 h 2894330"/>
              <a:gd name="csX7" fmla="*/ 2009140 w 3060700"/>
              <a:gd name="csY7" fmla="*/ 2894330 h 2894330"/>
              <a:gd name="csX8" fmla="*/ 0 w 3060700"/>
              <a:gd name="csY8" fmla="*/ 2119630 h 2894330"/>
              <a:gd name="csX9" fmla="*/ 7620 w 3060700"/>
              <a:gd name="csY9" fmla="*/ 0 h 28943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57400 w 3064510"/>
              <a:gd name="csY6" fmla="*/ 2881630 h 2907030"/>
              <a:gd name="csX7" fmla="*/ 0 w 3064510"/>
              <a:gd name="csY7" fmla="*/ 2907030 h 2907030"/>
              <a:gd name="csX8" fmla="*/ 3810 w 3064510"/>
              <a:gd name="csY8" fmla="*/ 2119630 h 2907030"/>
              <a:gd name="csX9" fmla="*/ 11430 w 3064510"/>
              <a:gd name="csY9" fmla="*/ 0 h 29070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76450 w 3064510"/>
              <a:gd name="csY6" fmla="*/ 2881630 h 2907030"/>
              <a:gd name="csX7" fmla="*/ 0 w 3064510"/>
              <a:gd name="csY7" fmla="*/ 2907030 h 2907030"/>
              <a:gd name="csX8" fmla="*/ 3810 w 3064510"/>
              <a:gd name="csY8" fmla="*/ 2119630 h 2907030"/>
              <a:gd name="csX9" fmla="*/ 11430 w 3064510"/>
              <a:gd name="csY9" fmla="*/ 0 h 2907030"/>
              <a:gd name="csX0" fmla="*/ 11430 w 3064510"/>
              <a:gd name="csY0" fmla="*/ 76200 h 2896870"/>
              <a:gd name="csX1" fmla="*/ 1403350 w 3064510"/>
              <a:gd name="csY1" fmla="*/ 0 h 2896870"/>
              <a:gd name="csX2" fmla="*/ 1403350 w 3064510"/>
              <a:gd name="csY2" fmla="*/ 1640840 h 2896870"/>
              <a:gd name="csX3" fmla="*/ 3064510 w 3064510"/>
              <a:gd name="csY3" fmla="*/ 1645920 h 2896870"/>
              <a:gd name="csX4" fmla="*/ 3045460 w 3064510"/>
              <a:gd name="csY4" fmla="*/ 2099310 h 2896870"/>
              <a:gd name="csX5" fmla="*/ 2082800 w 3064510"/>
              <a:gd name="csY5" fmla="*/ 2109470 h 2896870"/>
              <a:gd name="csX6" fmla="*/ 2076450 w 3064510"/>
              <a:gd name="csY6" fmla="*/ 2871470 h 2896870"/>
              <a:gd name="csX7" fmla="*/ 0 w 3064510"/>
              <a:gd name="csY7" fmla="*/ 2896870 h 2896870"/>
              <a:gd name="csX8" fmla="*/ 3810 w 3064510"/>
              <a:gd name="csY8" fmla="*/ 2109470 h 2896870"/>
              <a:gd name="csX9" fmla="*/ 11430 w 3064510"/>
              <a:gd name="csY9" fmla="*/ 76200 h 2896870"/>
              <a:gd name="csX0" fmla="*/ 57150 w 3064510"/>
              <a:gd name="csY0" fmla="*/ 0 h 2912110"/>
              <a:gd name="csX1" fmla="*/ 1403350 w 3064510"/>
              <a:gd name="csY1" fmla="*/ 15240 h 2912110"/>
              <a:gd name="csX2" fmla="*/ 1403350 w 3064510"/>
              <a:gd name="csY2" fmla="*/ 1656080 h 2912110"/>
              <a:gd name="csX3" fmla="*/ 3064510 w 3064510"/>
              <a:gd name="csY3" fmla="*/ 1661160 h 2912110"/>
              <a:gd name="csX4" fmla="*/ 3045460 w 3064510"/>
              <a:gd name="csY4" fmla="*/ 2114550 h 2912110"/>
              <a:gd name="csX5" fmla="*/ 2082800 w 3064510"/>
              <a:gd name="csY5" fmla="*/ 2124710 h 2912110"/>
              <a:gd name="csX6" fmla="*/ 2076450 w 3064510"/>
              <a:gd name="csY6" fmla="*/ 2886710 h 2912110"/>
              <a:gd name="csX7" fmla="*/ 0 w 3064510"/>
              <a:gd name="csY7" fmla="*/ 2912110 h 2912110"/>
              <a:gd name="csX8" fmla="*/ 3810 w 3064510"/>
              <a:gd name="csY8" fmla="*/ 2124710 h 2912110"/>
              <a:gd name="csX9" fmla="*/ 57150 w 3064510"/>
              <a:gd name="csY9" fmla="*/ 0 h 2912110"/>
              <a:gd name="csX0" fmla="*/ 52070 w 3064510"/>
              <a:gd name="csY0" fmla="*/ 0 h 2901950"/>
              <a:gd name="csX1" fmla="*/ 1403350 w 3064510"/>
              <a:gd name="csY1" fmla="*/ 5080 h 2901950"/>
              <a:gd name="csX2" fmla="*/ 1403350 w 3064510"/>
              <a:gd name="csY2" fmla="*/ 1645920 h 2901950"/>
              <a:gd name="csX3" fmla="*/ 3064510 w 3064510"/>
              <a:gd name="csY3" fmla="*/ 1651000 h 2901950"/>
              <a:gd name="csX4" fmla="*/ 3045460 w 3064510"/>
              <a:gd name="csY4" fmla="*/ 2104390 h 2901950"/>
              <a:gd name="csX5" fmla="*/ 2082800 w 3064510"/>
              <a:gd name="csY5" fmla="*/ 2114550 h 2901950"/>
              <a:gd name="csX6" fmla="*/ 2076450 w 3064510"/>
              <a:gd name="csY6" fmla="*/ 2876550 h 2901950"/>
              <a:gd name="csX7" fmla="*/ 0 w 3064510"/>
              <a:gd name="csY7" fmla="*/ 2901950 h 2901950"/>
              <a:gd name="csX8" fmla="*/ 3810 w 3064510"/>
              <a:gd name="csY8" fmla="*/ 2114550 h 2901950"/>
              <a:gd name="csX9" fmla="*/ 52070 w 3064510"/>
              <a:gd name="csY9" fmla="*/ 0 h 2901950"/>
              <a:gd name="csX0" fmla="*/ 52070 w 3064510"/>
              <a:gd name="csY0" fmla="*/ 0 h 2901950"/>
              <a:gd name="csX1" fmla="*/ 1403350 w 3064510"/>
              <a:gd name="csY1" fmla="*/ 5080 h 2901950"/>
              <a:gd name="csX2" fmla="*/ 1403350 w 3064510"/>
              <a:gd name="csY2" fmla="*/ 1645920 h 2901950"/>
              <a:gd name="csX3" fmla="*/ 3064510 w 3064510"/>
              <a:gd name="csY3" fmla="*/ 1651000 h 2901950"/>
              <a:gd name="csX4" fmla="*/ 3045460 w 3064510"/>
              <a:gd name="csY4" fmla="*/ 2104390 h 2901950"/>
              <a:gd name="csX5" fmla="*/ 2082800 w 3064510"/>
              <a:gd name="csY5" fmla="*/ 2114550 h 2901950"/>
              <a:gd name="csX6" fmla="*/ 2076450 w 3064510"/>
              <a:gd name="csY6" fmla="*/ 2876550 h 2901950"/>
              <a:gd name="csX7" fmla="*/ 0 w 3064510"/>
              <a:gd name="csY7" fmla="*/ 2901950 h 2901950"/>
              <a:gd name="csX8" fmla="*/ 54610 w 3064510"/>
              <a:gd name="csY8" fmla="*/ 2114550 h 2901950"/>
              <a:gd name="csX9" fmla="*/ 52070 w 3064510"/>
              <a:gd name="csY9" fmla="*/ 0 h 2901950"/>
              <a:gd name="csX0" fmla="*/ 1270 w 3013710"/>
              <a:gd name="csY0" fmla="*/ 0 h 2901950"/>
              <a:gd name="csX1" fmla="*/ 1352550 w 3013710"/>
              <a:gd name="csY1" fmla="*/ 5080 h 2901950"/>
              <a:gd name="csX2" fmla="*/ 1352550 w 3013710"/>
              <a:gd name="csY2" fmla="*/ 1645920 h 2901950"/>
              <a:gd name="csX3" fmla="*/ 3013710 w 3013710"/>
              <a:gd name="csY3" fmla="*/ 1651000 h 2901950"/>
              <a:gd name="csX4" fmla="*/ 2994660 w 3013710"/>
              <a:gd name="csY4" fmla="*/ 2104390 h 2901950"/>
              <a:gd name="csX5" fmla="*/ 2032000 w 3013710"/>
              <a:gd name="csY5" fmla="*/ 2114550 h 2901950"/>
              <a:gd name="csX6" fmla="*/ 2025650 w 3013710"/>
              <a:gd name="csY6" fmla="*/ 2876550 h 2901950"/>
              <a:gd name="csX7" fmla="*/ 0 w 3013710"/>
              <a:gd name="csY7" fmla="*/ 2901950 h 2901950"/>
              <a:gd name="csX8" fmla="*/ 3810 w 3013710"/>
              <a:gd name="csY8" fmla="*/ 2114550 h 2901950"/>
              <a:gd name="csX9" fmla="*/ 1270 w 3013710"/>
              <a:gd name="csY9" fmla="*/ 0 h 29019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25750 h 2876550"/>
              <a:gd name="csX8" fmla="*/ 3810 w 3013710"/>
              <a:gd name="csY8" fmla="*/ 2114550 h 2876550"/>
              <a:gd name="csX9" fmla="*/ 1270 w 3013710"/>
              <a:gd name="csY9" fmla="*/ 0 h 2876550"/>
              <a:gd name="csX0" fmla="*/ 1270 w 3013710"/>
              <a:gd name="csY0" fmla="*/ 0 h 2896870"/>
              <a:gd name="csX1" fmla="*/ 1352550 w 3013710"/>
              <a:gd name="csY1" fmla="*/ 5080 h 2896870"/>
              <a:gd name="csX2" fmla="*/ 1352550 w 3013710"/>
              <a:gd name="csY2" fmla="*/ 1645920 h 2896870"/>
              <a:gd name="csX3" fmla="*/ 3013710 w 3013710"/>
              <a:gd name="csY3" fmla="*/ 1651000 h 2896870"/>
              <a:gd name="csX4" fmla="*/ 2994660 w 3013710"/>
              <a:gd name="csY4" fmla="*/ 2104390 h 2896870"/>
              <a:gd name="csX5" fmla="*/ 2032000 w 3013710"/>
              <a:gd name="csY5" fmla="*/ 2114550 h 2896870"/>
              <a:gd name="csX6" fmla="*/ 2025650 w 3013710"/>
              <a:gd name="csY6" fmla="*/ 2876550 h 2896870"/>
              <a:gd name="csX7" fmla="*/ 0 w 3013710"/>
              <a:gd name="csY7" fmla="*/ 2896870 h 2896870"/>
              <a:gd name="csX8" fmla="*/ 3810 w 3013710"/>
              <a:gd name="csY8" fmla="*/ 2114550 h 2896870"/>
              <a:gd name="csX9" fmla="*/ 1270 w 3013710"/>
              <a:gd name="csY9" fmla="*/ 0 h 289687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46070 h 2876550"/>
              <a:gd name="csX8" fmla="*/ 3810 w 3013710"/>
              <a:gd name="csY8" fmla="*/ 2114550 h 2876550"/>
              <a:gd name="csX9" fmla="*/ 1270 w 3013710"/>
              <a:gd name="csY9" fmla="*/ 0 h 28765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66390 h 2876550"/>
              <a:gd name="csX8" fmla="*/ 3810 w 3013710"/>
              <a:gd name="csY8" fmla="*/ 2114550 h 2876550"/>
              <a:gd name="csX9" fmla="*/ 1270 w 3013710"/>
              <a:gd name="csY9" fmla="*/ 0 h 2876550"/>
              <a:gd name="csX0" fmla="*/ 1270 w 3013710"/>
              <a:gd name="csY0" fmla="*/ 0 h 2866390"/>
              <a:gd name="csX1" fmla="*/ 1352550 w 3013710"/>
              <a:gd name="csY1" fmla="*/ 5080 h 2866390"/>
              <a:gd name="csX2" fmla="*/ 1352550 w 3013710"/>
              <a:gd name="csY2" fmla="*/ 1645920 h 2866390"/>
              <a:gd name="csX3" fmla="*/ 3013710 w 3013710"/>
              <a:gd name="csY3" fmla="*/ 1651000 h 2866390"/>
              <a:gd name="csX4" fmla="*/ 2994660 w 3013710"/>
              <a:gd name="csY4" fmla="*/ 2104390 h 2866390"/>
              <a:gd name="csX5" fmla="*/ 2032000 w 3013710"/>
              <a:gd name="csY5" fmla="*/ 2114550 h 2866390"/>
              <a:gd name="csX6" fmla="*/ 2030730 w 3013710"/>
              <a:gd name="csY6" fmla="*/ 2856230 h 2866390"/>
              <a:gd name="csX7" fmla="*/ 0 w 3013710"/>
              <a:gd name="csY7" fmla="*/ 2866390 h 2866390"/>
              <a:gd name="csX8" fmla="*/ 3810 w 3013710"/>
              <a:gd name="csY8" fmla="*/ 2114550 h 2866390"/>
              <a:gd name="csX9" fmla="*/ 1270 w 3013710"/>
              <a:gd name="csY9" fmla="*/ 0 h 2866390"/>
              <a:gd name="csX0" fmla="*/ 1270 w 3013710"/>
              <a:gd name="csY0" fmla="*/ 0 h 2907030"/>
              <a:gd name="csX1" fmla="*/ 1352550 w 3013710"/>
              <a:gd name="csY1" fmla="*/ 5080 h 2907030"/>
              <a:gd name="csX2" fmla="*/ 1352550 w 3013710"/>
              <a:gd name="csY2" fmla="*/ 1645920 h 2907030"/>
              <a:gd name="csX3" fmla="*/ 3013710 w 3013710"/>
              <a:gd name="csY3" fmla="*/ 1651000 h 2907030"/>
              <a:gd name="csX4" fmla="*/ 2994660 w 3013710"/>
              <a:gd name="csY4" fmla="*/ 2104390 h 2907030"/>
              <a:gd name="csX5" fmla="*/ 2032000 w 3013710"/>
              <a:gd name="csY5" fmla="*/ 2114550 h 2907030"/>
              <a:gd name="csX6" fmla="*/ 2010410 w 3013710"/>
              <a:gd name="csY6" fmla="*/ 2907030 h 2907030"/>
              <a:gd name="csX7" fmla="*/ 0 w 3013710"/>
              <a:gd name="csY7" fmla="*/ 2866390 h 2907030"/>
              <a:gd name="csX8" fmla="*/ 3810 w 3013710"/>
              <a:gd name="csY8" fmla="*/ 2114550 h 2907030"/>
              <a:gd name="csX9" fmla="*/ 1270 w 3013710"/>
              <a:gd name="csY9" fmla="*/ 0 h 290703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66390 h 2876550"/>
              <a:gd name="csX8" fmla="*/ 3810 w 3013710"/>
              <a:gd name="csY8" fmla="*/ 2114550 h 2876550"/>
              <a:gd name="csX9" fmla="*/ 1270 w 3013710"/>
              <a:gd name="csY9" fmla="*/ 0 h 2876550"/>
              <a:gd name="csX0" fmla="*/ 1270 w 3013710"/>
              <a:gd name="csY0" fmla="*/ 0 h 2886710"/>
              <a:gd name="csX1" fmla="*/ 1352550 w 3013710"/>
              <a:gd name="csY1" fmla="*/ 5080 h 2886710"/>
              <a:gd name="csX2" fmla="*/ 1352550 w 3013710"/>
              <a:gd name="csY2" fmla="*/ 1645920 h 2886710"/>
              <a:gd name="csX3" fmla="*/ 3013710 w 3013710"/>
              <a:gd name="csY3" fmla="*/ 1651000 h 2886710"/>
              <a:gd name="csX4" fmla="*/ 2994660 w 3013710"/>
              <a:gd name="csY4" fmla="*/ 2104390 h 2886710"/>
              <a:gd name="csX5" fmla="*/ 2032000 w 3013710"/>
              <a:gd name="csY5" fmla="*/ 2114550 h 2886710"/>
              <a:gd name="csX6" fmla="*/ 2015490 w 3013710"/>
              <a:gd name="csY6" fmla="*/ 2876550 h 2886710"/>
              <a:gd name="csX7" fmla="*/ 0 w 3013710"/>
              <a:gd name="csY7" fmla="*/ 2886710 h 2886710"/>
              <a:gd name="csX8" fmla="*/ 3810 w 3013710"/>
              <a:gd name="csY8" fmla="*/ 2114550 h 2886710"/>
              <a:gd name="csX9" fmla="*/ 1270 w 3013710"/>
              <a:gd name="csY9" fmla="*/ 0 h 288671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51150 h 2876550"/>
              <a:gd name="csX8" fmla="*/ 3810 w 3013710"/>
              <a:gd name="csY8" fmla="*/ 2114550 h 2876550"/>
              <a:gd name="csX9" fmla="*/ 1270 w 3013710"/>
              <a:gd name="csY9" fmla="*/ 0 h 28765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66390 h 2876550"/>
              <a:gd name="csX8" fmla="*/ 3810 w 3013710"/>
              <a:gd name="csY8" fmla="*/ 2114550 h 2876550"/>
              <a:gd name="csX9" fmla="*/ 1270 w 3013710"/>
              <a:gd name="csY9" fmla="*/ 0 h 2876550"/>
              <a:gd name="csX0" fmla="*/ 6350 w 3018790"/>
              <a:gd name="csY0" fmla="*/ 0 h 2876550"/>
              <a:gd name="csX1" fmla="*/ 1357630 w 3018790"/>
              <a:gd name="csY1" fmla="*/ 5080 h 2876550"/>
              <a:gd name="csX2" fmla="*/ 1357630 w 3018790"/>
              <a:gd name="csY2" fmla="*/ 1645920 h 2876550"/>
              <a:gd name="csX3" fmla="*/ 3018790 w 3018790"/>
              <a:gd name="csY3" fmla="*/ 1651000 h 2876550"/>
              <a:gd name="csX4" fmla="*/ 2999740 w 3018790"/>
              <a:gd name="csY4" fmla="*/ 2104390 h 2876550"/>
              <a:gd name="csX5" fmla="*/ 2037080 w 3018790"/>
              <a:gd name="csY5" fmla="*/ 2114550 h 2876550"/>
              <a:gd name="csX6" fmla="*/ 2020570 w 3018790"/>
              <a:gd name="csY6" fmla="*/ 2876550 h 2876550"/>
              <a:gd name="csX7" fmla="*/ 0 w 3018790"/>
              <a:gd name="csY7" fmla="*/ 2871470 h 2876550"/>
              <a:gd name="csX8" fmla="*/ 8890 w 3018790"/>
              <a:gd name="csY8" fmla="*/ 2114550 h 2876550"/>
              <a:gd name="csX9" fmla="*/ 6350 w 301879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4390 h 2876550"/>
              <a:gd name="csX5" fmla="*/ 2030730 w 3012440"/>
              <a:gd name="csY5" fmla="*/ 211455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4390 h 2876550"/>
              <a:gd name="csX5" fmla="*/ 2015490 w 3012440"/>
              <a:gd name="csY5" fmla="*/ 212471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9470 h 2876550"/>
              <a:gd name="csX5" fmla="*/ 2015490 w 3012440"/>
              <a:gd name="csY5" fmla="*/ 212471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9470 h 2876550"/>
              <a:gd name="csX5" fmla="*/ 2015490 w 3012440"/>
              <a:gd name="csY5" fmla="*/ 210947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2993390"/>
              <a:gd name="csY0" fmla="*/ 0 h 2876550"/>
              <a:gd name="csX1" fmla="*/ 1351280 w 2993390"/>
              <a:gd name="csY1" fmla="*/ 5080 h 2876550"/>
              <a:gd name="csX2" fmla="*/ 1351280 w 2993390"/>
              <a:gd name="csY2" fmla="*/ 1645920 h 2876550"/>
              <a:gd name="csX3" fmla="*/ 2992120 w 2993390"/>
              <a:gd name="csY3" fmla="*/ 1651000 h 2876550"/>
              <a:gd name="csX4" fmla="*/ 2993390 w 2993390"/>
              <a:gd name="csY4" fmla="*/ 2109470 h 2876550"/>
              <a:gd name="csX5" fmla="*/ 2015490 w 2993390"/>
              <a:gd name="csY5" fmla="*/ 2109470 h 2876550"/>
              <a:gd name="csX6" fmla="*/ 2014220 w 2993390"/>
              <a:gd name="csY6" fmla="*/ 2876550 h 2876550"/>
              <a:gd name="csX7" fmla="*/ 8890 w 2993390"/>
              <a:gd name="csY7" fmla="*/ 2871470 h 2876550"/>
              <a:gd name="csX8" fmla="*/ 2540 w 2993390"/>
              <a:gd name="csY8" fmla="*/ 2114550 h 2876550"/>
              <a:gd name="csX9" fmla="*/ 0 w 2993390"/>
              <a:gd name="csY9" fmla="*/ 0 h 2876550"/>
              <a:gd name="csX0" fmla="*/ 0 w 2994304"/>
              <a:gd name="csY0" fmla="*/ 0 h 2876550"/>
              <a:gd name="csX1" fmla="*/ 1351280 w 2994304"/>
              <a:gd name="csY1" fmla="*/ 5080 h 2876550"/>
              <a:gd name="csX2" fmla="*/ 1351280 w 2994304"/>
              <a:gd name="csY2" fmla="*/ 1645920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5080 h 2876550"/>
              <a:gd name="csX2" fmla="*/ 1351280 w 2994304"/>
              <a:gd name="csY2" fmla="*/ 163745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5080 h 2876550"/>
              <a:gd name="csX2" fmla="*/ 1351280 w 2994304"/>
              <a:gd name="csY2" fmla="*/ 164380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3493 h 2876550"/>
              <a:gd name="csX2" fmla="*/ 1351280 w 2994304"/>
              <a:gd name="csY2" fmla="*/ 164380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15490 w 2994304"/>
              <a:gd name="csY5" fmla="*/ 2110740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25015 w 2994304"/>
              <a:gd name="csY5" fmla="*/ 2110740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12315 w 2994304"/>
              <a:gd name="csY5" fmla="*/ 2107565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994304" h="2877820">
                <a:moveTo>
                  <a:pt x="0" y="1270"/>
                </a:moveTo>
                <a:lnTo>
                  <a:pt x="1351280" y="0"/>
                </a:lnTo>
                <a:lnTo>
                  <a:pt x="1351280" y="1645073"/>
                </a:lnTo>
                <a:lnTo>
                  <a:pt x="2994236" y="1643804"/>
                </a:lnTo>
                <a:cubicBezTo>
                  <a:pt x="2994659" y="1796627"/>
                  <a:pt x="2992967" y="1957917"/>
                  <a:pt x="2993390" y="2110740"/>
                </a:cubicBezTo>
                <a:lnTo>
                  <a:pt x="2012315" y="2107565"/>
                </a:lnTo>
                <a:cubicBezTo>
                  <a:pt x="2010198" y="2361565"/>
                  <a:pt x="2016337" y="2623820"/>
                  <a:pt x="2014220" y="2877820"/>
                </a:cubicBezTo>
                <a:lnTo>
                  <a:pt x="8890" y="2872740"/>
                </a:lnTo>
                <a:cubicBezTo>
                  <a:pt x="6773" y="2620433"/>
                  <a:pt x="4657" y="2368127"/>
                  <a:pt x="2540" y="2115820"/>
                </a:cubicBezTo>
                <a:cubicBezTo>
                  <a:pt x="1693" y="1410970"/>
                  <a:pt x="847" y="706120"/>
                  <a:pt x="0" y="1270"/>
                </a:cubicBezTo>
                <a:close/>
              </a:path>
            </a:pathLst>
          </a:custGeom>
          <a:solidFill>
            <a:schemeClr val="accent3">
              <a:lumMod val="20000"/>
              <a:lumOff val="80000"/>
            </a:schemeClr>
          </a:solidFill>
          <a:ln w="88900">
            <a:solidFill>
              <a:srgbClr val="00B05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mc:AlternateContent xmlns:mc="http://schemas.openxmlformats.org/markup-compatibility/2006" xmlns:a14="http://schemas.microsoft.com/office/drawing/2010/main">
        <mc:Choice Requires="a14">
          <p:sp>
            <p:nvSpPr>
              <p:cNvPr id="11" name="Marcador de contenido 2">
                <a:extLst>
                  <a:ext uri="{FF2B5EF4-FFF2-40B4-BE49-F238E27FC236}">
                    <a16:creationId xmlns:a16="http://schemas.microsoft.com/office/drawing/2014/main" id="{8B314EBC-72A9-2871-B932-06A4A8992B7F}"/>
                  </a:ext>
                </a:extLst>
              </p:cNvPr>
              <p:cNvSpPr>
                <a:spLocks noGrp="1"/>
              </p:cNvSpPr>
              <p:nvPr>
                <p:ph idx="1"/>
              </p:nvPr>
            </p:nvSpPr>
            <p:spPr>
              <a:xfrm>
                <a:off x="6450839" y="1518625"/>
                <a:ext cx="5311956" cy="3123683"/>
              </a:xfrm>
            </p:spPr>
            <p:txBody>
              <a:bodyPr>
                <a:noAutofit/>
              </a:bodyPr>
              <a:lstStyle/>
              <a:p>
                <a:pPr marL="0" indent="0">
                  <a:buClr>
                    <a:srgbClr val="0070C0"/>
                  </a:buClr>
                  <a:buSzPct val="100000"/>
                  <a:buNone/>
                </a:pPr>
                <a14:m>
                  <m:oMathPara xmlns:m="http://schemas.openxmlformats.org/officeDocument/2006/math">
                    <m:oMathParaPr>
                      <m:jc m:val="left"/>
                    </m:oMathParaPr>
                    <m:oMath>
                      <m:limLow>
                        <m:limLowPr>
                          <m:ctrlPr>
                            <a:rPr lang="es-ES" sz="3600" i="1">
                              <a:latin typeface="Cambria Math" panose="02040503050406030204" pitchFamily="18" charset="0"/>
                            </a:rPr>
                          </m:ctrlPr>
                        </m:limLowPr>
                        <m:e>
                          <m:r>
                            <a:rPr lang="es-ES" sz="3600" i="1">
                              <a:latin typeface="Cambria Math" panose="02040503050406030204" pitchFamily="18" charset="0"/>
                            </a:rPr>
                            <m:t>𝑚</m:t>
                          </m:r>
                          <m:r>
                            <a:rPr lang="es-ES" sz="3600" b="0" i="1" smtClean="0">
                              <a:latin typeface="Cambria Math" panose="02040503050406030204" pitchFamily="18" charset="0"/>
                            </a:rPr>
                            <m:t>𝑎𝑥</m:t>
                          </m:r>
                        </m:e>
                        <m:lim/>
                      </m:limLow>
                      <m:r>
                        <a:rPr lang="es-ES" sz="3600" i="1">
                          <a:latin typeface="Cambria Math" panose="02040503050406030204" pitchFamily="18" charset="0"/>
                        </a:rPr>
                        <m:t> </m:t>
                      </m:r>
                      <m:r>
                        <a:rPr lang="es-ES" sz="3600" b="0" i="1" smtClean="0">
                          <a:latin typeface="Cambria Math" panose="02040503050406030204" pitchFamily="18" charset="0"/>
                        </a:rPr>
                        <m:t>      </m:t>
                      </m:r>
                      <m:r>
                        <a:rPr lang="es-ES" sz="3600" i="1">
                          <a:latin typeface="Cambria Math" panose="02040503050406030204" pitchFamily="18" charset="0"/>
                        </a:rPr>
                        <m:t>=</m:t>
                      </m:r>
                      <m:r>
                        <a:rPr lang="es-ES" sz="3600" b="0" i="1" noProof="0" smtClean="0">
                          <a:latin typeface="Cambria Math" panose="02040503050406030204" pitchFamily="18" charset="0"/>
                        </a:rPr>
                        <m:t>      −  </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r>
                  <a:rPr lang="en-US" sz="3600" dirty="0">
                    <a:latin typeface="Gill Sans Nova" panose="020B0602020104020203" pitchFamily="34" charset="0"/>
                  </a:rPr>
                  <a:t>Demand </a:t>
                </a:r>
                <a14:m>
                  <m:oMath xmlns:m="http://schemas.openxmlformats.org/officeDocument/2006/math">
                    <m:r>
                      <a:rPr lang="es-ES" sz="3600" i="1">
                        <a:latin typeface="Cambria Math" panose="02040503050406030204" pitchFamily="18" charset="0"/>
                      </a:rPr>
                      <m:t>−</m:t>
                    </m:r>
                  </m:oMath>
                </a14:m>
                <a:r>
                  <a:rPr lang="en-US" sz="3600" dirty="0">
                    <a:latin typeface="Gill Sans Nova" panose="020B0602020104020203" pitchFamily="34" charset="0"/>
                  </a:rPr>
                  <a:t> Supply </a:t>
                </a:r>
                <a14:m>
                  <m:oMath xmlns:m="http://schemas.openxmlformats.org/officeDocument/2006/math">
                    <m:r>
                      <a:rPr lang="es-ES" sz="3600" i="1">
                        <a:latin typeface="Cambria Math" panose="02040503050406030204" pitchFamily="18" charset="0"/>
                      </a:rPr>
                      <m:t>=</m:t>
                    </m:r>
                    <m:r>
                      <a:rPr lang="es-ES" sz="3600" b="0" i="1" smtClean="0">
                        <a:latin typeface="Cambria Math" panose="02040503050406030204" pitchFamily="18" charset="0"/>
                      </a:rPr>
                      <m:t>0</m:t>
                    </m:r>
                    <m:r>
                      <a:rPr lang="es-ES" sz="3600" i="1">
                        <a:latin typeface="Cambria Math" panose="02040503050406030204" pitchFamily="18" charset="0"/>
                      </a:rPr>
                      <m:t> :</m:t>
                    </m:r>
                    <m:r>
                      <a:rPr lang="es-ES" sz="3600" b="1" i="1" smtClean="0">
                        <a:latin typeface="Cambria Math" panose="02040503050406030204" pitchFamily="18" charset="0"/>
                      </a:rPr>
                      <m:t>𝝀</m:t>
                    </m:r>
                  </m:oMath>
                </a14:m>
                <a:endParaRPr lang="es-ES" sz="3600" b="1" i="1" dirty="0">
                  <a:latin typeface="Cambria Math" panose="02040503050406030204" pitchFamily="18" charset="0"/>
                </a:endParaRPr>
              </a:p>
              <a:p>
                <a:pPr marL="0" indent="0" algn="just">
                  <a:buClr>
                    <a:srgbClr val="0070C0"/>
                  </a:buClr>
                  <a:buSzPct val="100000"/>
                  <a:buNone/>
                </a:pPr>
                <a:r>
                  <a:rPr lang="en-US" sz="3600" noProof="0" dirty="0">
                    <a:latin typeface="Gill Sans Nova" panose="020B0602020104020203" pitchFamily="34" charset="0"/>
                  </a:rPr>
                  <a:t>Constraints of the bids and offers</a:t>
                </a:r>
              </a:p>
            </p:txBody>
          </p:sp>
        </mc:Choice>
        <mc:Fallback xmlns="">
          <p:sp>
            <p:nvSpPr>
              <p:cNvPr id="11" name="Marcador de contenido 2">
                <a:extLst>
                  <a:ext uri="{FF2B5EF4-FFF2-40B4-BE49-F238E27FC236}">
                    <a16:creationId xmlns:a16="http://schemas.microsoft.com/office/drawing/2014/main" id="{8B314EBC-72A9-2871-B932-06A4A8992B7F}"/>
                  </a:ext>
                </a:extLst>
              </p:cNvPr>
              <p:cNvSpPr>
                <a:spLocks noGrp="1" noRot="1" noChangeAspect="1" noMove="1" noResize="1" noEditPoints="1" noAdjustHandles="1" noChangeArrowheads="1" noChangeShapeType="1" noTextEdit="1"/>
              </p:cNvSpPr>
              <p:nvPr>
                <p:ph idx="1"/>
              </p:nvPr>
            </p:nvSpPr>
            <p:spPr>
              <a:xfrm>
                <a:off x="6450839" y="1518625"/>
                <a:ext cx="5311956" cy="3123683"/>
              </a:xfrm>
              <a:blipFill>
                <a:blip r:embed="rId2"/>
                <a:stretch>
                  <a:fillRect l="-3440" r="-3440" b="-6628"/>
                </a:stretch>
              </a:blipFill>
            </p:spPr>
            <p:txBody>
              <a:bodyPr/>
              <a:lstStyle/>
              <a:p>
                <a:r>
                  <a:rPr lang="es-ES">
                    <a:noFill/>
                  </a:rPr>
                  <a:t> </a:t>
                </a:r>
              </a:p>
            </p:txBody>
          </p:sp>
        </mc:Fallback>
      </mc:AlternateContent>
      <p:sp>
        <p:nvSpPr>
          <p:cNvPr id="14" name="Rectángulo 13">
            <a:extLst>
              <a:ext uri="{FF2B5EF4-FFF2-40B4-BE49-F238E27FC236}">
                <a16:creationId xmlns:a16="http://schemas.microsoft.com/office/drawing/2014/main" id="{A8A738B3-F4C8-E3B0-386D-3C91AFFDB0B3}"/>
              </a:ext>
            </a:extLst>
          </p:cNvPr>
          <p:cNvSpPr/>
          <p:nvPr/>
        </p:nvSpPr>
        <p:spPr>
          <a:xfrm>
            <a:off x="8771446" y="1597929"/>
            <a:ext cx="432000" cy="432000"/>
          </a:xfrm>
          <a:prstGeom prst="rect">
            <a:avLst/>
          </a:prstGeom>
          <a:solidFill>
            <a:schemeClr val="accent2">
              <a:lumMod val="20000"/>
              <a:lumOff val="80000"/>
            </a:schemeClr>
          </a:solidFill>
          <a:ln w="63500">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18">
            <a:extLst>
              <a:ext uri="{FF2B5EF4-FFF2-40B4-BE49-F238E27FC236}">
                <a16:creationId xmlns:a16="http://schemas.microsoft.com/office/drawing/2014/main" id="{3799B572-55A4-27B2-6196-0D3DB0349D54}"/>
              </a:ext>
            </a:extLst>
          </p:cNvPr>
          <p:cNvSpPr/>
          <p:nvPr/>
        </p:nvSpPr>
        <p:spPr>
          <a:xfrm>
            <a:off x="7649382" y="1597929"/>
            <a:ext cx="432000" cy="432000"/>
          </a:xfrm>
          <a:prstGeom prst="rect">
            <a:avLst/>
          </a:prstGeom>
          <a:solidFill>
            <a:schemeClr val="accent3">
              <a:lumMod val="20000"/>
              <a:lumOff val="80000"/>
            </a:schemeClr>
          </a:solidFill>
          <a:ln w="635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20" name="Rectángulo 19">
            <a:extLst>
              <a:ext uri="{FF2B5EF4-FFF2-40B4-BE49-F238E27FC236}">
                <a16:creationId xmlns:a16="http://schemas.microsoft.com/office/drawing/2014/main" id="{17E8D9BD-4978-6502-A3ED-3D4E0E9ACAC3}"/>
              </a:ext>
            </a:extLst>
          </p:cNvPr>
          <p:cNvSpPr/>
          <p:nvPr/>
        </p:nvSpPr>
        <p:spPr>
          <a:xfrm>
            <a:off x="9780488" y="1597929"/>
            <a:ext cx="432000" cy="432000"/>
          </a:xfrm>
          <a:prstGeom prst="rect">
            <a:avLst/>
          </a:prstGeom>
          <a:solidFill>
            <a:schemeClr val="tx2">
              <a:lumMod val="10000"/>
              <a:lumOff val="90000"/>
            </a:schemeClr>
          </a:solidFill>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Tree>
    <p:extLst>
      <p:ext uri="{BB962C8B-B14F-4D97-AF65-F5344CB8AC3E}">
        <p14:creationId xmlns:p14="http://schemas.microsoft.com/office/powerpoint/2010/main" val="111070097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18B47-1B85-A38A-B1DC-9922A698C8E9}"/>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DDBE97A3-1A1C-90A2-916C-0E29E44FDE0A}"/>
              </a:ext>
            </a:extLst>
          </p:cNvPr>
          <p:cNvSpPr>
            <a:spLocks noGrp="1"/>
          </p:cNvSpPr>
          <p:nvPr>
            <p:ph type="sldNum" sz="quarter" idx="12"/>
          </p:nvPr>
        </p:nvSpPr>
        <p:spPr/>
        <p:txBody>
          <a:bodyPr/>
          <a:lstStyle/>
          <a:p>
            <a:fld id="{5A84F577-29EB-44E5-8782-4BD1CF8B9235}" type="slidenum">
              <a:rPr lang="en-US" noProof="0" smtClean="0"/>
              <a:t>125</a:t>
            </a:fld>
            <a:endParaRPr lang="en-US" noProof="0" dirty="0"/>
          </a:p>
        </p:txBody>
      </p:sp>
      <p:cxnSp>
        <p:nvCxnSpPr>
          <p:cNvPr id="10" name="Conector recto de flecha 9">
            <a:extLst>
              <a:ext uri="{FF2B5EF4-FFF2-40B4-BE49-F238E27FC236}">
                <a16:creationId xmlns:a16="http://schemas.microsoft.com/office/drawing/2014/main" id="{41350537-A3CB-E438-153A-397818558A38}"/>
              </a:ext>
            </a:extLst>
          </p:cNvPr>
          <p:cNvCxnSpPr>
            <a:cxnSpLocks/>
          </p:cNvCxnSpPr>
          <p:nvPr/>
        </p:nvCxnSpPr>
        <p:spPr>
          <a:xfrm flipV="1">
            <a:off x="1334071" y="1436776"/>
            <a:ext cx="0" cy="4408760"/>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C16B5E22-B1B2-F36F-B92C-AF5DD594944E}"/>
              </a:ext>
            </a:extLst>
          </p:cNvPr>
          <p:cNvSpPr txBox="1"/>
          <p:nvPr/>
        </p:nvSpPr>
        <p:spPr>
          <a:xfrm rot="16200000">
            <a:off x="-1279820" y="3586429"/>
            <a:ext cx="3871882" cy="646331"/>
          </a:xfrm>
          <a:prstGeom prst="rect">
            <a:avLst/>
          </a:prstGeom>
          <a:noFill/>
        </p:spPr>
        <p:txBody>
          <a:bodyPr wrap="square">
            <a:spAutoFit/>
          </a:bodyPr>
          <a:lstStyle/>
          <a:p>
            <a:pPr algn="ctr"/>
            <a:r>
              <a:rPr lang="es-ES" sz="3600" b="1" dirty="0">
                <a:latin typeface="Gill Sans Nova" panose="020B0602020104020203" pitchFamily="34" charset="0"/>
              </a:rPr>
              <a:t>Price (€/</a:t>
            </a:r>
            <a:r>
              <a:rPr lang="es-ES" sz="3600" b="1" dirty="0" err="1">
                <a:latin typeface="Gill Sans Nova" panose="020B0602020104020203" pitchFamily="34" charset="0"/>
              </a:rPr>
              <a:t>MWh</a:t>
            </a:r>
            <a:r>
              <a:rPr lang="es-ES" sz="3600" b="1" dirty="0">
                <a:latin typeface="Gill Sans Nova" panose="020B0602020104020203" pitchFamily="34" charset="0"/>
              </a:rPr>
              <a:t>)</a:t>
            </a:r>
          </a:p>
        </p:txBody>
      </p:sp>
      <p:sp>
        <p:nvSpPr>
          <p:cNvPr id="13" name="CuadroTexto 12">
            <a:extLst>
              <a:ext uri="{FF2B5EF4-FFF2-40B4-BE49-F238E27FC236}">
                <a16:creationId xmlns:a16="http://schemas.microsoft.com/office/drawing/2014/main" id="{E42FEBBA-68CE-1119-9418-0BB5896A719B}"/>
              </a:ext>
            </a:extLst>
          </p:cNvPr>
          <p:cNvSpPr txBox="1"/>
          <p:nvPr/>
        </p:nvSpPr>
        <p:spPr>
          <a:xfrm>
            <a:off x="1316746" y="5922742"/>
            <a:ext cx="5472459" cy="646331"/>
          </a:xfrm>
          <a:prstGeom prst="rect">
            <a:avLst/>
          </a:prstGeom>
          <a:noFill/>
        </p:spPr>
        <p:txBody>
          <a:bodyPr wrap="square">
            <a:spAutoFit/>
          </a:bodyPr>
          <a:lstStyle/>
          <a:p>
            <a:pPr algn="ctr"/>
            <a:r>
              <a:rPr lang="en-US" sz="3600" b="1" noProof="0" dirty="0">
                <a:latin typeface="Gill Sans Nova" panose="020B0602020104020203" pitchFamily="34" charset="0"/>
              </a:rPr>
              <a:t>Power (MW)</a:t>
            </a:r>
            <a:endParaRPr lang="en-US" sz="3600" b="1" noProof="0" dirty="0">
              <a:solidFill>
                <a:schemeClr val="tx1"/>
              </a:solidFill>
              <a:latin typeface="Gill Sans Nova" panose="020B0602020104020203" pitchFamily="34" charset="0"/>
            </a:endParaRPr>
          </a:p>
        </p:txBody>
      </p:sp>
      <p:cxnSp>
        <p:nvCxnSpPr>
          <p:cNvPr id="17" name="Conector recto de flecha 16">
            <a:extLst>
              <a:ext uri="{FF2B5EF4-FFF2-40B4-BE49-F238E27FC236}">
                <a16:creationId xmlns:a16="http://schemas.microsoft.com/office/drawing/2014/main" id="{B30E9AE0-754A-B582-F8F8-1414F2B1FE5E}"/>
              </a:ext>
            </a:extLst>
          </p:cNvPr>
          <p:cNvCxnSpPr>
            <a:cxnSpLocks/>
          </p:cNvCxnSpPr>
          <p:nvPr/>
        </p:nvCxnSpPr>
        <p:spPr>
          <a:xfrm flipV="1">
            <a:off x="1316746" y="5753714"/>
            <a:ext cx="6021099" cy="37588"/>
          </a:xfrm>
          <a:prstGeom prst="straightConnector1">
            <a:avLst/>
          </a:prstGeom>
          <a:ln w="10160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5" name="Forma libre: forma 34">
            <a:extLst>
              <a:ext uri="{FF2B5EF4-FFF2-40B4-BE49-F238E27FC236}">
                <a16:creationId xmlns:a16="http://schemas.microsoft.com/office/drawing/2014/main" id="{D65485A1-4CFD-04BE-555D-39B8DA092F7D}"/>
              </a:ext>
            </a:extLst>
          </p:cNvPr>
          <p:cNvSpPr/>
          <p:nvPr/>
        </p:nvSpPr>
        <p:spPr>
          <a:xfrm>
            <a:off x="1383450" y="2333986"/>
            <a:ext cx="5057775" cy="3362325"/>
          </a:xfrm>
          <a:custGeom>
            <a:avLst/>
            <a:gdLst>
              <a:gd name="csX0" fmla="*/ 0 w 5057775"/>
              <a:gd name="csY0" fmla="*/ 0 h 3362325"/>
              <a:gd name="csX1" fmla="*/ 1352550 w 5057775"/>
              <a:gd name="csY1" fmla="*/ 0 h 3362325"/>
              <a:gd name="csX2" fmla="*/ 1352550 w 5057775"/>
              <a:gd name="csY2" fmla="*/ 1647825 h 3362325"/>
              <a:gd name="csX3" fmla="*/ 3009900 w 5057775"/>
              <a:gd name="csY3" fmla="*/ 1666875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 name="csX0" fmla="*/ 0 w 5057775"/>
              <a:gd name="csY0" fmla="*/ 0 h 3362325"/>
              <a:gd name="csX1" fmla="*/ 1352550 w 5057775"/>
              <a:gd name="csY1" fmla="*/ 0 h 3362325"/>
              <a:gd name="csX2" fmla="*/ 1352550 w 5057775"/>
              <a:gd name="csY2" fmla="*/ 1647825 h 3362325"/>
              <a:gd name="csX3" fmla="*/ 3009900 w 5057775"/>
              <a:gd name="csY3" fmla="*/ 1638300 h 3362325"/>
              <a:gd name="csX4" fmla="*/ 3009900 w 5057775"/>
              <a:gd name="csY4" fmla="*/ 2400300 h 3362325"/>
              <a:gd name="csX5" fmla="*/ 3981450 w 5057775"/>
              <a:gd name="csY5" fmla="*/ 2400300 h 3362325"/>
              <a:gd name="csX6" fmla="*/ 3981450 w 5057775"/>
              <a:gd name="csY6" fmla="*/ 2771775 h 3362325"/>
              <a:gd name="csX7" fmla="*/ 5057775 w 5057775"/>
              <a:gd name="csY7" fmla="*/ 2771775 h 3362325"/>
              <a:gd name="csX8" fmla="*/ 5057775 w 5057775"/>
              <a:gd name="csY8" fmla="*/ 3362325 h 3362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057775" h="3362325">
                <a:moveTo>
                  <a:pt x="0" y="0"/>
                </a:moveTo>
                <a:lnTo>
                  <a:pt x="1352550" y="0"/>
                </a:lnTo>
                <a:lnTo>
                  <a:pt x="1352550" y="1647825"/>
                </a:lnTo>
                <a:lnTo>
                  <a:pt x="3009900" y="1638300"/>
                </a:lnTo>
                <a:lnTo>
                  <a:pt x="3009900" y="2400300"/>
                </a:lnTo>
                <a:lnTo>
                  <a:pt x="3981450" y="2400300"/>
                </a:lnTo>
                <a:lnTo>
                  <a:pt x="3981450" y="2771775"/>
                </a:lnTo>
                <a:lnTo>
                  <a:pt x="5057775" y="2771775"/>
                </a:lnTo>
                <a:lnTo>
                  <a:pt x="5057775" y="3362325"/>
                </a:lnTo>
              </a:path>
            </a:pathLst>
          </a:custGeom>
          <a:ln w="63500">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7" name="Título 1">
            <a:extLst>
              <a:ext uri="{FF2B5EF4-FFF2-40B4-BE49-F238E27FC236}">
                <a16:creationId xmlns:a16="http://schemas.microsoft.com/office/drawing/2014/main" id="{DE5181BF-9520-A470-5B60-8E089A7AA3C6}"/>
              </a:ext>
            </a:extLst>
          </p:cNvPr>
          <p:cNvSpPr>
            <a:spLocks noGrp="1"/>
          </p:cNvSpPr>
          <p:nvPr>
            <p:ph type="title"/>
          </p:nvPr>
        </p:nvSpPr>
        <p:spPr>
          <a:xfrm>
            <a:off x="420625" y="254955"/>
            <a:ext cx="7281925" cy="686433"/>
          </a:xfrm>
        </p:spPr>
        <p:txBody>
          <a:bodyPr>
            <a:noAutofit/>
          </a:bodyPr>
          <a:lstStyle/>
          <a:p>
            <a:r>
              <a:rPr lang="en-US" sz="4800" dirty="0">
                <a:latin typeface="Gill Sans Nova" panose="020B0602020104020203" pitchFamily="34" charset="0"/>
              </a:rPr>
              <a:t>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CEF272BC-0E03-9E21-4ED5-F081577F6964}"/>
              </a:ext>
            </a:extLst>
          </p:cNvPr>
          <p:cNvSpPr/>
          <p:nvPr/>
        </p:nvSpPr>
        <p:spPr>
          <a:xfrm>
            <a:off x="420625" y="941380"/>
            <a:ext cx="7281923"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Forma libre: forma 3">
            <a:extLst>
              <a:ext uri="{FF2B5EF4-FFF2-40B4-BE49-F238E27FC236}">
                <a16:creationId xmlns:a16="http://schemas.microsoft.com/office/drawing/2014/main" id="{2EF3B3A5-F7D0-1EE1-DD57-E85EC9838DC8}"/>
              </a:ext>
            </a:extLst>
          </p:cNvPr>
          <p:cNvSpPr/>
          <p:nvPr/>
        </p:nvSpPr>
        <p:spPr>
          <a:xfrm>
            <a:off x="1381712" y="2126805"/>
            <a:ext cx="4640403" cy="3091695"/>
          </a:xfrm>
          <a:custGeom>
            <a:avLst/>
            <a:gdLst>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86100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52900 w 4171950"/>
              <a:gd name="csY5" fmla="*/ 866775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65277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800225 h 2628900"/>
              <a:gd name="csX4" fmla="*/ 3057525 w 4171950"/>
              <a:gd name="csY4" fmla="*/ 885825 h 2628900"/>
              <a:gd name="csX5" fmla="*/ 4162425 w 4171950"/>
              <a:gd name="csY5" fmla="*/ 895350 h 2628900"/>
              <a:gd name="csX6" fmla="*/ 4171950 w 4171950"/>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28900 h 2628900"/>
              <a:gd name="csX1" fmla="*/ 1828800 w 4162425"/>
              <a:gd name="csY1" fmla="*/ 2600325 h 2628900"/>
              <a:gd name="csX2" fmla="*/ 1828800 w 4162425"/>
              <a:gd name="csY2" fmla="*/ 1800225 h 2628900"/>
              <a:gd name="csX3" fmla="*/ 3067050 w 4162425"/>
              <a:gd name="csY3" fmla="*/ 1790200 h 2628900"/>
              <a:gd name="csX4" fmla="*/ 3057525 w 4162425"/>
              <a:gd name="csY4" fmla="*/ 885825 h 2628900"/>
              <a:gd name="csX5" fmla="*/ 4162425 w 4162425"/>
              <a:gd name="csY5" fmla="*/ 895350 h 2628900"/>
              <a:gd name="csX6" fmla="*/ 4133850 w 4162425"/>
              <a:gd name="csY6" fmla="*/ 0 h 2628900"/>
              <a:gd name="csX0" fmla="*/ 0 w 4171950"/>
              <a:gd name="csY0" fmla="*/ 2628900 h 2628900"/>
              <a:gd name="csX1" fmla="*/ 1828800 w 4171950"/>
              <a:gd name="csY1" fmla="*/ 2600325 h 2628900"/>
              <a:gd name="csX2" fmla="*/ 1828800 w 4171950"/>
              <a:gd name="csY2" fmla="*/ 1800225 h 2628900"/>
              <a:gd name="csX3" fmla="*/ 3067050 w 4171950"/>
              <a:gd name="csY3" fmla="*/ 1790200 h 2628900"/>
              <a:gd name="csX4" fmla="*/ 3057525 w 4171950"/>
              <a:gd name="csY4" fmla="*/ 885825 h 2628900"/>
              <a:gd name="csX5" fmla="*/ 4162425 w 4171950"/>
              <a:gd name="csY5" fmla="*/ 895350 h 2628900"/>
              <a:gd name="csX6" fmla="*/ 4171950 w 4171950"/>
              <a:gd name="csY6" fmla="*/ 0 h 2628900"/>
              <a:gd name="csX0" fmla="*/ 0 w 4162425"/>
              <a:gd name="csY0" fmla="*/ 2648948 h 2648948"/>
              <a:gd name="csX1" fmla="*/ 1828800 w 4162425"/>
              <a:gd name="csY1" fmla="*/ 2620373 h 2648948"/>
              <a:gd name="csX2" fmla="*/ 1828800 w 4162425"/>
              <a:gd name="csY2" fmla="*/ 1820273 h 2648948"/>
              <a:gd name="csX3" fmla="*/ 3067050 w 4162425"/>
              <a:gd name="csY3" fmla="*/ 1810248 h 2648948"/>
              <a:gd name="csX4" fmla="*/ 3057525 w 4162425"/>
              <a:gd name="csY4" fmla="*/ 905873 h 2648948"/>
              <a:gd name="csX5" fmla="*/ 4162425 w 4162425"/>
              <a:gd name="csY5" fmla="*/ 915398 h 2648948"/>
              <a:gd name="csX6" fmla="*/ 4143375 w 416242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915398 h 2648948"/>
              <a:gd name="csX6" fmla="*/ 4181475 w 4181475"/>
              <a:gd name="csY6" fmla="*/ 0 h 2648948"/>
              <a:gd name="csX0" fmla="*/ 0 w 4181475"/>
              <a:gd name="csY0" fmla="*/ 2648948 h 2648948"/>
              <a:gd name="csX1" fmla="*/ 1828800 w 4181475"/>
              <a:gd name="csY1" fmla="*/ 2620373 h 2648948"/>
              <a:gd name="csX2" fmla="*/ 1828800 w 4181475"/>
              <a:gd name="csY2" fmla="*/ 1820273 h 2648948"/>
              <a:gd name="csX3" fmla="*/ 3067050 w 4181475"/>
              <a:gd name="csY3" fmla="*/ 1810248 h 2648948"/>
              <a:gd name="csX4" fmla="*/ 3057525 w 4181475"/>
              <a:gd name="csY4" fmla="*/ 905873 h 2648948"/>
              <a:gd name="csX5" fmla="*/ 4162425 w 4181475"/>
              <a:gd name="csY5" fmla="*/ 895350 h 2648948"/>
              <a:gd name="csX6" fmla="*/ 4181475 w 4181475"/>
              <a:gd name="csY6" fmla="*/ 0 h 2648948"/>
              <a:gd name="csX0" fmla="*/ 0 w 4191000"/>
              <a:gd name="csY0" fmla="*/ 3280476 h 3280476"/>
              <a:gd name="csX1" fmla="*/ 1828800 w 4191000"/>
              <a:gd name="csY1" fmla="*/ 3251901 h 3280476"/>
              <a:gd name="csX2" fmla="*/ 1828800 w 4191000"/>
              <a:gd name="csY2" fmla="*/ 2451801 h 3280476"/>
              <a:gd name="csX3" fmla="*/ 3067050 w 4191000"/>
              <a:gd name="csY3" fmla="*/ 2441776 h 3280476"/>
              <a:gd name="csX4" fmla="*/ 3057525 w 4191000"/>
              <a:gd name="csY4" fmla="*/ 1537401 h 3280476"/>
              <a:gd name="csX5" fmla="*/ 4162425 w 4191000"/>
              <a:gd name="csY5" fmla="*/ 1526878 h 3280476"/>
              <a:gd name="csX6" fmla="*/ 4191000 w 4191000"/>
              <a:gd name="csY6" fmla="*/ 0 h 3280476"/>
              <a:gd name="csX0" fmla="*/ 0 w 4173865"/>
              <a:gd name="csY0" fmla="*/ 3280476 h 3280476"/>
              <a:gd name="csX1" fmla="*/ 1828800 w 4173865"/>
              <a:gd name="csY1" fmla="*/ 3251901 h 3280476"/>
              <a:gd name="csX2" fmla="*/ 1828800 w 4173865"/>
              <a:gd name="csY2" fmla="*/ 2451801 h 3280476"/>
              <a:gd name="csX3" fmla="*/ 3067050 w 4173865"/>
              <a:gd name="csY3" fmla="*/ 2441776 h 3280476"/>
              <a:gd name="csX4" fmla="*/ 3057525 w 4173865"/>
              <a:gd name="csY4" fmla="*/ 1537401 h 3280476"/>
              <a:gd name="csX5" fmla="*/ 4162425 w 4173865"/>
              <a:gd name="csY5" fmla="*/ 1526878 h 3280476"/>
              <a:gd name="csX6" fmla="*/ 4173865 w 4173865"/>
              <a:gd name="csY6" fmla="*/ 0 h 3280476"/>
              <a:gd name="csX0" fmla="*/ 0 w 4173865"/>
              <a:gd name="csY0" fmla="*/ 3253745 h 3253745"/>
              <a:gd name="csX1" fmla="*/ 1828800 w 4173865"/>
              <a:gd name="csY1" fmla="*/ 3251901 h 3253745"/>
              <a:gd name="csX2" fmla="*/ 1828800 w 4173865"/>
              <a:gd name="csY2" fmla="*/ 2451801 h 3253745"/>
              <a:gd name="csX3" fmla="*/ 3067050 w 4173865"/>
              <a:gd name="csY3" fmla="*/ 2441776 h 3253745"/>
              <a:gd name="csX4" fmla="*/ 3057525 w 4173865"/>
              <a:gd name="csY4" fmla="*/ 1537401 h 3253745"/>
              <a:gd name="csX5" fmla="*/ 4162425 w 4173865"/>
              <a:gd name="csY5" fmla="*/ 1526878 h 3253745"/>
              <a:gd name="csX6" fmla="*/ 4173865 w 4173865"/>
              <a:gd name="csY6" fmla="*/ 0 h 325374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73865" h="3253745">
                <a:moveTo>
                  <a:pt x="0" y="3253745"/>
                </a:moveTo>
                <a:lnTo>
                  <a:pt x="1828800" y="3251901"/>
                </a:lnTo>
                <a:lnTo>
                  <a:pt x="1828800" y="2451801"/>
                </a:lnTo>
                <a:lnTo>
                  <a:pt x="3067050" y="2441776"/>
                </a:lnTo>
                <a:lnTo>
                  <a:pt x="3057525" y="1537401"/>
                </a:lnTo>
                <a:lnTo>
                  <a:pt x="4162425" y="1526878"/>
                </a:lnTo>
                <a:cubicBezTo>
                  <a:pt x="4166238" y="1017919"/>
                  <a:pt x="4170052" y="508959"/>
                  <a:pt x="4173865" y="0"/>
                </a:cubicBezTo>
              </a:path>
            </a:pathLst>
          </a:custGeom>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dirty="0"/>
          </a:p>
        </p:txBody>
      </p:sp>
      <p:sp>
        <p:nvSpPr>
          <p:cNvPr id="2" name="Forma libre: forma 1">
            <a:extLst>
              <a:ext uri="{FF2B5EF4-FFF2-40B4-BE49-F238E27FC236}">
                <a16:creationId xmlns:a16="http://schemas.microsoft.com/office/drawing/2014/main" id="{0CF4CA97-A01E-7B94-237A-8509F8937854}"/>
              </a:ext>
            </a:extLst>
          </p:cNvPr>
          <p:cNvSpPr/>
          <p:nvPr/>
        </p:nvSpPr>
        <p:spPr>
          <a:xfrm>
            <a:off x="1391920" y="2335530"/>
            <a:ext cx="2994304" cy="2877820"/>
          </a:xfrm>
          <a:custGeom>
            <a:avLst/>
            <a:gdLst>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73400 w 3073400"/>
              <a:gd name="csY4" fmla="*/ 3423920 h 3434080"/>
              <a:gd name="csX5" fmla="*/ 0 w 3073400"/>
              <a:gd name="csY5" fmla="*/ 3434080 h 3434080"/>
              <a:gd name="csX6" fmla="*/ 60960 w 3073400"/>
              <a:gd name="csY6" fmla="*/ 0 h 3434080"/>
              <a:gd name="csX0" fmla="*/ 60960 w 3073400"/>
              <a:gd name="csY0" fmla="*/ 0 h 3434080"/>
              <a:gd name="csX1" fmla="*/ 1412240 w 3073400"/>
              <a:gd name="csY1" fmla="*/ 10160 h 3434080"/>
              <a:gd name="csX2" fmla="*/ 1412240 w 3073400"/>
              <a:gd name="csY2" fmla="*/ 1651000 h 3434080"/>
              <a:gd name="csX3" fmla="*/ 3073400 w 3073400"/>
              <a:gd name="csY3" fmla="*/ 1656080 h 3434080"/>
              <a:gd name="csX4" fmla="*/ 3054350 w 3073400"/>
              <a:gd name="csY4" fmla="*/ 2147570 h 3434080"/>
              <a:gd name="csX5" fmla="*/ 0 w 3073400"/>
              <a:gd name="csY5" fmla="*/ 3434080 h 3434080"/>
              <a:gd name="csX6" fmla="*/ 60960 w 3073400"/>
              <a:gd name="csY6" fmla="*/ 0 h 3434080"/>
              <a:gd name="csX0" fmla="*/ 48260 w 3060700"/>
              <a:gd name="csY0" fmla="*/ 0 h 2147570"/>
              <a:gd name="csX1" fmla="*/ 1399540 w 3060700"/>
              <a:gd name="csY1" fmla="*/ 10160 h 2147570"/>
              <a:gd name="csX2" fmla="*/ 1399540 w 3060700"/>
              <a:gd name="csY2" fmla="*/ 1651000 h 2147570"/>
              <a:gd name="csX3" fmla="*/ 3060700 w 3060700"/>
              <a:gd name="csY3" fmla="*/ 1656080 h 2147570"/>
              <a:gd name="csX4" fmla="*/ 3041650 w 3060700"/>
              <a:gd name="csY4" fmla="*/ 2147570 h 2147570"/>
              <a:gd name="csX5" fmla="*/ 0 w 3060700"/>
              <a:gd name="csY5" fmla="*/ 2119630 h 2147570"/>
              <a:gd name="csX6" fmla="*/ 48260 w 3060700"/>
              <a:gd name="csY6" fmla="*/ 0 h 2147570"/>
              <a:gd name="csX0" fmla="*/ 48260 w 3060700"/>
              <a:gd name="csY0" fmla="*/ 0 h 2128520"/>
              <a:gd name="csX1" fmla="*/ 1399540 w 3060700"/>
              <a:gd name="csY1" fmla="*/ 10160 h 2128520"/>
              <a:gd name="csX2" fmla="*/ 1399540 w 3060700"/>
              <a:gd name="csY2" fmla="*/ 1651000 h 2128520"/>
              <a:gd name="csX3" fmla="*/ 3060700 w 3060700"/>
              <a:gd name="csY3" fmla="*/ 1656080 h 2128520"/>
              <a:gd name="csX4" fmla="*/ 3041650 w 3060700"/>
              <a:gd name="csY4" fmla="*/ 2128520 h 2128520"/>
              <a:gd name="csX5" fmla="*/ 0 w 3060700"/>
              <a:gd name="csY5" fmla="*/ 2119630 h 2128520"/>
              <a:gd name="csX6" fmla="*/ 48260 w 3060700"/>
              <a:gd name="csY6" fmla="*/ 0 h 2128520"/>
              <a:gd name="csX0" fmla="*/ 4826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4826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0 w 3060700"/>
              <a:gd name="csY5" fmla="*/ 2119630 h 2119630"/>
              <a:gd name="csX6" fmla="*/ 7620 w 3060700"/>
              <a:gd name="csY6"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3044190 w 3060700"/>
              <a:gd name="csY5" fmla="*/ 21069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0 w 3060700"/>
              <a:gd name="csY6" fmla="*/ 2119630 h 2119630"/>
              <a:gd name="csX7" fmla="*/ 7620 w 3060700"/>
              <a:gd name="csY7" fmla="*/ 0 h 2119630"/>
              <a:gd name="csX0" fmla="*/ 7620 w 3060700"/>
              <a:gd name="csY0" fmla="*/ 0 h 2119630"/>
              <a:gd name="csX1" fmla="*/ 1399540 w 3060700"/>
              <a:gd name="csY1" fmla="*/ 10160 h 2119630"/>
              <a:gd name="csX2" fmla="*/ 1399540 w 3060700"/>
              <a:gd name="csY2" fmla="*/ 1651000 h 2119630"/>
              <a:gd name="csX3" fmla="*/ 3060700 w 3060700"/>
              <a:gd name="csY3" fmla="*/ 1656080 h 2119630"/>
              <a:gd name="csX4" fmla="*/ 3041650 w 3060700"/>
              <a:gd name="csY4" fmla="*/ 2109470 h 2119630"/>
              <a:gd name="csX5" fmla="*/ 2078990 w 3060700"/>
              <a:gd name="csY5" fmla="*/ 2119630 h 2119630"/>
              <a:gd name="csX6" fmla="*/ 2066290 w 3060700"/>
              <a:gd name="csY6" fmla="*/ 2119630 h 2119630"/>
              <a:gd name="csX7" fmla="*/ 0 w 3060700"/>
              <a:gd name="csY7" fmla="*/ 2119630 h 2119630"/>
              <a:gd name="csX8" fmla="*/ 7620 w 3060700"/>
              <a:gd name="csY8" fmla="*/ 0 h 2119630"/>
              <a:gd name="csX0" fmla="*/ 7620 w 3060700"/>
              <a:gd name="csY0" fmla="*/ 0 h 2881630"/>
              <a:gd name="csX1" fmla="*/ 1399540 w 3060700"/>
              <a:gd name="csY1" fmla="*/ 10160 h 2881630"/>
              <a:gd name="csX2" fmla="*/ 1399540 w 3060700"/>
              <a:gd name="csY2" fmla="*/ 1651000 h 2881630"/>
              <a:gd name="csX3" fmla="*/ 3060700 w 3060700"/>
              <a:gd name="csY3" fmla="*/ 1656080 h 2881630"/>
              <a:gd name="csX4" fmla="*/ 3041650 w 3060700"/>
              <a:gd name="csY4" fmla="*/ 2109470 h 2881630"/>
              <a:gd name="csX5" fmla="*/ 2078990 w 3060700"/>
              <a:gd name="csY5" fmla="*/ 2119630 h 2881630"/>
              <a:gd name="csX6" fmla="*/ 2053590 w 3060700"/>
              <a:gd name="csY6" fmla="*/ 2881630 h 2881630"/>
              <a:gd name="csX7" fmla="*/ 0 w 3060700"/>
              <a:gd name="csY7" fmla="*/ 2119630 h 2881630"/>
              <a:gd name="csX8" fmla="*/ 7620 w 3060700"/>
              <a:gd name="csY8" fmla="*/ 0 h 2881630"/>
              <a:gd name="csX0" fmla="*/ 7620 w 3060700"/>
              <a:gd name="csY0" fmla="*/ 0 h 2894330"/>
              <a:gd name="csX1" fmla="*/ 1399540 w 3060700"/>
              <a:gd name="csY1" fmla="*/ 10160 h 2894330"/>
              <a:gd name="csX2" fmla="*/ 1399540 w 3060700"/>
              <a:gd name="csY2" fmla="*/ 1651000 h 2894330"/>
              <a:gd name="csX3" fmla="*/ 3060700 w 3060700"/>
              <a:gd name="csY3" fmla="*/ 1656080 h 2894330"/>
              <a:gd name="csX4" fmla="*/ 3041650 w 3060700"/>
              <a:gd name="csY4" fmla="*/ 2109470 h 2894330"/>
              <a:gd name="csX5" fmla="*/ 2078990 w 3060700"/>
              <a:gd name="csY5" fmla="*/ 2119630 h 2894330"/>
              <a:gd name="csX6" fmla="*/ 2053590 w 3060700"/>
              <a:gd name="csY6" fmla="*/ 2881630 h 2894330"/>
              <a:gd name="csX7" fmla="*/ 2009140 w 3060700"/>
              <a:gd name="csY7" fmla="*/ 2894330 h 2894330"/>
              <a:gd name="csX8" fmla="*/ 0 w 3060700"/>
              <a:gd name="csY8" fmla="*/ 2119630 h 2894330"/>
              <a:gd name="csX9" fmla="*/ 7620 w 3060700"/>
              <a:gd name="csY9" fmla="*/ 0 h 28943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57400 w 3064510"/>
              <a:gd name="csY6" fmla="*/ 2881630 h 2907030"/>
              <a:gd name="csX7" fmla="*/ 0 w 3064510"/>
              <a:gd name="csY7" fmla="*/ 2907030 h 2907030"/>
              <a:gd name="csX8" fmla="*/ 3810 w 3064510"/>
              <a:gd name="csY8" fmla="*/ 2119630 h 2907030"/>
              <a:gd name="csX9" fmla="*/ 11430 w 3064510"/>
              <a:gd name="csY9" fmla="*/ 0 h 2907030"/>
              <a:gd name="csX0" fmla="*/ 11430 w 3064510"/>
              <a:gd name="csY0" fmla="*/ 0 h 2907030"/>
              <a:gd name="csX1" fmla="*/ 1403350 w 3064510"/>
              <a:gd name="csY1" fmla="*/ 10160 h 2907030"/>
              <a:gd name="csX2" fmla="*/ 1403350 w 3064510"/>
              <a:gd name="csY2" fmla="*/ 1651000 h 2907030"/>
              <a:gd name="csX3" fmla="*/ 3064510 w 3064510"/>
              <a:gd name="csY3" fmla="*/ 1656080 h 2907030"/>
              <a:gd name="csX4" fmla="*/ 3045460 w 3064510"/>
              <a:gd name="csY4" fmla="*/ 2109470 h 2907030"/>
              <a:gd name="csX5" fmla="*/ 2082800 w 3064510"/>
              <a:gd name="csY5" fmla="*/ 2119630 h 2907030"/>
              <a:gd name="csX6" fmla="*/ 2076450 w 3064510"/>
              <a:gd name="csY6" fmla="*/ 2881630 h 2907030"/>
              <a:gd name="csX7" fmla="*/ 0 w 3064510"/>
              <a:gd name="csY7" fmla="*/ 2907030 h 2907030"/>
              <a:gd name="csX8" fmla="*/ 3810 w 3064510"/>
              <a:gd name="csY8" fmla="*/ 2119630 h 2907030"/>
              <a:gd name="csX9" fmla="*/ 11430 w 3064510"/>
              <a:gd name="csY9" fmla="*/ 0 h 2907030"/>
              <a:gd name="csX0" fmla="*/ 11430 w 3064510"/>
              <a:gd name="csY0" fmla="*/ 76200 h 2896870"/>
              <a:gd name="csX1" fmla="*/ 1403350 w 3064510"/>
              <a:gd name="csY1" fmla="*/ 0 h 2896870"/>
              <a:gd name="csX2" fmla="*/ 1403350 w 3064510"/>
              <a:gd name="csY2" fmla="*/ 1640840 h 2896870"/>
              <a:gd name="csX3" fmla="*/ 3064510 w 3064510"/>
              <a:gd name="csY3" fmla="*/ 1645920 h 2896870"/>
              <a:gd name="csX4" fmla="*/ 3045460 w 3064510"/>
              <a:gd name="csY4" fmla="*/ 2099310 h 2896870"/>
              <a:gd name="csX5" fmla="*/ 2082800 w 3064510"/>
              <a:gd name="csY5" fmla="*/ 2109470 h 2896870"/>
              <a:gd name="csX6" fmla="*/ 2076450 w 3064510"/>
              <a:gd name="csY6" fmla="*/ 2871470 h 2896870"/>
              <a:gd name="csX7" fmla="*/ 0 w 3064510"/>
              <a:gd name="csY7" fmla="*/ 2896870 h 2896870"/>
              <a:gd name="csX8" fmla="*/ 3810 w 3064510"/>
              <a:gd name="csY8" fmla="*/ 2109470 h 2896870"/>
              <a:gd name="csX9" fmla="*/ 11430 w 3064510"/>
              <a:gd name="csY9" fmla="*/ 76200 h 2896870"/>
              <a:gd name="csX0" fmla="*/ 57150 w 3064510"/>
              <a:gd name="csY0" fmla="*/ 0 h 2912110"/>
              <a:gd name="csX1" fmla="*/ 1403350 w 3064510"/>
              <a:gd name="csY1" fmla="*/ 15240 h 2912110"/>
              <a:gd name="csX2" fmla="*/ 1403350 w 3064510"/>
              <a:gd name="csY2" fmla="*/ 1656080 h 2912110"/>
              <a:gd name="csX3" fmla="*/ 3064510 w 3064510"/>
              <a:gd name="csY3" fmla="*/ 1661160 h 2912110"/>
              <a:gd name="csX4" fmla="*/ 3045460 w 3064510"/>
              <a:gd name="csY4" fmla="*/ 2114550 h 2912110"/>
              <a:gd name="csX5" fmla="*/ 2082800 w 3064510"/>
              <a:gd name="csY5" fmla="*/ 2124710 h 2912110"/>
              <a:gd name="csX6" fmla="*/ 2076450 w 3064510"/>
              <a:gd name="csY6" fmla="*/ 2886710 h 2912110"/>
              <a:gd name="csX7" fmla="*/ 0 w 3064510"/>
              <a:gd name="csY7" fmla="*/ 2912110 h 2912110"/>
              <a:gd name="csX8" fmla="*/ 3810 w 3064510"/>
              <a:gd name="csY8" fmla="*/ 2124710 h 2912110"/>
              <a:gd name="csX9" fmla="*/ 57150 w 3064510"/>
              <a:gd name="csY9" fmla="*/ 0 h 2912110"/>
              <a:gd name="csX0" fmla="*/ 52070 w 3064510"/>
              <a:gd name="csY0" fmla="*/ 0 h 2901950"/>
              <a:gd name="csX1" fmla="*/ 1403350 w 3064510"/>
              <a:gd name="csY1" fmla="*/ 5080 h 2901950"/>
              <a:gd name="csX2" fmla="*/ 1403350 w 3064510"/>
              <a:gd name="csY2" fmla="*/ 1645920 h 2901950"/>
              <a:gd name="csX3" fmla="*/ 3064510 w 3064510"/>
              <a:gd name="csY3" fmla="*/ 1651000 h 2901950"/>
              <a:gd name="csX4" fmla="*/ 3045460 w 3064510"/>
              <a:gd name="csY4" fmla="*/ 2104390 h 2901950"/>
              <a:gd name="csX5" fmla="*/ 2082800 w 3064510"/>
              <a:gd name="csY5" fmla="*/ 2114550 h 2901950"/>
              <a:gd name="csX6" fmla="*/ 2076450 w 3064510"/>
              <a:gd name="csY6" fmla="*/ 2876550 h 2901950"/>
              <a:gd name="csX7" fmla="*/ 0 w 3064510"/>
              <a:gd name="csY7" fmla="*/ 2901950 h 2901950"/>
              <a:gd name="csX8" fmla="*/ 3810 w 3064510"/>
              <a:gd name="csY8" fmla="*/ 2114550 h 2901950"/>
              <a:gd name="csX9" fmla="*/ 52070 w 3064510"/>
              <a:gd name="csY9" fmla="*/ 0 h 2901950"/>
              <a:gd name="csX0" fmla="*/ 52070 w 3064510"/>
              <a:gd name="csY0" fmla="*/ 0 h 2901950"/>
              <a:gd name="csX1" fmla="*/ 1403350 w 3064510"/>
              <a:gd name="csY1" fmla="*/ 5080 h 2901950"/>
              <a:gd name="csX2" fmla="*/ 1403350 w 3064510"/>
              <a:gd name="csY2" fmla="*/ 1645920 h 2901950"/>
              <a:gd name="csX3" fmla="*/ 3064510 w 3064510"/>
              <a:gd name="csY3" fmla="*/ 1651000 h 2901950"/>
              <a:gd name="csX4" fmla="*/ 3045460 w 3064510"/>
              <a:gd name="csY4" fmla="*/ 2104390 h 2901950"/>
              <a:gd name="csX5" fmla="*/ 2082800 w 3064510"/>
              <a:gd name="csY5" fmla="*/ 2114550 h 2901950"/>
              <a:gd name="csX6" fmla="*/ 2076450 w 3064510"/>
              <a:gd name="csY6" fmla="*/ 2876550 h 2901950"/>
              <a:gd name="csX7" fmla="*/ 0 w 3064510"/>
              <a:gd name="csY7" fmla="*/ 2901950 h 2901950"/>
              <a:gd name="csX8" fmla="*/ 54610 w 3064510"/>
              <a:gd name="csY8" fmla="*/ 2114550 h 2901950"/>
              <a:gd name="csX9" fmla="*/ 52070 w 3064510"/>
              <a:gd name="csY9" fmla="*/ 0 h 2901950"/>
              <a:gd name="csX0" fmla="*/ 1270 w 3013710"/>
              <a:gd name="csY0" fmla="*/ 0 h 2901950"/>
              <a:gd name="csX1" fmla="*/ 1352550 w 3013710"/>
              <a:gd name="csY1" fmla="*/ 5080 h 2901950"/>
              <a:gd name="csX2" fmla="*/ 1352550 w 3013710"/>
              <a:gd name="csY2" fmla="*/ 1645920 h 2901950"/>
              <a:gd name="csX3" fmla="*/ 3013710 w 3013710"/>
              <a:gd name="csY3" fmla="*/ 1651000 h 2901950"/>
              <a:gd name="csX4" fmla="*/ 2994660 w 3013710"/>
              <a:gd name="csY4" fmla="*/ 2104390 h 2901950"/>
              <a:gd name="csX5" fmla="*/ 2032000 w 3013710"/>
              <a:gd name="csY5" fmla="*/ 2114550 h 2901950"/>
              <a:gd name="csX6" fmla="*/ 2025650 w 3013710"/>
              <a:gd name="csY6" fmla="*/ 2876550 h 2901950"/>
              <a:gd name="csX7" fmla="*/ 0 w 3013710"/>
              <a:gd name="csY7" fmla="*/ 2901950 h 2901950"/>
              <a:gd name="csX8" fmla="*/ 3810 w 3013710"/>
              <a:gd name="csY8" fmla="*/ 2114550 h 2901950"/>
              <a:gd name="csX9" fmla="*/ 1270 w 3013710"/>
              <a:gd name="csY9" fmla="*/ 0 h 29019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25750 h 2876550"/>
              <a:gd name="csX8" fmla="*/ 3810 w 3013710"/>
              <a:gd name="csY8" fmla="*/ 2114550 h 2876550"/>
              <a:gd name="csX9" fmla="*/ 1270 w 3013710"/>
              <a:gd name="csY9" fmla="*/ 0 h 2876550"/>
              <a:gd name="csX0" fmla="*/ 1270 w 3013710"/>
              <a:gd name="csY0" fmla="*/ 0 h 2896870"/>
              <a:gd name="csX1" fmla="*/ 1352550 w 3013710"/>
              <a:gd name="csY1" fmla="*/ 5080 h 2896870"/>
              <a:gd name="csX2" fmla="*/ 1352550 w 3013710"/>
              <a:gd name="csY2" fmla="*/ 1645920 h 2896870"/>
              <a:gd name="csX3" fmla="*/ 3013710 w 3013710"/>
              <a:gd name="csY3" fmla="*/ 1651000 h 2896870"/>
              <a:gd name="csX4" fmla="*/ 2994660 w 3013710"/>
              <a:gd name="csY4" fmla="*/ 2104390 h 2896870"/>
              <a:gd name="csX5" fmla="*/ 2032000 w 3013710"/>
              <a:gd name="csY5" fmla="*/ 2114550 h 2896870"/>
              <a:gd name="csX6" fmla="*/ 2025650 w 3013710"/>
              <a:gd name="csY6" fmla="*/ 2876550 h 2896870"/>
              <a:gd name="csX7" fmla="*/ 0 w 3013710"/>
              <a:gd name="csY7" fmla="*/ 2896870 h 2896870"/>
              <a:gd name="csX8" fmla="*/ 3810 w 3013710"/>
              <a:gd name="csY8" fmla="*/ 2114550 h 2896870"/>
              <a:gd name="csX9" fmla="*/ 1270 w 3013710"/>
              <a:gd name="csY9" fmla="*/ 0 h 289687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46070 h 2876550"/>
              <a:gd name="csX8" fmla="*/ 3810 w 3013710"/>
              <a:gd name="csY8" fmla="*/ 2114550 h 2876550"/>
              <a:gd name="csX9" fmla="*/ 1270 w 3013710"/>
              <a:gd name="csY9" fmla="*/ 0 h 28765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25650 w 3013710"/>
              <a:gd name="csY6" fmla="*/ 2876550 h 2876550"/>
              <a:gd name="csX7" fmla="*/ 0 w 3013710"/>
              <a:gd name="csY7" fmla="*/ 2866390 h 2876550"/>
              <a:gd name="csX8" fmla="*/ 3810 w 3013710"/>
              <a:gd name="csY8" fmla="*/ 2114550 h 2876550"/>
              <a:gd name="csX9" fmla="*/ 1270 w 3013710"/>
              <a:gd name="csY9" fmla="*/ 0 h 2876550"/>
              <a:gd name="csX0" fmla="*/ 1270 w 3013710"/>
              <a:gd name="csY0" fmla="*/ 0 h 2866390"/>
              <a:gd name="csX1" fmla="*/ 1352550 w 3013710"/>
              <a:gd name="csY1" fmla="*/ 5080 h 2866390"/>
              <a:gd name="csX2" fmla="*/ 1352550 w 3013710"/>
              <a:gd name="csY2" fmla="*/ 1645920 h 2866390"/>
              <a:gd name="csX3" fmla="*/ 3013710 w 3013710"/>
              <a:gd name="csY3" fmla="*/ 1651000 h 2866390"/>
              <a:gd name="csX4" fmla="*/ 2994660 w 3013710"/>
              <a:gd name="csY4" fmla="*/ 2104390 h 2866390"/>
              <a:gd name="csX5" fmla="*/ 2032000 w 3013710"/>
              <a:gd name="csY5" fmla="*/ 2114550 h 2866390"/>
              <a:gd name="csX6" fmla="*/ 2030730 w 3013710"/>
              <a:gd name="csY6" fmla="*/ 2856230 h 2866390"/>
              <a:gd name="csX7" fmla="*/ 0 w 3013710"/>
              <a:gd name="csY7" fmla="*/ 2866390 h 2866390"/>
              <a:gd name="csX8" fmla="*/ 3810 w 3013710"/>
              <a:gd name="csY8" fmla="*/ 2114550 h 2866390"/>
              <a:gd name="csX9" fmla="*/ 1270 w 3013710"/>
              <a:gd name="csY9" fmla="*/ 0 h 2866390"/>
              <a:gd name="csX0" fmla="*/ 1270 w 3013710"/>
              <a:gd name="csY0" fmla="*/ 0 h 2907030"/>
              <a:gd name="csX1" fmla="*/ 1352550 w 3013710"/>
              <a:gd name="csY1" fmla="*/ 5080 h 2907030"/>
              <a:gd name="csX2" fmla="*/ 1352550 w 3013710"/>
              <a:gd name="csY2" fmla="*/ 1645920 h 2907030"/>
              <a:gd name="csX3" fmla="*/ 3013710 w 3013710"/>
              <a:gd name="csY3" fmla="*/ 1651000 h 2907030"/>
              <a:gd name="csX4" fmla="*/ 2994660 w 3013710"/>
              <a:gd name="csY4" fmla="*/ 2104390 h 2907030"/>
              <a:gd name="csX5" fmla="*/ 2032000 w 3013710"/>
              <a:gd name="csY5" fmla="*/ 2114550 h 2907030"/>
              <a:gd name="csX6" fmla="*/ 2010410 w 3013710"/>
              <a:gd name="csY6" fmla="*/ 2907030 h 2907030"/>
              <a:gd name="csX7" fmla="*/ 0 w 3013710"/>
              <a:gd name="csY7" fmla="*/ 2866390 h 2907030"/>
              <a:gd name="csX8" fmla="*/ 3810 w 3013710"/>
              <a:gd name="csY8" fmla="*/ 2114550 h 2907030"/>
              <a:gd name="csX9" fmla="*/ 1270 w 3013710"/>
              <a:gd name="csY9" fmla="*/ 0 h 290703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66390 h 2876550"/>
              <a:gd name="csX8" fmla="*/ 3810 w 3013710"/>
              <a:gd name="csY8" fmla="*/ 2114550 h 2876550"/>
              <a:gd name="csX9" fmla="*/ 1270 w 3013710"/>
              <a:gd name="csY9" fmla="*/ 0 h 2876550"/>
              <a:gd name="csX0" fmla="*/ 1270 w 3013710"/>
              <a:gd name="csY0" fmla="*/ 0 h 2886710"/>
              <a:gd name="csX1" fmla="*/ 1352550 w 3013710"/>
              <a:gd name="csY1" fmla="*/ 5080 h 2886710"/>
              <a:gd name="csX2" fmla="*/ 1352550 w 3013710"/>
              <a:gd name="csY2" fmla="*/ 1645920 h 2886710"/>
              <a:gd name="csX3" fmla="*/ 3013710 w 3013710"/>
              <a:gd name="csY3" fmla="*/ 1651000 h 2886710"/>
              <a:gd name="csX4" fmla="*/ 2994660 w 3013710"/>
              <a:gd name="csY4" fmla="*/ 2104390 h 2886710"/>
              <a:gd name="csX5" fmla="*/ 2032000 w 3013710"/>
              <a:gd name="csY5" fmla="*/ 2114550 h 2886710"/>
              <a:gd name="csX6" fmla="*/ 2015490 w 3013710"/>
              <a:gd name="csY6" fmla="*/ 2876550 h 2886710"/>
              <a:gd name="csX7" fmla="*/ 0 w 3013710"/>
              <a:gd name="csY7" fmla="*/ 2886710 h 2886710"/>
              <a:gd name="csX8" fmla="*/ 3810 w 3013710"/>
              <a:gd name="csY8" fmla="*/ 2114550 h 2886710"/>
              <a:gd name="csX9" fmla="*/ 1270 w 3013710"/>
              <a:gd name="csY9" fmla="*/ 0 h 288671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51150 h 2876550"/>
              <a:gd name="csX8" fmla="*/ 3810 w 3013710"/>
              <a:gd name="csY8" fmla="*/ 2114550 h 2876550"/>
              <a:gd name="csX9" fmla="*/ 1270 w 3013710"/>
              <a:gd name="csY9" fmla="*/ 0 h 2876550"/>
              <a:gd name="csX0" fmla="*/ 1270 w 3013710"/>
              <a:gd name="csY0" fmla="*/ 0 h 2876550"/>
              <a:gd name="csX1" fmla="*/ 1352550 w 3013710"/>
              <a:gd name="csY1" fmla="*/ 5080 h 2876550"/>
              <a:gd name="csX2" fmla="*/ 1352550 w 3013710"/>
              <a:gd name="csY2" fmla="*/ 1645920 h 2876550"/>
              <a:gd name="csX3" fmla="*/ 3013710 w 3013710"/>
              <a:gd name="csY3" fmla="*/ 1651000 h 2876550"/>
              <a:gd name="csX4" fmla="*/ 2994660 w 3013710"/>
              <a:gd name="csY4" fmla="*/ 2104390 h 2876550"/>
              <a:gd name="csX5" fmla="*/ 2032000 w 3013710"/>
              <a:gd name="csY5" fmla="*/ 2114550 h 2876550"/>
              <a:gd name="csX6" fmla="*/ 2015490 w 3013710"/>
              <a:gd name="csY6" fmla="*/ 2876550 h 2876550"/>
              <a:gd name="csX7" fmla="*/ 0 w 3013710"/>
              <a:gd name="csY7" fmla="*/ 2866390 h 2876550"/>
              <a:gd name="csX8" fmla="*/ 3810 w 3013710"/>
              <a:gd name="csY8" fmla="*/ 2114550 h 2876550"/>
              <a:gd name="csX9" fmla="*/ 1270 w 3013710"/>
              <a:gd name="csY9" fmla="*/ 0 h 2876550"/>
              <a:gd name="csX0" fmla="*/ 6350 w 3018790"/>
              <a:gd name="csY0" fmla="*/ 0 h 2876550"/>
              <a:gd name="csX1" fmla="*/ 1357630 w 3018790"/>
              <a:gd name="csY1" fmla="*/ 5080 h 2876550"/>
              <a:gd name="csX2" fmla="*/ 1357630 w 3018790"/>
              <a:gd name="csY2" fmla="*/ 1645920 h 2876550"/>
              <a:gd name="csX3" fmla="*/ 3018790 w 3018790"/>
              <a:gd name="csY3" fmla="*/ 1651000 h 2876550"/>
              <a:gd name="csX4" fmla="*/ 2999740 w 3018790"/>
              <a:gd name="csY4" fmla="*/ 2104390 h 2876550"/>
              <a:gd name="csX5" fmla="*/ 2037080 w 3018790"/>
              <a:gd name="csY5" fmla="*/ 2114550 h 2876550"/>
              <a:gd name="csX6" fmla="*/ 2020570 w 3018790"/>
              <a:gd name="csY6" fmla="*/ 2876550 h 2876550"/>
              <a:gd name="csX7" fmla="*/ 0 w 3018790"/>
              <a:gd name="csY7" fmla="*/ 2871470 h 2876550"/>
              <a:gd name="csX8" fmla="*/ 8890 w 3018790"/>
              <a:gd name="csY8" fmla="*/ 2114550 h 2876550"/>
              <a:gd name="csX9" fmla="*/ 6350 w 301879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4390 h 2876550"/>
              <a:gd name="csX5" fmla="*/ 2030730 w 3012440"/>
              <a:gd name="csY5" fmla="*/ 211455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4390 h 2876550"/>
              <a:gd name="csX5" fmla="*/ 2015490 w 3012440"/>
              <a:gd name="csY5" fmla="*/ 212471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9470 h 2876550"/>
              <a:gd name="csX5" fmla="*/ 2015490 w 3012440"/>
              <a:gd name="csY5" fmla="*/ 212471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3012440"/>
              <a:gd name="csY0" fmla="*/ 0 h 2876550"/>
              <a:gd name="csX1" fmla="*/ 1351280 w 3012440"/>
              <a:gd name="csY1" fmla="*/ 5080 h 2876550"/>
              <a:gd name="csX2" fmla="*/ 1351280 w 3012440"/>
              <a:gd name="csY2" fmla="*/ 1645920 h 2876550"/>
              <a:gd name="csX3" fmla="*/ 3012440 w 3012440"/>
              <a:gd name="csY3" fmla="*/ 1651000 h 2876550"/>
              <a:gd name="csX4" fmla="*/ 2993390 w 3012440"/>
              <a:gd name="csY4" fmla="*/ 2109470 h 2876550"/>
              <a:gd name="csX5" fmla="*/ 2015490 w 3012440"/>
              <a:gd name="csY5" fmla="*/ 2109470 h 2876550"/>
              <a:gd name="csX6" fmla="*/ 2014220 w 3012440"/>
              <a:gd name="csY6" fmla="*/ 2876550 h 2876550"/>
              <a:gd name="csX7" fmla="*/ 8890 w 3012440"/>
              <a:gd name="csY7" fmla="*/ 2871470 h 2876550"/>
              <a:gd name="csX8" fmla="*/ 2540 w 3012440"/>
              <a:gd name="csY8" fmla="*/ 2114550 h 2876550"/>
              <a:gd name="csX9" fmla="*/ 0 w 3012440"/>
              <a:gd name="csY9" fmla="*/ 0 h 2876550"/>
              <a:gd name="csX0" fmla="*/ 0 w 2993390"/>
              <a:gd name="csY0" fmla="*/ 0 h 2876550"/>
              <a:gd name="csX1" fmla="*/ 1351280 w 2993390"/>
              <a:gd name="csY1" fmla="*/ 5080 h 2876550"/>
              <a:gd name="csX2" fmla="*/ 1351280 w 2993390"/>
              <a:gd name="csY2" fmla="*/ 1645920 h 2876550"/>
              <a:gd name="csX3" fmla="*/ 2992120 w 2993390"/>
              <a:gd name="csY3" fmla="*/ 1651000 h 2876550"/>
              <a:gd name="csX4" fmla="*/ 2993390 w 2993390"/>
              <a:gd name="csY4" fmla="*/ 2109470 h 2876550"/>
              <a:gd name="csX5" fmla="*/ 2015490 w 2993390"/>
              <a:gd name="csY5" fmla="*/ 2109470 h 2876550"/>
              <a:gd name="csX6" fmla="*/ 2014220 w 2993390"/>
              <a:gd name="csY6" fmla="*/ 2876550 h 2876550"/>
              <a:gd name="csX7" fmla="*/ 8890 w 2993390"/>
              <a:gd name="csY7" fmla="*/ 2871470 h 2876550"/>
              <a:gd name="csX8" fmla="*/ 2540 w 2993390"/>
              <a:gd name="csY8" fmla="*/ 2114550 h 2876550"/>
              <a:gd name="csX9" fmla="*/ 0 w 2993390"/>
              <a:gd name="csY9" fmla="*/ 0 h 2876550"/>
              <a:gd name="csX0" fmla="*/ 0 w 2994304"/>
              <a:gd name="csY0" fmla="*/ 0 h 2876550"/>
              <a:gd name="csX1" fmla="*/ 1351280 w 2994304"/>
              <a:gd name="csY1" fmla="*/ 5080 h 2876550"/>
              <a:gd name="csX2" fmla="*/ 1351280 w 2994304"/>
              <a:gd name="csY2" fmla="*/ 1645920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5080 h 2876550"/>
              <a:gd name="csX2" fmla="*/ 1351280 w 2994304"/>
              <a:gd name="csY2" fmla="*/ 163745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5080 h 2876550"/>
              <a:gd name="csX2" fmla="*/ 1351280 w 2994304"/>
              <a:gd name="csY2" fmla="*/ 164380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0 h 2876550"/>
              <a:gd name="csX1" fmla="*/ 1351280 w 2994304"/>
              <a:gd name="csY1" fmla="*/ 3493 h 2876550"/>
              <a:gd name="csX2" fmla="*/ 1351280 w 2994304"/>
              <a:gd name="csY2" fmla="*/ 1643803 h 2876550"/>
              <a:gd name="csX3" fmla="*/ 2994236 w 2994304"/>
              <a:gd name="csY3" fmla="*/ 1642534 h 2876550"/>
              <a:gd name="csX4" fmla="*/ 2993390 w 2994304"/>
              <a:gd name="csY4" fmla="*/ 2109470 h 2876550"/>
              <a:gd name="csX5" fmla="*/ 2015490 w 2994304"/>
              <a:gd name="csY5" fmla="*/ 2109470 h 2876550"/>
              <a:gd name="csX6" fmla="*/ 2014220 w 2994304"/>
              <a:gd name="csY6" fmla="*/ 2876550 h 2876550"/>
              <a:gd name="csX7" fmla="*/ 8890 w 2994304"/>
              <a:gd name="csY7" fmla="*/ 2871470 h 2876550"/>
              <a:gd name="csX8" fmla="*/ 2540 w 2994304"/>
              <a:gd name="csY8" fmla="*/ 2114550 h 2876550"/>
              <a:gd name="csX9" fmla="*/ 0 w 2994304"/>
              <a:gd name="csY9" fmla="*/ 0 h 287655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15490 w 2994304"/>
              <a:gd name="csY5" fmla="*/ 2110740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25015 w 2994304"/>
              <a:gd name="csY5" fmla="*/ 2110740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 name="csX0" fmla="*/ 0 w 2994304"/>
              <a:gd name="csY0" fmla="*/ 1270 h 2877820"/>
              <a:gd name="csX1" fmla="*/ 1351280 w 2994304"/>
              <a:gd name="csY1" fmla="*/ 0 h 2877820"/>
              <a:gd name="csX2" fmla="*/ 1351280 w 2994304"/>
              <a:gd name="csY2" fmla="*/ 1645073 h 2877820"/>
              <a:gd name="csX3" fmla="*/ 2994236 w 2994304"/>
              <a:gd name="csY3" fmla="*/ 1643804 h 2877820"/>
              <a:gd name="csX4" fmla="*/ 2993390 w 2994304"/>
              <a:gd name="csY4" fmla="*/ 2110740 h 2877820"/>
              <a:gd name="csX5" fmla="*/ 2012315 w 2994304"/>
              <a:gd name="csY5" fmla="*/ 2107565 h 2877820"/>
              <a:gd name="csX6" fmla="*/ 2014220 w 2994304"/>
              <a:gd name="csY6" fmla="*/ 2877820 h 2877820"/>
              <a:gd name="csX7" fmla="*/ 8890 w 2994304"/>
              <a:gd name="csY7" fmla="*/ 2872740 h 2877820"/>
              <a:gd name="csX8" fmla="*/ 2540 w 2994304"/>
              <a:gd name="csY8" fmla="*/ 2115820 h 2877820"/>
              <a:gd name="csX9" fmla="*/ 0 w 2994304"/>
              <a:gd name="csY9" fmla="*/ 1270 h 28778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994304" h="2877820">
                <a:moveTo>
                  <a:pt x="0" y="1270"/>
                </a:moveTo>
                <a:lnTo>
                  <a:pt x="1351280" y="0"/>
                </a:lnTo>
                <a:lnTo>
                  <a:pt x="1351280" y="1645073"/>
                </a:lnTo>
                <a:lnTo>
                  <a:pt x="2994236" y="1643804"/>
                </a:lnTo>
                <a:cubicBezTo>
                  <a:pt x="2994659" y="1796627"/>
                  <a:pt x="2992967" y="1957917"/>
                  <a:pt x="2993390" y="2110740"/>
                </a:cubicBezTo>
                <a:lnTo>
                  <a:pt x="2012315" y="2107565"/>
                </a:lnTo>
                <a:cubicBezTo>
                  <a:pt x="2010198" y="2361565"/>
                  <a:pt x="2016337" y="2623820"/>
                  <a:pt x="2014220" y="2877820"/>
                </a:cubicBezTo>
                <a:lnTo>
                  <a:pt x="8890" y="2872740"/>
                </a:lnTo>
                <a:cubicBezTo>
                  <a:pt x="6773" y="2620433"/>
                  <a:pt x="4657" y="2368127"/>
                  <a:pt x="2540" y="2115820"/>
                </a:cubicBezTo>
                <a:cubicBezTo>
                  <a:pt x="1693" y="1410970"/>
                  <a:pt x="847" y="706120"/>
                  <a:pt x="0" y="1270"/>
                </a:cubicBezTo>
                <a:close/>
              </a:path>
            </a:pathLst>
          </a:custGeom>
          <a:solidFill>
            <a:schemeClr val="accent3">
              <a:lumMod val="20000"/>
              <a:lumOff val="80000"/>
            </a:schemeClr>
          </a:solidFill>
          <a:ln w="88900">
            <a:solidFill>
              <a:srgbClr val="00B050"/>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46444AB9-FEF5-7A65-2B05-B10D332A8136}"/>
              </a:ext>
            </a:extLst>
          </p:cNvPr>
          <p:cNvSpPr/>
          <p:nvPr/>
        </p:nvSpPr>
        <p:spPr>
          <a:xfrm>
            <a:off x="4197350" y="4275138"/>
            <a:ext cx="360000" cy="360000"/>
          </a:xfrm>
          <a:prstGeom prst="ellipse">
            <a:avLst/>
          </a:prstGeom>
          <a:noFill/>
          <a:ln w="444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cxnSp>
        <p:nvCxnSpPr>
          <p:cNvPr id="20" name="Conector recto de flecha 19">
            <a:extLst>
              <a:ext uri="{FF2B5EF4-FFF2-40B4-BE49-F238E27FC236}">
                <a16:creationId xmlns:a16="http://schemas.microsoft.com/office/drawing/2014/main" id="{937E1E8F-CC59-7885-4D1C-818CD909C110}"/>
              </a:ext>
            </a:extLst>
          </p:cNvPr>
          <p:cNvCxnSpPr>
            <a:cxnSpLocks/>
            <a:stCxn id="19" idx="2"/>
          </p:cNvCxnSpPr>
          <p:nvPr/>
        </p:nvCxnSpPr>
        <p:spPr>
          <a:xfrm flipH="1">
            <a:off x="1369012" y="4455138"/>
            <a:ext cx="2828338" cy="24893"/>
          </a:xfrm>
          <a:prstGeom prst="straightConnector1">
            <a:avLst/>
          </a:prstGeom>
          <a:ln w="38100">
            <a:solidFill>
              <a:srgbClr val="FF0000"/>
            </a:solidFill>
            <a:prstDash val="dash"/>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E620D089-DD4D-E8BA-CB71-2FA5241CE607}"/>
                  </a:ext>
                </a:extLst>
              </p:cNvPr>
              <p:cNvSpPr txBox="1"/>
              <p:nvPr/>
            </p:nvSpPr>
            <p:spPr>
              <a:xfrm>
                <a:off x="1327735" y="3750210"/>
                <a:ext cx="830878" cy="646331"/>
              </a:xfrm>
              <a:prstGeom prst="rect">
                <a:avLst/>
              </a:prstGeom>
              <a:noFill/>
            </p:spPr>
            <p:txBody>
              <a:bodyPr wrap="square">
                <a:spAutoFit/>
              </a:bodyPr>
              <a:lstStyle/>
              <a:p>
                <a:pPr/>
                <a14:m>
                  <m:oMathPara xmlns:m="http://schemas.openxmlformats.org/officeDocument/2006/math">
                    <m:oMath>
                      <m:sSup>
                        <m:sSupPr>
                          <m:ctrlPr>
                            <a:rPr lang="es-ES" sz="3600" b="0" i="1" dirty="0" smtClean="0">
                              <a:solidFill>
                                <a:srgbClr val="FF0000"/>
                              </a:solidFill>
                              <a:latin typeface="Cambria Math" panose="02040503050406030204" pitchFamily="18" charset="0"/>
                            </a:rPr>
                          </m:ctrlPr>
                        </m:sSupPr>
                        <m:e>
                          <m:r>
                            <a:rPr lang="es-ES" sz="3600" b="0" i="1" dirty="0" smtClean="0">
                              <a:solidFill>
                                <a:srgbClr val="FF0000"/>
                              </a:solidFill>
                              <a:latin typeface="Cambria Math" panose="02040503050406030204" pitchFamily="18" charset="0"/>
                            </a:rPr>
                            <m:t>𝜆</m:t>
                          </m:r>
                        </m:e>
                        <m:sup>
                          <m:r>
                            <a:rPr lang="es-ES" sz="3600" b="0" i="1" dirty="0" smtClean="0">
                              <a:solidFill>
                                <a:srgbClr val="FF0000"/>
                              </a:solidFill>
                              <a:latin typeface="Cambria Math" panose="02040503050406030204" pitchFamily="18" charset="0"/>
                            </a:rPr>
                            <m:t>∗</m:t>
                          </m:r>
                        </m:sup>
                      </m:sSup>
                    </m:oMath>
                  </m:oMathPara>
                </a14:m>
                <a:endParaRPr lang="es-ES" sz="3600" dirty="0">
                  <a:solidFill>
                    <a:srgbClr val="FF0000"/>
                  </a:solidFill>
                </a:endParaRPr>
              </a:p>
            </p:txBody>
          </p:sp>
        </mc:Choice>
        <mc:Fallback xmlns="">
          <p:sp>
            <p:nvSpPr>
              <p:cNvPr id="21" name="CuadroTexto 20">
                <a:extLst>
                  <a:ext uri="{FF2B5EF4-FFF2-40B4-BE49-F238E27FC236}">
                    <a16:creationId xmlns:a16="http://schemas.microsoft.com/office/drawing/2014/main" id="{E620D089-DD4D-E8BA-CB71-2FA5241CE607}"/>
                  </a:ext>
                </a:extLst>
              </p:cNvPr>
              <p:cNvSpPr txBox="1">
                <a:spLocks noRot="1" noChangeAspect="1" noMove="1" noResize="1" noEditPoints="1" noAdjustHandles="1" noChangeArrowheads="1" noChangeShapeType="1" noTextEdit="1"/>
              </p:cNvSpPr>
              <p:nvPr/>
            </p:nvSpPr>
            <p:spPr>
              <a:xfrm>
                <a:off x="1327735" y="3750210"/>
                <a:ext cx="830878" cy="646331"/>
              </a:xfrm>
              <a:prstGeom prst="rect">
                <a:avLst/>
              </a:prstGeom>
              <a:blipFill>
                <a:blip r:embed="rId3"/>
                <a:stretch>
                  <a:fillRect/>
                </a:stretch>
              </a:blipFill>
            </p:spPr>
            <p:txBody>
              <a:bodyPr/>
              <a:lstStyle/>
              <a:p>
                <a:r>
                  <a:rPr lang="es-ES">
                    <a:noFill/>
                  </a:rPr>
                  <a:t> </a:t>
                </a:r>
              </a:p>
            </p:txBody>
          </p:sp>
        </mc:Fallback>
      </mc:AlternateContent>
      <p:cxnSp>
        <p:nvCxnSpPr>
          <p:cNvPr id="22" name="Conector recto de flecha 21">
            <a:extLst>
              <a:ext uri="{FF2B5EF4-FFF2-40B4-BE49-F238E27FC236}">
                <a16:creationId xmlns:a16="http://schemas.microsoft.com/office/drawing/2014/main" id="{304E493C-02FD-0D5C-288A-7B95ABAEA203}"/>
              </a:ext>
            </a:extLst>
          </p:cNvPr>
          <p:cNvCxnSpPr>
            <a:cxnSpLocks/>
            <a:stCxn id="19" idx="4"/>
          </p:cNvCxnSpPr>
          <p:nvPr/>
        </p:nvCxnSpPr>
        <p:spPr>
          <a:xfrm>
            <a:off x="4377350" y="4635138"/>
            <a:ext cx="0" cy="1084649"/>
          </a:xfrm>
          <a:prstGeom prst="straightConnector1">
            <a:avLst/>
          </a:prstGeom>
          <a:ln w="38100">
            <a:solidFill>
              <a:srgbClr val="FF0000"/>
            </a:solidFill>
            <a:prstDash val="dash"/>
            <a:tailEnd type="triangle" w="lg" len="lg"/>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EC20A5E9-2A22-A8CF-5C88-FCA76FDB3D32}"/>
                  </a:ext>
                </a:extLst>
              </p:cNvPr>
              <p:cNvSpPr txBox="1"/>
              <p:nvPr/>
            </p:nvSpPr>
            <p:spPr>
              <a:xfrm>
                <a:off x="4401128" y="5041654"/>
                <a:ext cx="857052" cy="646331"/>
              </a:xfrm>
              <a:prstGeom prst="rect">
                <a:avLst/>
              </a:prstGeom>
              <a:noFill/>
            </p:spPr>
            <p:txBody>
              <a:bodyPr wrap="square">
                <a:spAutoFit/>
              </a:bodyPr>
              <a:lstStyle/>
              <a:p>
                <a:pPr/>
                <a14:m>
                  <m:oMathPara xmlns:m="http://schemas.openxmlformats.org/officeDocument/2006/math">
                    <m:oMath>
                      <m:sSup>
                        <m:sSupPr>
                          <m:ctrlPr>
                            <a:rPr lang="es-ES" sz="3600" i="1" dirty="0" smtClean="0">
                              <a:solidFill>
                                <a:srgbClr val="FF0000"/>
                              </a:solidFill>
                              <a:latin typeface="Cambria Math" panose="02040503050406030204" pitchFamily="18" charset="0"/>
                            </a:rPr>
                          </m:ctrlPr>
                        </m:sSupPr>
                        <m:e>
                          <m:r>
                            <a:rPr lang="es-ES" sz="3600" i="1" dirty="0" smtClean="0">
                              <a:solidFill>
                                <a:srgbClr val="FF0000"/>
                              </a:solidFill>
                              <a:latin typeface="Cambria Math" panose="02040503050406030204" pitchFamily="18" charset="0"/>
                            </a:rPr>
                            <m:t>𝑝</m:t>
                          </m:r>
                        </m:e>
                        <m:sup>
                          <m:r>
                            <a:rPr lang="es-ES" sz="3600" b="0" i="1" dirty="0" smtClean="0">
                              <a:solidFill>
                                <a:srgbClr val="FF0000"/>
                              </a:solidFill>
                              <a:latin typeface="Cambria Math" panose="02040503050406030204" pitchFamily="18" charset="0"/>
                            </a:rPr>
                            <m:t>∗</m:t>
                          </m:r>
                        </m:sup>
                      </m:sSup>
                    </m:oMath>
                  </m:oMathPara>
                </a14:m>
                <a:endParaRPr lang="es-ES" sz="3600" dirty="0">
                  <a:solidFill>
                    <a:srgbClr val="FF0000"/>
                  </a:solidFill>
                </a:endParaRPr>
              </a:p>
            </p:txBody>
          </p:sp>
        </mc:Choice>
        <mc:Fallback xmlns="">
          <p:sp>
            <p:nvSpPr>
              <p:cNvPr id="23" name="CuadroTexto 22">
                <a:extLst>
                  <a:ext uri="{FF2B5EF4-FFF2-40B4-BE49-F238E27FC236}">
                    <a16:creationId xmlns:a16="http://schemas.microsoft.com/office/drawing/2014/main" id="{EC20A5E9-2A22-A8CF-5C88-FCA76FDB3D32}"/>
                  </a:ext>
                </a:extLst>
              </p:cNvPr>
              <p:cNvSpPr txBox="1">
                <a:spLocks noRot="1" noChangeAspect="1" noMove="1" noResize="1" noEditPoints="1" noAdjustHandles="1" noChangeArrowheads="1" noChangeShapeType="1" noTextEdit="1"/>
              </p:cNvSpPr>
              <p:nvPr/>
            </p:nvSpPr>
            <p:spPr>
              <a:xfrm>
                <a:off x="4401128" y="5041654"/>
                <a:ext cx="857052" cy="646331"/>
              </a:xfrm>
              <a:prstGeom prst="rect">
                <a:avLst/>
              </a:prstGeom>
              <a:blipFill>
                <a:blip r:embed="rId4"/>
                <a:stretch>
                  <a:fillRect/>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28" name="Marcador de contenido 2">
                <a:extLst>
                  <a:ext uri="{FF2B5EF4-FFF2-40B4-BE49-F238E27FC236}">
                    <a16:creationId xmlns:a16="http://schemas.microsoft.com/office/drawing/2014/main" id="{D4FAE4CE-5C9D-33CC-DCD5-C3807A269F45}"/>
                  </a:ext>
                </a:extLst>
              </p:cNvPr>
              <p:cNvSpPr>
                <a:spLocks noGrp="1"/>
              </p:cNvSpPr>
              <p:nvPr>
                <p:ph idx="1"/>
              </p:nvPr>
            </p:nvSpPr>
            <p:spPr>
              <a:xfrm>
                <a:off x="6450839" y="1518625"/>
                <a:ext cx="5311956" cy="3123683"/>
              </a:xfrm>
            </p:spPr>
            <p:txBody>
              <a:bodyPr>
                <a:noAutofit/>
              </a:bodyPr>
              <a:lstStyle/>
              <a:p>
                <a:pPr marL="0" indent="0">
                  <a:buClr>
                    <a:srgbClr val="0070C0"/>
                  </a:buClr>
                  <a:buSzPct val="100000"/>
                  <a:buNone/>
                </a:pPr>
                <a14:m>
                  <m:oMathPara xmlns:m="http://schemas.openxmlformats.org/officeDocument/2006/math">
                    <m:oMathParaPr>
                      <m:jc m:val="left"/>
                    </m:oMathParaPr>
                    <m:oMath>
                      <m:limLow>
                        <m:limLowPr>
                          <m:ctrlPr>
                            <a:rPr lang="es-ES" sz="3600" i="1">
                              <a:latin typeface="Cambria Math" panose="02040503050406030204" pitchFamily="18" charset="0"/>
                            </a:rPr>
                          </m:ctrlPr>
                        </m:limLowPr>
                        <m:e>
                          <m:r>
                            <a:rPr lang="es-ES" sz="3600" i="1">
                              <a:latin typeface="Cambria Math" panose="02040503050406030204" pitchFamily="18" charset="0"/>
                            </a:rPr>
                            <m:t>𝑚</m:t>
                          </m:r>
                          <m:r>
                            <a:rPr lang="es-ES" sz="3600" b="0" i="1" smtClean="0">
                              <a:latin typeface="Cambria Math" panose="02040503050406030204" pitchFamily="18" charset="0"/>
                            </a:rPr>
                            <m:t>𝑎𝑥</m:t>
                          </m:r>
                        </m:e>
                        <m:lim/>
                      </m:limLow>
                      <m:r>
                        <a:rPr lang="es-ES" sz="3600" i="1">
                          <a:latin typeface="Cambria Math" panose="02040503050406030204" pitchFamily="18" charset="0"/>
                        </a:rPr>
                        <m:t> </m:t>
                      </m:r>
                      <m:r>
                        <a:rPr lang="es-ES" sz="3600" b="0" i="1" smtClean="0">
                          <a:latin typeface="Cambria Math" panose="02040503050406030204" pitchFamily="18" charset="0"/>
                        </a:rPr>
                        <m:t>      </m:t>
                      </m:r>
                      <m:r>
                        <a:rPr lang="es-ES" sz="3600" i="1">
                          <a:latin typeface="Cambria Math" panose="02040503050406030204" pitchFamily="18" charset="0"/>
                        </a:rPr>
                        <m:t>=</m:t>
                      </m:r>
                      <m:r>
                        <a:rPr lang="es-ES" sz="3600" b="0" i="1" noProof="0" smtClean="0">
                          <a:latin typeface="Cambria Math" panose="02040503050406030204" pitchFamily="18" charset="0"/>
                        </a:rPr>
                        <m:t>      −  </m:t>
                      </m:r>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noProof="0" dirty="0">
                    <a:latin typeface="Gill Sans Nova" panose="020B0602020104020203" pitchFamily="34" charset="0"/>
                  </a:rPr>
                  <a:t>:</a:t>
                </a:r>
              </a:p>
              <a:p>
                <a:pPr marL="0" indent="0">
                  <a:buClr>
                    <a:srgbClr val="0070C0"/>
                  </a:buClr>
                  <a:buSzPct val="100000"/>
                  <a:buNone/>
                </a:pPr>
                <a:r>
                  <a:rPr lang="en-US" sz="3600" dirty="0">
                    <a:latin typeface="Gill Sans Nova" panose="020B0602020104020203" pitchFamily="34" charset="0"/>
                  </a:rPr>
                  <a:t>Demand </a:t>
                </a:r>
                <a14:m>
                  <m:oMath xmlns:m="http://schemas.openxmlformats.org/officeDocument/2006/math">
                    <m:r>
                      <a:rPr lang="es-ES" sz="3600" i="1">
                        <a:latin typeface="Cambria Math" panose="02040503050406030204" pitchFamily="18" charset="0"/>
                      </a:rPr>
                      <m:t>−</m:t>
                    </m:r>
                  </m:oMath>
                </a14:m>
                <a:r>
                  <a:rPr lang="en-US" sz="3600" dirty="0">
                    <a:latin typeface="Gill Sans Nova" panose="020B0602020104020203" pitchFamily="34" charset="0"/>
                  </a:rPr>
                  <a:t> Supply </a:t>
                </a:r>
                <a14:m>
                  <m:oMath xmlns:m="http://schemas.openxmlformats.org/officeDocument/2006/math">
                    <m:r>
                      <a:rPr lang="es-ES" sz="3600" i="1">
                        <a:latin typeface="Cambria Math" panose="02040503050406030204" pitchFamily="18" charset="0"/>
                      </a:rPr>
                      <m:t>=</m:t>
                    </m:r>
                    <m:r>
                      <a:rPr lang="es-ES" sz="3600" b="0" i="1" smtClean="0">
                        <a:latin typeface="Cambria Math" panose="02040503050406030204" pitchFamily="18" charset="0"/>
                      </a:rPr>
                      <m:t>0</m:t>
                    </m:r>
                    <m:r>
                      <a:rPr lang="es-ES" sz="3600" i="1">
                        <a:latin typeface="Cambria Math" panose="02040503050406030204" pitchFamily="18" charset="0"/>
                      </a:rPr>
                      <m:t> :</m:t>
                    </m:r>
                    <m:r>
                      <a:rPr lang="es-ES" sz="3600" b="1" i="1" smtClean="0">
                        <a:latin typeface="Cambria Math" panose="02040503050406030204" pitchFamily="18" charset="0"/>
                      </a:rPr>
                      <m:t>𝝀</m:t>
                    </m:r>
                  </m:oMath>
                </a14:m>
                <a:endParaRPr lang="es-ES" sz="3600" b="1" i="1" dirty="0">
                  <a:latin typeface="Cambria Math" panose="02040503050406030204" pitchFamily="18" charset="0"/>
                </a:endParaRPr>
              </a:p>
              <a:p>
                <a:pPr marL="0" indent="0" algn="just">
                  <a:buClr>
                    <a:srgbClr val="0070C0"/>
                  </a:buClr>
                  <a:buSzPct val="100000"/>
                  <a:buNone/>
                </a:pPr>
                <a:r>
                  <a:rPr lang="en-US" sz="3600" noProof="0" dirty="0">
                    <a:latin typeface="Gill Sans Nova" panose="020B0602020104020203" pitchFamily="34" charset="0"/>
                  </a:rPr>
                  <a:t>Constraints of the bids and offers</a:t>
                </a:r>
              </a:p>
            </p:txBody>
          </p:sp>
        </mc:Choice>
        <mc:Fallback xmlns="">
          <p:sp>
            <p:nvSpPr>
              <p:cNvPr id="28" name="Marcador de contenido 2">
                <a:extLst>
                  <a:ext uri="{FF2B5EF4-FFF2-40B4-BE49-F238E27FC236}">
                    <a16:creationId xmlns:a16="http://schemas.microsoft.com/office/drawing/2014/main" id="{D4FAE4CE-5C9D-33CC-DCD5-C3807A269F45}"/>
                  </a:ext>
                </a:extLst>
              </p:cNvPr>
              <p:cNvSpPr>
                <a:spLocks noGrp="1" noRot="1" noChangeAspect="1" noMove="1" noResize="1" noEditPoints="1" noAdjustHandles="1" noChangeArrowheads="1" noChangeShapeType="1" noTextEdit="1"/>
              </p:cNvSpPr>
              <p:nvPr>
                <p:ph idx="1"/>
              </p:nvPr>
            </p:nvSpPr>
            <p:spPr>
              <a:xfrm>
                <a:off x="6450839" y="1518625"/>
                <a:ext cx="5311956" cy="3123683"/>
              </a:xfrm>
              <a:blipFill>
                <a:blip r:embed="rId5"/>
                <a:stretch>
                  <a:fillRect l="-3440" r="-3440" b="-6628"/>
                </a:stretch>
              </a:blipFill>
            </p:spPr>
            <p:txBody>
              <a:bodyPr/>
              <a:lstStyle/>
              <a:p>
                <a:r>
                  <a:rPr lang="es-ES">
                    <a:noFill/>
                  </a:rPr>
                  <a:t> </a:t>
                </a:r>
              </a:p>
            </p:txBody>
          </p:sp>
        </mc:Fallback>
      </mc:AlternateContent>
      <p:sp>
        <p:nvSpPr>
          <p:cNvPr id="29" name="Rectángulo 28">
            <a:extLst>
              <a:ext uri="{FF2B5EF4-FFF2-40B4-BE49-F238E27FC236}">
                <a16:creationId xmlns:a16="http://schemas.microsoft.com/office/drawing/2014/main" id="{0E58FDE4-59F7-7AFA-DA84-EA1E39C30510}"/>
              </a:ext>
            </a:extLst>
          </p:cNvPr>
          <p:cNvSpPr/>
          <p:nvPr/>
        </p:nvSpPr>
        <p:spPr>
          <a:xfrm>
            <a:off x="8771446" y="1597929"/>
            <a:ext cx="432000" cy="432000"/>
          </a:xfrm>
          <a:prstGeom prst="rect">
            <a:avLst/>
          </a:prstGeom>
          <a:solidFill>
            <a:schemeClr val="accent2">
              <a:lumMod val="20000"/>
              <a:lumOff val="80000"/>
            </a:schemeClr>
          </a:solidFill>
          <a:ln w="63500">
            <a:solidFill>
              <a:schemeClr val="accent2"/>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0" name="Rectángulo 29">
            <a:extLst>
              <a:ext uri="{FF2B5EF4-FFF2-40B4-BE49-F238E27FC236}">
                <a16:creationId xmlns:a16="http://schemas.microsoft.com/office/drawing/2014/main" id="{528EF6CC-CBE0-32F9-3125-8A9BB963E9AF}"/>
              </a:ext>
            </a:extLst>
          </p:cNvPr>
          <p:cNvSpPr/>
          <p:nvPr/>
        </p:nvSpPr>
        <p:spPr>
          <a:xfrm>
            <a:off x="7649382" y="1597929"/>
            <a:ext cx="432000" cy="432000"/>
          </a:xfrm>
          <a:prstGeom prst="rect">
            <a:avLst/>
          </a:prstGeom>
          <a:solidFill>
            <a:schemeClr val="accent3">
              <a:lumMod val="20000"/>
              <a:lumOff val="80000"/>
            </a:schemeClr>
          </a:solidFill>
          <a:ln w="63500">
            <a:solidFill>
              <a:srgbClr val="00B05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
        <p:nvSpPr>
          <p:cNvPr id="31" name="Rectángulo 30">
            <a:extLst>
              <a:ext uri="{FF2B5EF4-FFF2-40B4-BE49-F238E27FC236}">
                <a16:creationId xmlns:a16="http://schemas.microsoft.com/office/drawing/2014/main" id="{487C30B8-94A3-F6A9-2DC9-4115662308DE}"/>
              </a:ext>
            </a:extLst>
          </p:cNvPr>
          <p:cNvSpPr/>
          <p:nvPr/>
        </p:nvSpPr>
        <p:spPr>
          <a:xfrm>
            <a:off x="9780488" y="1597929"/>
            <a:ext cx="432000" cy="432000"/>
          </a:xfrm>
          <a:prstGeom prst="rect">
            <a:avLst/>
          </a:prstGeom>
          <a:solidFill>
            <a:schemeClr val="tx2">
              <a:lumMod val="10000"/>
              <a:lumOff val="90000"/>
            </a:schemeClr>
          </a:solidFill>
          <a:ln w="63500">
            <a:solidFill>
              <a:srgbClr val="0070C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ES">
              <a:solidFill>
                <a:schemeClr val="tx1"/>
              </a:solidFill>
            </a:endParaRPr>
          </a:p>
        </p:txBody>
      </p:sp>
    </p:spTree>
    <p:extLst>
      <p:ext uri="{BB962C8B-B14F-4D97-AF65-F5344CB8AC3E}">
        <p14:creationId xmlns:p14="http://schemas.microsoft.com/office/powerpoint/2010/main" val="100784858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8336D-D885-CF44-4DBE-FA365A97A42E}"/>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DF13536B-32CE-4D93-1DB2-E8C82357D23C}"/>
              </a:ext>
            </a:extLst>
          </p:cNvPr>
          <p:cNvSpPr>
            <a:spLocks noGrp="1"/>
          </p:cNvSpPr>
          <p:nvPr>
            <p:ph type="sldNum" sz="quarter" idx="12"/>
          </p:nvPr>
        </p:nvSpPr>
        <p:spPr/>
        <p:txBody>
          <a:bodyPr/>
          <a:lstStyle/>
          <a:p>
            <a:fld id="{5A84F577-29EB-44E5-8782-4BD1CF8B9235}" type="slidenum">
              <a:rPr lang="en-US" noProof="0" smtClean="0"/>
              <a:t>126</a:t>
            </a:fld>
            <a:endParaRPr lang="en-US" noProof="0" dirty="0"/>
          </a:p>
        </p:txBody>
      </p:sp>
      <p:sp>
        <p:nvSpPr>
          <p:cNvPr id="7" name="Título 1">
            <a:extLst>
              <a:ext uri="{FF2B5EF4-FFF2-40B4-BE49-F238E27FC236}">
                <a16:creationId xmlns:a16="http://schemas.microsoft.com/office/drawing/2014/main" id="{1026B94E-D386-19BC-A228-11A6E03AFA53}"/>
              </a:ext>
            </a:extLst>
          </p:cNvPr>
          <p:cNvSpPr>
            <a:spLocks noGrp="1"/>
          </p:cNvSpPr>
          <p:nvPr>
            <p:ph type="title"/>
          </p:nvPr>
        </p:nvSpPr>
        <p:spPr>
          <a:xfrm>
            <a:off x="420625" y="254955"/>
            <a:ext cx="10436561" cy="686433"/>
          </a:xfrm>
        </p:spPr>
        <p:txBody>
          <a:bodyPr>
            <a:noAutofit/>
          </a:bodyPr>
          <a:lstStyle/>
          <a:p>
            <a:r>
              <a:rPr lang="en-US" sz="4800" dirty="0">
                <a:latin typeface="Gill Sans Nova" panose="020B0602020104020203" pitchFamily="34" charset="0"/>
              </a:rPr>
              <a:t>Exercise 8 – 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4C8638A6-DEE0-71F5-A350-A0923AB36766}"/>
              </a:ext>
            </a:extLst>
          </p:cNvPr>
          <p:cNvSpPr/>
          <p:nvPr/>
        </p:nvSpPr>
        <p:spPr>
          <a:xfrm>
            <a:off x="420625" y="941380"/>
            <a:ext cx="10436561"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contenido 2">
            <a:extLst>
              <a:ext uri="{FF2B5EF4-FFF2-40B4-BE49-F238E27FC236}">
                <a16:creationId xmlns:a16="http://schemas.microsoft.com/office/drawing/2014/main" id="{B31EF046-E3CC-014B-7A44-B43C2739A141}"/>
              </a:ext>
            </a:extLst>
          </p:cNvPr>
          <p:cNvSpPr>
            <a:spLocks noGrp="1"/>
          </p:cNvSpPr>
          <p:nvPr>
            <p:ph idx="1"/>
          </p:nvPr>
        </p:nvSpPr>
        <p:spPr>
          <a:xfrm>
            <a:off x="629412" y="1627813"/>
            <a:ext cx="10933176" cy="4684086"/>
          </a:xfrm>
        </p:spPr>
        <p:txBody>
          <a:bodyPr>
            <a:noAutofit/>
          </a:bodyPr>
          <a:lstStyle/>
          <a:p>
            <a:pPr marL="0" indent="0">
              <a:buClr>
                <a:srgbClr val="0070C0"/>
              </a:buClr>
              <a:buSzPct val="100000"/>
              <a:buNone/>
            </a:pPr>
            <a:r>
              <a:rPr lang="en-US" sz="3600" dirty="0">
                <a:latin typeface="Gill Sans Nova" panose="020B0602020104020203" pitchFamily="34" charset="0"/>
              </a:rPr>
              <a:t>Consumer 1</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Bid 1: 240 MW, €25/MWh.</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Bid 2: 180 MW, €23/MWh.</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Consumer 2</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Bid 1: 147 MW, €19/MWh.</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Bid 2: 110 MW, €18/MWh.</a:t>
            </a:r>
          </a:p>
          <a:p>
            <a:pPr marL="0" indent="0">
              <a:buClr>
                <a:srgbClr val="0070C0"/>
              </a:buClr>
              <a:buSzPct val="100000"/>
              <a:buNone/>
            </a:pPr>
            <a:endParaRPr lang="en-US" sz="3600" noProof="0" dirty="0">
              <a:latin typeface="Gill Sans Nova" panose="020B0602020104020203" pitchFamily="34" charset="0"/>
            </a:endParaRPr>
          </a:p>
        </p:txBody>
      </p:sp>
    </p:spTree>
    <p:extLst>
      <p:ext uri="{BB962C8B-B14F-4D97-AF65-F5344CB8AC3E}">
        <p14:creationId xmlns:p14="http://schemas.microsoft.com/office/powerpoint/2010/main" val="17779437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E741D-7B07-520C-225B-D0DBF2FC9E65}"/>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07309875-2B1E-BC8F-626C-11C85C6C0B29}"/>
              </a:ext>
            </a:extLst>
          </p:cNvPr>
          <p:cNvSpPr>
            <a:spLocks noGrp="1"/>
          </p:cNvSpPr>
          <p:nvPr>
            <p:ph type="sldNum" sz="quarter" idx="12"/>
          </p:nvPr>
        </p:nvSpPr>
        <p:spPr/>
        <p:txBody>
          <a:bodyPr/>
          <a:lstStyle/>
          <a:p>
            <a:fld id="{5A84F577-29EB-44E5-8782-4BD1CF8B9235}" type="slidenum">
              <a:rPr lang="en-US" noProof="0" smtClean="0"/>
              <a:t>127</a:t>
            </a:fld>
            <a:endParaRPr lang="en-US" noProof="0" dirty="0"/>
          </a:p>
        </p:txBody>
      </p:sp>
      <p:sp>
        <p:nvSpPr>
          <p:cNvPr id="7" name="Título 1">
            <a:extLst>
              <a:ext uri="{FF2B5EF4-FFF2-40B4-BE49-F238E27FC236}">
                <a16:creationId xmlns:a16="http://schemas.microsoft.com/office/drawing/2014/main" id="{49149EF5-FF14-8465-B812-459B58A7D157}"/>
              </a:ext>
            </a:extLst>
          </p:cNvPr>
          <p:cNvSpPr>
            <a:spLocks noGrp="1"/>
          </p:cNvSpPr>
          <p:nvPr>
            <p:ph type="title"/>
          </p:nvPr>
        </p:nvSpPr>
        <p:spPr>
          <a:xfrm>
            <a:off x="420625" y="254955"/>
            <a:ext cx="10436561" cy="686433"/>
          </a:xfrm>
        </p:spPr>
        <p:txBody>
          <a:bodyPr>
            <a:noAutofit/>
          </a:bodyPr>
          <a:lstStyle/>
          <a:p>
            <a:r>
              <a:rPr lang="en-US" sz="4800" dirty="0">
                <a:latin typeface="Gill Sans Nova" panose="020B0602020104020203" pitchFamily="34" charset="0"/>
              </a:rPr>
              <a:t>Exercise 8 – 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E21E69C5-F666-17E5-8426-0F5809B03D7D}"/>
              </a:ext>
            </a:extLst>
          </p:cNvPr>
          <p:cNvSpPr/>
          <p:nvPr/>
        </p:nvSpPr>
        <p:spPr>
          <a:xfrm>
            <a:off x="420625" y="941380"/>
            <a:ext cx="10436561"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contenido 2">
            <a:extLst>
              <a:ext uri="{FF2B5EF4-FFF2-40B4-BE49-F238E27FC236}">
                <a16:creationId xmlns:a16="http://schemas.microsoft.com/office/drawing/2014/main" id="{B025D865-12B2-5252-1742-5FD7DD790299}"/>
              </a:ext>
            </a:extLst>
          </p:cNvPr>
          <p:cNvSpPr>
            <a:spLocks noGrp="1"/>
          </p:cNvSpPr>
          <p:nvPr>
            <p:ph idx="1"/>
          </p:nvPr>
        </p:nvSpPr>
        <p:spPr>
          <a:xfrm>
            <a:off x="629412" y="1627813"/>
            <a:ext cx="10933176" cy="4684086"/>
          </a:xfrm>
        </p:spPr>
        <p:txBody>
          <a:bodyPr>
            <a:noAutofit/>
          </a:bodyPr>
          <a:lstStyle/>
          <a:p>
            <a:pPr marL="0" indent="0">
              <a:buClr>
                <a:srgbClr val="0070C0"/>
              </a:buClr>
              <a:buSzPct val="100000"/>
              <a:buNone/>
            </a:pPr>
            <a:r>
              <a:rPr lang="en-US" sz="3600" dirty="0">
                <a:latin typeface="Gill Sans Nova" panose="020B0602020104020203" pitchFamily="34" charset="0"/>
              </a:rPr>
              <a:t>Producer 1</a:t>
            </a: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Offer 1: </a:t>
            </a:r>
            <a:r>
              <a:rPr lang="en-US" sz="3600" dirty="0">
                <a:latin typeface="Gill Sans Nova" panose="020B0602020104020203" pitchFamily="34" charset="0"/>
              </a:rPr>
              <a:t>217 MW, €18/MWh.</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Offer 2: 200 MW, €20/MWh.</a:t>
            </a:r>
          </a:p>
          <a:p>
            <a:pPr marL="0" indent="0">
              <a:buClr>
                <a:srgbClr val="0070C0"/>
              </a:buClr>
              <a:buSzPct val="100000"/>
              <a:buNone/>
            </a:pPr>
            <a:endParaRPr lang="en-US" sz="3600" noProof="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Producer 2</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Offer 1: 220 MW, €21/MWh.</a:t>
            </a:r>
          </a:p>
          <a:p>
            <a:pPr>
              <a:buClr>
                <a:srgbClr val="0070C0"/>
              </a:buClr>
              <a:buSzPct val="100000"/>
              <a:buFont typeface="Wingdings" panose="05000000000000000000" pitchFamily="2" charset="2"/>
              <a:buChar char="§"/>
            </a:pPr>
            <a:r>
              <a:rPr lang="en-US" sz="3600" dirty="0">
                <a:latin typeface="Gill Sans Nova" panose="020B0602020104020203" pitchFamily="34" charset="0"/>
              </a:rPr>
              <a:t> Offer 2: 250 MW, €25/MWh.</a:t>
            </a:r>
          </a:p>
          <a:p>
            <a:pPr marL="0" indent="0">
              <a:buClr>
                <a:srgbClr val="0070C0"/>
              </a:buClr>
              <a:buSzPct val="100000"/>
              <a:buNone/>
            </a:pPr>
            <a:endParaRPr lang="en-US" sz="3600" noProof="0" dirty="0">
              <a:latin typeface="Gill Sans Nova" panose="020B0602020104020203" pitchFamily="34" charset="0"/>
            </a:endParaRPr>
          </a:p>
        </p:txBody>
      </p:sp>
    </p:spTree>
    <p:extLst>
      <p:ext uri="{BB962C8B-B14F-4D97-AF65-F5344CB8AC3E}">
        <p14:creationId xmlns:p14="http://schemas.microsoft.com/office/powerpoint/2010/main" val="10377233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67758-35E3-454D-7993-24EF049D6F8A}"/>
            </a:ext>
          </a:extLst>
        </p:cNvPr>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A6515A46-71C6-786F-E5A1-8C638E01E482}"/>
              </a:ext>
            </a:extLst>
          </p:cNvPr>
          <p:cNvSpPr>
            <a:spLocks noGrp="1"/>
          </p:cNvSpPr>
          <p:nvPr>
            <p:ph type="sldNum" sz="quarter" idx="12"/>
          </p:nvPr>
        </p:nvSpPr>
        <p:spPr/>
        <p:txBody>
          <a:bodyPr/>
          <a:lstStyle/>
          <a:p>
            <a:fld id="{5A84F577-29EB-44E5-8782-4BD1CF8B9235}" type="slidenum">
              <a:rPr lang="en-US" noProof="0" smtClean="0"/>
              <a:t>128</a:t>
            </a:fld>
            <a:endParaRPr lang="en-US" noProof="0" dirty="0"/>
          </a:p>
        </p:txBody>
      </p:sp>
      <p:sp>
        <p:nvSpPr>
          <p:cNvPr id="7" name="Título 1">
            <a:extLst>
              <a:ext uri="{FF2B5EF4-FFF2-40B4-BE49-F238E27FC236}">
                <a16:creationId xmlns:a16="http://schemas.microsoft.com/office/drawing/2014/main" id="{388B484B-04D0-6A4B-DEC1-C041CF0FF6A1}"/>
              </a:ext>
            </a:extLst>
          </p:cNvPr>
          <p:cNvSpPr>
            <a:spLocks noGrp="1"/>
          </p:cNvSpPr>
          <p:nvPr>
            <p:ph type="title"/>
          </p:nvPr>
        </p:nvSpPr>
        <p:spPr>
          <a:xfrm>
            <a:off x="420625" y="254955"/>
            <a:ext cx="10436561" cy="686433"/>
          </a:xfrm>
        </p:spPr>
        <p:txBody>
          <a:bodyPr>
            <a:noAutofit/>
          </a:bodyPr>
          <a:lstStyle/>
          <a:p>
            <a:r>
              <a:rPr lang="en-US" sz="4800" dirty="0">
                <a:latin typeface="Gill Sans Nova" panose="020B0602020104020203" pitchFamily="34" charset="0"/>
              </a:rPr>
              <a:t>Exercise 8 – Day-ahead electricity market</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45D88250-1B5B-3775-9260-53BBA211048C}"/>
              </a:ext>
            </a:extLst>
          </p:cNvPr>
          <p:cNvSpPr/>
          <p:nvPr/>
        </p:nvSpPr>
        <p:spPr>
          <a:xfrm>
            <a:off x="420625" y="941380"/>
            <a:ext cx="10436561"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2" name="Marcador de contenido 2">
                <a:extLst>
                  <a:ext uri="{FF2B5EF4-FFF2-40B4-BE49-F238E27FC236}">
                    <a16:creationId xmlns:a16="http://schemas.microsoft.com/office/drawing/2014/main" id="{545EB58B-6F9E-3AB6-4AEA-0F257B4FB536}"/>
                  </a:ext>
                </a:extLst>
              </p:cNvPr>
              <p:cNvSpPr>
                <a:spLocks noGrp="1"/>
              </p:cNvSpPr>
              <p:nvPr>
                <p:ph idx="1"/>
              </p:nvPr>
            </p:nvSpPr>
            <p:spPr>
              <a:xfrm>
                <a:off x="629412" y="1627813"/>
                <a:ext cx="10933176" cy="4684086"/>
              </a:xfrm>
            </p:spPr>
            <p:txBody>
              <a:bodyPr>
                <a:noAutofit/>
              </a:bodyPr>
              <a:lstStyle/>
              <a:p>
                <a:pPr marL="0" indent="0" algn="just">
                  <a:buClr>
                    <a:srgbClr val="0070C0"/>
                  </a:buClr>
                  <a:buSzPct val="100000"/>
                  <a:buNone/>
                </a:pPr>
                <a:r>
                  <a:rPr lang="en-US" sz="3600" dirty="0">
                    <a:latin typeface="Gill Sans Nova" panose="020B0602020104020203" pitchFamily="34" charset="0"/>
                  </a:rPr>
                  <a:t>Determine the optimal solution of the day-ahead electricity market.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Solution: </a:t>
                </a:r>
              </a:p>
              <a:p>
                <a:pPr marL="0" indent="0" algn="just">
                  <a:buClr>
                    <a:srgbClr val="0070C0"/>
                  </a:buClr>
                  <a:buSzPct val="100000"/>
                  <a:buNone/>
                </a:pPr>
                <a:r>
                  <a:rPr lang="en-US" sz="3600" dirty="0">
                    <a:latin typeface="Gill Sans Nova" panose="020B0602020104020203" pitchFamily="34" charset="0"/>
                  </a:rPr>
                  <a:t>Social Welfare </a:t>
                </a:r>
                <a14:m>
                  <m:oMath xmlns:m="http://schemas.openxmlformats.org/officeDocument/2006/math">
                    <m:r>
                      <a:rPr lang="es-ES" sz="3600" i="1">
                        <a:latin typeface="Cambria Math" panose="02040503050406030204" pitchFamily="18" charset="0"/>
                      </a:rPr>
                      <m:t>=</m:t>
                    </m:r>
                  </m:oMath>
                </a14:m>
                <a:r>
                  <a:rPr lang="es-ES" sz="3600" dirty="0">
                    <a:latin typeface="Gill Sans Nova" panose="020B0602020104020203" pitchFamily="34" charset="0"/>
                  </a:rPr>
                  <a:t> €2171.</a:t>
                </a:r>
              </a:p>
              <a:p>
                <a:pPr marL="0" indent="0" algn="just">
                  <a:buClr>
                    <a:srgbClr val="0070C0"/>
                  </a:buClr>
                  <a:buSzPct val="100000"/>
                  <a:buNone/>
                </a:pPr>
                <a14:m>
                  <m:oMath xmlns:m="http://schemas.openxmlformats.org/officeDocument/2006/math">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𝑝</m:t>
                        </m:r>
                      </m:e>
                      <m:sup>
                        <m:r>
                          <a:rPr lang="es-ES" sz="3600" b="0" i="1" smtClean="0">
                            <a:latin typeface="Cambria Math" panose="02040503050406030204" pitchFamily="18" charset="0"/>
                          </a:rPr>
                          <m:t>∗</m:t>
                        </m:r>
                      </m:sup>
                    </m:sSup>
                    <m:r>
                      <a:rPr lang="es-ES" sz="3600" b="0" i="1" smtClean="0">
                        <a:latin typeface="Cambria Math" panose="02040503050406030204" pitchFamily="18" charset="0"/>
                      </a:rPr>
                      <m:t>= </m:t>
                    </m:r>
                  </m:oMath>
                </a14:m>
                <a:r>
                  <a:rPr lang="es-ES" sz="3600" dirty="0">
                    <a:latin typeface="Gill Sans Nova" panose="020B0602020104020203" pitchFamily="34" charset="0"/>
                  </a:rPr>
                  <a:t>420 MW.</a:t>
                </a:r>
              </a:p>
              <a:p>
                <a:pPr marL="0" indent="0" algn="just">
                  <a:buClr>
                    <a:srgbClr val="0070C0"/>
                  </a:buClr>
                  <a:buSzPct val="100000"/>
                  <a:buNone/>
                </a:pPr>
                <a14:m>
                  <m:oMath xmlns:m="http://schemas.openxmlformats.org/officeDocument/2006/math">
                    <m:sSup>
                      <m:sSupPr>
                        <m:ctrlPr>
                          <a:rPr lang="es-ES" sz="3600" b="0" i="1" smtClean="0">
                            <a:latin typeface="Cambria Math" panose="02040503050406030204" pitchFamily="18" charset="0"/>
                          </a:rPr>
                        </m:ctrlPr>
                      </m:sSupPr>
                      <m:e>
                        <m:r>
                          <a:rPr lang="es-ES" sz="3600" b="0" i="1" smtClean="0">
                            <a:latin typeface="Cambria Math" panose="02040503050406030204" pitchFamily="18" charset="0"/>
                          </a:rPr>
                          <m:t>𝜆</m:t>
                        </m:r>
                      </m:e>
                      <m:sup>
                        <m:r>
                          <a:rPr lang="es-ES" sz="3600" i="1">
                            <a:latin typeface="Cambria Math" panose="02040503050406030204" pitchFamily="18" charset="0"/>
                          </a:rPr>
                          <m:t>∗</m:t>
                        </m:r>
                      </m:sup>
                    </m:sSup>
                    <m:r>
                      <a:rPr lang="es-ES" sz="3600" i="1">
                        <a:latin typeface="Cambria Math" panose="02040503050406030204" pitchFamily="18" charset="0"/>
                      </a:rPr>
                      <m:t>=</m:t>
                    </m:r>
                  </m:oMath>
                </a14:m>
                <a:r>
                  <a:rPr lang="en-US" sz="3600" noProof="0" dirty="0">
                    <a:latin typeface="Gill Sans Nova" panose="020B0602020104020203" pitchFamily="34" charset="0"/>
                  </a:rPr>
                  <a:t> €21/MWh.</a:t>
                </a:r>
              </a:p>
            </p:txBody>
          </p:sp>
        </mc:Choice>
        <mc:Fallback xmlns="">
          <p:sp>
            <p:nvSpPr>
              <p:cNvPr id="2" name="Marcador de contenido 2">
                <a:extLst>
                  <a:ext uri="{FF2B5EF4-FFF2-40B4-BE49-F238E27FC236}">
                    <a16:creationId xmlns:a16="http://schemas.microsoft.com/office/drawing/2014/main" id="{545EB58B-6F9E-3AB6-4AEA-0F257B4FB536}"/>
                  </a:ext>
                </a:extLst>
              </p:cNvPr>
              <p:cNvSpPr>
                <a:spLocks noGrp="1" noRot="1" noChangeAspect="1" noMove="1" noResize="1" noEditPoints="1" noAdjustHandles="1" noChangeArrowheads="1" noChangeShapeType="1" noTextEdit="1"/>
              </p:cNvSpPr>
              <p:nvPr>
                <p:ph idx="1"/>
              </p:nvPr>
            </p:nvSpPr>
            <p:spPr>
              <a:xfrm>
                <a:off x="629412" y="1627813"/>
                <a:ext cx="10933176" cy="4684086"/>
              </a:xfrm>
              <a:blipFill>
                <a:blip r:embed="rId2"/>
                <a:stretch>
                  <a:fillRect l="-1672" t="-3125" r="-1672"/>
                </a:stretch>
              </a:blipFill>
            </p:spPr>
            <p:txBody>
              <a:bodyPr/>
              <a:lstStyle/>
              <a:p>
                <a:r>
                  <a:rPr lang="es-ES">
                    <a:noFill/>
                  </a:rPr>
                  <a:t> </a:t>
                </a:r>
              </a:p>
            </p:txBody>
          </p:sp>
        </mc:Fallback>
      </mc:AlternateContent>
    </p:spTree>
    <p:extLst>
      <p:ext uri="{BB962C8B-B14F-4D97-AF65-F5344CB8AC3E}">
        <p14:creationId xmlns:p14="http://schemas.microsoft.com/office/powerpoint/2010/main" val="6445225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03934-1B9B-6E94-84ED-C8EC9B81B3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4CDBA42-6DA6-EFB2-B152-1A9CCE784785}"/>
              </a:ext>
            </a:extLst>
          </p:cNvPr>
          <p:cNvSpPr>
            <a:spLocks noGrp="1"/>
          </p:cNvSpPr>
          <p:nvPr>
            <p:ph type="title"/>
          </p:nvPr>
        </p:nvSpPr>
        <p:spPr>
          <a:xfrm>
            <a:off x="1265578" y="844748"/>
            <a:ext cx="9660843" cy="5168504"/>
          </a:xfrm>
        </p:spPr>
        <p:txBody>
          <a:bodyPr>
            <a:noAutofit/>
          </a:bodyPr>
          <a:lstStyle/>
          <a:p>
            <a:pPr algn="ctr"/>
            <a:r>
              <a:rPr lang="en-US" sz="8800" dirty="0">
                <a:latin typeface="Gill Sans Nova" panose="020B0602020104020203" pitchFamily="34" charset="0"/>
              </a:rPr>
              <a:t>8. Reformulation Techniques</a:t>
            </a:r>
            <a:endParaRPr lang="en-US" sz="7200"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85D0CC7F-46CF-BC5A-7EAF-F8627FC7B146}"/>
              </a:ext>
            </a:extLst>
          </p:cNvPr>
          <p:cNvSpPr>
            <a:spLocks noGrp="1"/>
          </p:cNvSpPr>
          <p:nvPr>
            <p:ph type="sldNum" sz="quarter" idx="12"/>
          </p:nvPr>
        </p:nvSpPr>
        <p:spPr/>
        <p:txBody>
          <a:bodyPr/>
          <a:lstStyle/>
          <a:p>
            <a:fld id="{5A84F577-29EB-44E5-8782-4BD1CF8B9235}" type="slidenum">
              <a:rPr lang="en-US" noProof="0" smtClean="0"/>
              <a:t>129</a:t>
            </a:fld>
            <a:endParaRPr lang="en-US" noProof="0" dirty="0"/>
          </a:p>
        </p:txBody>
      </p:sp>
    </p:spTree>
    <p:extLst>
      <p:ext uri="{BB962C8B-B14F-4D97-AF65-F5344CB8AC3E}">
        <p14:creationId xmlns:p14="http://schemas.microsoft.com/office/powerpoint/2010/main" val="275583141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E9599-6832-B2ED-157C-FF1DB8D053C5}"/>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2A5749F4-3948-7563-B175-0175974FB3D0}"/>
              </a:ext>
            </a:extLst>
          </p:cNvPr>
          <p:cNvSpPr>
            <a:spLocks noGrp="1"/>
          </p:cNvSpPr>
          <p:nvPr>
            <p:ph type="title"/>
          </p:nvPr>
        </p:nvSpPr>
        <p:spPr>
          <a:xfrm>
            <a:off x="420625" y="254955"/>
            <a:ext cx="6513576" cy="686433"/>
          </a:xfrm>
        </p:spPr>
        <p:txBody>
          <a:bodyPr>
            <a:noAutofit/>
          </a:bodyPr>
          <a:lstStyle/>
          <a:p>
            <a:r>
              <a:rPr lang="en-US" sz="4800" dirty="0">
                <a:latin typeface="Gill Sans Nova" panose="020B0602020104020203" pitchFamily="34" charset="0"/>
              </a:rPr>
              <a:t>Reformulation techniques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08BED66-A825-D254-ADD0-7EF6E7D59BD2}"/>
              </a:ext>
            </a:extLst>
          </p:cNvPr>
          <p:cNvSpPr/>
          <p:nvPr/>
        </p:nvSpPr>
        <p:spPr>
          <a:xfrm>
            <a:off x="420625" y="941380"/>
            <a:ext cx="6513576"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D99A5875-F6AA-B479-A22B-2599393D2B84}"/>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130</a:t>
            </a:fld>
            <a:endParaRPr lang="en-US" noProof="0" dirty="0"/>
          </a:p>
        </p:txBody>
      </p:sp>
      <p:sp>
        <p:nvSpPr>
          <p:cNvPr id="4" name="Marcador de contenido 2">
            <a:extLst>
              <a:ext uri="{FF2B5EF4-FFF2-40B4-BE49-F238E27FC236}">
                <a16:creationId xmlns:a16="http://schemas.microsoft.com/office/drawing/2014/main" id="{575CC2C4-2FC9-E6C2-E533-ED11F07044EE}"/>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This section presents some reformulation techniques that I have used during my previous works:</a:t>
            </a:r>
          </a:p>
          <a:p>
            <a:pPr marL="0" indent="0" algn="just">
              <a:buClr>
                <a:srgbClr val="0070C0"/>
              </a:buClr>
              <a:buSzPct val="100000"/>
              <a:buNone/>
            </a:pPr>
            <a:endParaRPr lang="en-US" sz="400" dirty="0">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Slack variables.</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Product of two binary variables.</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Product of continuous and binary variables.</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Absolute value.</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Square root.</a:t>
            </a:r>
          </a:p>
        </p:txBody>
      </p:sp>
    </p:spTree>
    <p:extLst>
      <p:ext uri="{BB962C8B-B14F-4D97-AF65-F5344CB8AC3E}">
        <p14:creationId xmlns:p14="http://schemas.microsoft.com/office/powerpoint/2010/main" val="6687552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8C803-2225-11BF-2C84-CBECE28C68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88D09B9-B9F1-3E88-01CB-C9C6627C5CEE}"/>
                  </a:ext>
                </a:extLst>
              </p:cNvPr>
              <p:cNvSpPr>
                <a:spLocks noGrp="1"/>
              </p:cNvSpPr>
              <p:nvPr>
                <p:ph idx="1"/>
              </p:nvPr>
            </p:nvSpPr>
            <p:spPr>
              <a:xfrm>
                <a:off x="629412" y="1563219"/>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0</m:t>
                      </m: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r>
                        <a:rPr lang="es-ES" sz="3600" b="0" i="1" smtClean="0">
                          <a:latin typeface="Cambria Math" panose="02040503050406030204" pitchFamily="18" charset="0"/>
                        </a:rPr>
                        <m:t>10</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b="0" i="1" smtClean="0">
                          <a:latin typeface="Cambria Math" panose="02040503050406030204" pitchFamily="18" charset="0"/>
                        </a:rPr>
                        <m:t>𝑦</m:t>
                      </m:r>
                      <m:r>
                        <a:rPr lang="es-ES" sz="3600" i="1">
                          <a:latin typeface="Cambria Math" panose="02040503050406030204" pitchFamily="18" charset="0"/>
                        </a:rPr>
                        <m:t>≤10</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r>
                        <a:rPr lang="es-ES" sz="3600" b="0" i="1" smtClean="0">
                          <a:latin typeface="Cambria Math" panose="02040503050406030204" pitchFamily="18" charset="0"/>
                        </a:rPr>
                        <m:t>=25</m:t>
                      </m:r>
                    </m:oMath>
                  </m:oMathPara>
                </a14:m>
                <a:endParaRPr lang="en-US" sz="3600"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b="1" dirty="0">
                    <a:solidFill>
                      <a:srgbClr val="FF0000"/>
                    </a:solidFill>
                    <a:latin typeface="Gill Sans Nova" panose="020B0602020104020203" pitchFamily="34" charset="0"/>
                  </a:rPr>
                  <a:t>Infeasible</a:t>
                </a:r>
                <a:r>
                  <a:rPr lang="en-US" sz="3600" dirty="0">
                    <a:latin typeface="Gill Sans Nova" panose="020B0602020104020203" pitchFamily="34" charset="0"/>
                  </a:rPr>
                  <a:t> problem</a:t>
                </a:r>
              </a:p>
            </p:txBody>
          </p:sp>
        </mc:Choice>
        <mc:Fallback xmlns="">
          <p:sp>
            <p:nvSpPr>
              <p:cNvPr id="3" name="Marcador de contenido 2">
                <a:extLst>
                  <a:ext uri="{FF2B5EF4-FFF2-40B4-BE49-F238E27FC236}">
                    <a16:creationId xmlns:a16="http://schemas.microsoft.com/office/drawing/2014/main" id="{788D09B9-B9F1-3E88-01CB-C9C6627C5CEE}"/>
                  </a:ext>
                </a:extLst>
              </p:cNvPr>
              <p:cNvSpPr>
                <a:spLocks noGrp="1" noRot="1" noChangeAspect="1" noMove="1" noResize="1" noEditPoints="1" noAdjustHandles="1" noChangeArrowheads="1" noChangeShapeType="1" noTextEdit="1"/>
              </p:cNvSpPr>
              <p:nvPr>
                <p:ph idx="1"/>
              </p:nvPr>
            </p:nvSpPr>
            <p:spPr>
              <a:xfrm>
                <a:off x="629412" y="1563219"/>
                <a:ext cx="5606288" cy="4788985"/>
              </a:xfrm>
              <a:blipFill>
                <a:blip r:embed="rId3"/>
                <a:stretch>
                  <a:fillRect l="-3261"/>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85FF7835-79C8-BB66-B1C0-F628A3ECA256}"/>
              </a:ext>
            </a:extLst>
          </p:cNvPr>
          <p:cNvSpPr>
            <a:spLocks noGrp="1"/>
          </p:cNvSpPr>
          <p:nvPr>
            <p:ph type="title"/>
          </p:nvPr>
        </p:nvSpPr>
        <p:spPr>
          <a:xfrm>
            <a:off x="420625" y="254955"/>
            <a:ext cx="3699255" cy="686433"/>
          </a:xfrm>
        </p:spPr>
        <p:txBody>
          <a:bodyPr>
            <a:noAutofit/>
          </a:bodyPr>
          <a:lstStyle/>
          <a:p>
            <a:r>
              <a:rPr lang="en-US" sz="4800" noProof="0" dirty="0">
                <a:latin typeface="Gill Sans Nova" panose="020B0602020104020203" pitchFamily="34" charset="0"/>
              </a:rPr>
              <a:t>Slack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1D7634C-1732-2ED8-2E55-6F61AC66671E}"/>
              </a:ext>
            </a:extLst>
          </p:cNvPr>
          <p:cNvSpPr/>
          <p:nvPr/>
        </p:nvSpPr>
        <p:spPr>
          <a:xfrm>
            <a:off x="420625" y="941380"/>
            <a:ext cx="3699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A49F05A6-A333-1F6C-BF40-58ADD92F49A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131</a:t>
            </a:fld>
            <a:endParaRPr lang="en-US" noProof="0" dirty="0"/>
          </a:p>
        </p:txBody>
      </p:sp>
    </p:spTree>
    <p:extLst>
      <p:ext uri="{BB962C8B-B14F-4D97-AF65-F5344CB8AC3E}">
        <p14:creationId xmlns:p14="http://schemas.microsoft.com/office/powerpoint/2010/main" val="3629787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61340-AE22-0A9F-8768-CEE6D9907F4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3A22809-FC83-1786-2128-7D18D75F5327}"/>
                  </a:ext>
                </a:extLst>
              </p:cNvPr>
              <p:cNvSpPr>
                <a:spLocks noGrp="1"/>
              </p:cNvSpPr>
              <p:nvPr>
                <p:ph idx="1"/>
              </p:nvPr>
            </p:nvSpPr>
            <p:spPr>
              <a:xfrm>
                <a:off x="629412" y="1563220"/>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m:t>
                              </m:r>
                              <m:r>
                                <a:rPr lang="es-ES" sz="3600" b="0" i="1" smtClean="0">
                                  <a:latin typeface="Cambria Math" panose="02040503050406030204" pitchFamily="18" charset="0"/>
                                </a:rPr>
                                <m:t>𝑖𝑛</m:t>
                              </m:r>
                            </m:e>
                            <m:lim>
                              <m:r>
                                <a:rPr lang="es-ES" sz="3600" b="0" i="1">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r>
                                <a:rPr lang="es-ES" sz="3600" b="0" i="1" smtClean="0">
                                  <a:latin typeface="Cambria Math" panose="02040503050406030204" pitchFamily="18" charset="0"/>
                                </a:rPr>
                                <m:t>,</m:t>
                              </m:r>
                              <m:r>
                                <a:rPr lang="es-ES" sz="3600" b="1" i="1" smtClean="0">
                                  <a:solidFill>
                                    <a:srgbClr val="0070C0"/>
                                  </a:solidFill>
                                  <a:latin typeface="Cambria Math" panose="02040503050406030204" pitchFamily="18" charset="0"/>
                                </a:rPr>
                                <m:t>𝒘</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𝐴</m:t>
                      </m:r>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𝐵𝑦</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𝑪𝒘</m:t>
                      </m:r>
                    </m:oMath>
                  </m:oMathPara>
                </a14:m>
                <a:endParaRPr lang="en-US" sz="3600" b="1"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0</m:t>
                      </m: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r>
                        <a:rPr lang="es-ES" sz="3600" b="0" i="1" smtClean="0">
                          <a:latin typeface="Cambria Math" panose="02040503050406030204" pitchFamily="18" charset="0"/>
                        </a:rPr>
                        <m:t>10</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b="0" i="1" smtClean="0">
                          <a:latin typeface="Cambria Math" panose="02040503050406030204" pitchFamily="18" charset="0"/>
                        </a:rPr>
                        <m:t>𝑦</m:t>
                      </m:r>
                      <m:r>
                        <a:rPr lang="es-ES" sz="3600" i="1">
                          <a:latin typeface="Cambria Math" panose="02040503050406030204" pitchFamily="18" charset="0"/>
                        </a:rPr>
                        <m:t>≤10</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𝒘</m:t>
                      </m:r>
                      <m:r>
                        <a:rPr lang="es-ES" sz="3600" b="0" i="1" smtClean="0">
                          <a:latin typeface="Cambria Math" panose="02040503050406030204" pitchFamily="18" charset="0"/>
                        </a:rPr>
                        <m:t>=25</m:t>
                      </m:r>
                    </m:oMath>
                  </m:oMathPara>
                </a14:m>
                <a:endParaRPr lang="en-US" sz="3600" dirty="0">
                  <a:latin typeface="Gill Sans Nova" panose="020B0602020104020203" pitchFamily="34" charset="0"/>
                </a:endParaRP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where </a:t>
                </a:r>
                <a14:m>
                  <m:oMath xmlns:m="http://schemas.openxmlformats.org/officeDocument/2006/math">
                    <m:r>
                      <a:rPr lang="en-US" sz="3600" i="1" dirty="0" smtClean="0">
                        <a:latin typeface="Cambria Math" panose="02040503050406030204" pitchFamily="18" charset="0"/>
                      </a:rPr>
                      <m:t>𝐶</m:t>
                    </m:r>
                  </m:oMath>
                </a14:m>
                <a:r>
                  <a:rPr lang="en-US" sz="3600" dirty="0">
                    <a:latin typeface="Gill Sans Nova" panose="020B0602020104020203" pitchFamily="34" charset="0"/>
                  </a:rPr>
                  <a:t> is a large constant such that </a:t>
                </a:r>
                <a14:m>
                  <m:oMath xmlns:m="http://schemas.openxmlformats.org/officeDocument/2006/math">
                    <m:r>
                      <a:rPr lang="en-US" sz="3600" i="1" dirty="0">
                        <a:latin typeface="Cambria Math" panose="02040503050406030204" pitchFamily="18" charset="0"/>
                      </a:rPr>
                      <m:t>𝐶</m:t>
                    </m:r>
                    <m:r>
                      <a:rPr lang="es-ES" sz="3600" b="0" i="1" dirty="0" smtClean="0">
                        <a:latin typeface="Cambria Math" panose="02040503050406030204" pitchFamily="18" charset="0"/>
                      </a:rPr>
                      <m:t>&gt;</m:t>
                    </m:r>
                    <m:r>
                      <a:rPr lang="es-ES" sz="3600" b="0" i="1" dirty="0" smtClean="0">
                        <a:latin typeface="Cambria Math" panose="02040503050406030204" pitchFamily="18" charset="0"/>
                      </a:rPr>
                      <m:t>𝐴</m:t>
                    </m:r>
                  </m:oMath>
                </a14:m>
                <a:r>
                  <a:rPr lang="en-US" sz="3600" dirty="0">
                    <a:latin typeface="Gill Sans Nova" panose="020B0602020104020203" pitchFamily="34" charset="0"/>
                  </a:rPr>
                  <a:t> and </a:t>
                </a:r>
                <a14:m>
                  <m:oMath xmlns:m="http://schemas.openxmlformats.org/officeDocument/2006/math">
                    <m:r>
                      <a:rPr lang="en-US" sz="3600" i="1" dirty="0">
                        <a:latin typeface="Cambria Math" panose="02040503050406030204" pitchFamily="18" charset="0"/>
                      </a:rPr>
                      <m:t>𝐶</m:t>
                    </m:r>
                    <m:r>
                      <a:rPr lang="es-ES" sz="3600" b="0" i="1" dirty="0" smtClean="0">
                        <a:latin typeface="Cambria Math" panose="02040503050406030204" pitchFamily="18" charset="0"/>
                      </a:rPr>
                      <m:t>&gt;</m:t>
                    </m:r>
                    <m:r>
                      <a:rPr lang="es-ES" sz="3600" b="0" i="1" dirty="0" smtClean="0">
                        <a:latin typeface="Cambria Math" panose="02040503050406030204" pitchFamily="18" charset="0"/>
                      </a:rPr>
                      <m:t>𝐵</m:t>
                    </m:r>
                    <m:r>
                      <a:rPr lang="es-ES" sz="3600" b="0" i="1" dirty="0" smtClean="0">
                        <a:latin typeface="Cambria Math" panose="02040503050406030204" pitchFamily="18" charset="0"/>
                      </a:rPr>
                      <m:t>.</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C3A22809-FC83-1786-2128-7D18D75F5327}"/>
                  </a:ext>
                </a:extLst>
              </p:cNvPr>
              <p:cNvSpPr>
                <a:spLocks noGrp="1" noRot="1" noChangeAspect="1" noMove="1" noResize="1" noEditPoints="1" noAdjustHandles="1" noChangeArrowheads="1" noChangeShapeType="1" noTextEdit="1"/>
              </p:cNvSpPr>
              <p:nvPr>
                <p:ph idx="1"/>
              </p:nvPr>
            </p:nvSpPr>
            <p:spPr>
              <a:xfrm>
                <a:off x="629412" y="1563220"/>
                <a:ext cx="5606288" cy="4788985"/>
              </a:xfrm>
              <a:blipFill>
                <a:blip r:embed="rId3"/>
                <a:stretch>
                  <a:fillRect l="-3261"/>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356D6564-80CA-3387-36FA-273AC5BE0AC8}"/>
              </a:ext>
            </a:extLst>
          </p:cNvPr>
          <p:cNvSpPr>
            <a:spLocks noGrp="1"/>
          </p:cNvSpPr>
          <p:nvPr>
            <p:ph type="title"/>
          </p:nvPr>
        </p:nvSpPr>
        <p:spPr>
          <a:xfrm>
            <a:off x="420625" y="254955"/>
            <a:ext cx="3699255" cy="686433"/>
          </a:xfrm>
        </p:spPr>
        <p:txBody>
          <a:bodyPr>
            <a:noAutofit/>
          </a:bodyPr>
          <a:lstStyle/>
          <a:p>
            <a:r>
              <a:rPr lang="en-US" sz="4800" noProof="0" dirty="0">
                <a:latin typeface="Gill Sans Nova" panose="020B0602020104020203" pitchFamily="34" charset="0"/>
              </a:rPr>
              <a:t>Slack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02EB63BB-730A-5620-E3D2-C65AB9206B8E}"/>
              </a:ext>
            </a:extLst>
          </p:cNvPr>
          <p:cNvSpPr/>
          <p:nvPr/>
        </p:nvSpPr>
        <p:spPr>
          <a:xfrm>
            <a:off x="420625" y="941380"/>
            <a:ext cx="3699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032478D9-81A0-C9B1-416D-15DD335AD44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132</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C43B76DF-8690-9D46-9A4A-AF84CFD372FB}"/>
                  </a:ext>
                </a:extLst>
              </p:cNvPr>
              <p:cNvSpPr txBox="1">
                <a:spLocks/>
              </p:cNvSpPr>
              <p:nvPr/>
            </p:nvSpPr>
            <p:spPr>
              <a:xfrm>
                <a:off x="6096000" y="1555750"/>
                <a:ext cx="4117249" cy="473930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0070C0"/>
                  </a:buClr>
                  <a:buSzPct val="100000"/>
                  <a:buFont typeface="Arial" panose="020B0604020202020204" pitchFamily="34" charset="0"/>
                  <a:buNone/>
                </a:pPr>
                <a:r>
                  <a:rPr lang="es-ES" sz="3600" dirty="0">
                    <a:solidFill>
                      <a:schemeClr val="tx1"/>
                    </a:solidFill>
                    <a:latin typeface="Gill Sans Nova" panose="020B0602020104020203" pitchFamily="34" charset="0"/>
                  </a:rPr>
                  <a:t>Optimal </a:t>
                </a:r>
                <a:r>
                  <a:rPr lang="es-ES" sz="3600" dirty="0" err="1">
                    <a:solidFill>
                      <a:schemeClr val="tx1"/>
                    </a:solidFill>
                    <a:latin typeface="Gill Sans Nova" panose="020B0602020104020203" pitchFamily="34" charset="0"/>
                  </a:rPr>
                  <a:t>solution</a:t>
                </a:r>
                <a:r>
                  <a:rPr lang="es-ES" sz="3600" dirty="0">
                    <a:solidFill>
                      <a:schemeClr val="tx1"/>
                    </a:solidFill>
                    <a:latin typeface="Gill Sans Nova" panose="020B0602020104020203" pitchFamily="34" charset="0"/>
                  </a:rPr>
                  <a:t>:</a:t>
                </a:r>
              </a:p>
              <a:p>
                <a:pPr marL="0" indent="0" algn="ctr">
                  <a:buClr>
                    <a:srgbClr val="0070C0"/>
                  </a:buClr>
                  <a:buSzPct val="100000"/>
                  <a:buFont typeface="Arial" panose="020B0604020202020204" pitchFamily="34" charset="0"/>
                  <a:buNone/>
                </a:pPr>
                <a:endParaRPr lang="es-E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s-ES" sz="3600" b="0" i="1" smtClean="0">
                              <a:solidFill>
                                <a:schemeClr val="tx1"/>
                              </a:solidFill>
                              <a:latin typeface="Cambria Math" panose="02040503050406030204" pitchFamily="18" charset="0"/>
                            </a:rPr>
                          </m:ctrlPr>
                        </m:sSupPr>
                        <m:e>
                          <m:r>
                            <a:rPr lang="es-ES" sz="3600" b="0" i="1" smtClean="0">
                              <a:solidFill>
                                <a:schemeClr val="tx1"/>
                              </a:solidFill>
                              <a:latin typeface="Cambria Math" panose="02040503050406030204" pitchFamily="18" charset="0"/>
                            </a:rPr>
                            <m:t>𝑥</m:t>
                          </m:r>
                        </m:e>
                        <m:sup>
                          <m:r>
                            <a:rPr lang="es-ES" sz="3600" b="0" i="1" smtClean="0">
                              <a:solidFill>
                                <a:schemeClr val="tx1"/>
                              </a:solidFill>
                              <a:latin typeface="Cambria Math" panose="02040503050406030204" pitchFamily="18" charset="0"/>
                            </a:rPr>
                            <m:t>∗</m:t>
                          </m:r>
                        </m:sup>
                      </m:sSup>
                      <m:r>
                        <a:rPr lang="en-US" sz="3600" b="0">
                          <a:solidFill>
                            <a:schemeClr val="tx1"/>
                          </a:solidFill>
                          <a:latin typeface="Cambria Math" panose="02040503050406030204" pitchFamily="18" charset="0"/>
                        </a:rPr>
                        <m:t>=</m:t>
                      </m:r>
                      <m:r>
                        <a:rPr lang="es-ES" sz="3600" b="0" i="0" smtClean="0">
                          <a:solidFill>
                            <a:schemeClr val="tx1"/>
                          </a:solidFill>
                          <a:latin typeface="Cambria Math" panose="02040503050406030204" pitchFamily="18" charset="0"/>
                        </a:rPr>
                        <m:t>10</m:t>
                      </m:r>
                    </m:oMath>
                  </m:oMathPara>
                </a14:m>
                <a:endParaRPr lang="en-US" sz="3600" dirty="0">
                  <a:solidFill>
                    <a:schemeClr val="tx1"/>
                  </a:solidFill>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s-ES" sz="3600" i="1" smtClean="0">
                              <a:latin typeface="Cambria Math" panose="02040503050406030204" pitchFamily="18" charset="0"/>
                            </a:rPr>
                          </m:ctrlPr>
                        </m:sSupPr>
                        <m:e>
                          <m:r>
                            <a:rPr lang="es-ES" sz="3600" i="1" smtClean="0">
                              <a:latin typeface="Cambria Math" panose="02040503050406030204" pitchFamily="18" charset="0"/>
                            </a:rPr>
                            <m:t>𝑦</m:t>
                          </m:r>
                        </m:e>
                        <m:sup>
                          <m:r>
                            <a:rPr lang="es-ES" sz="3600" b="0" i="1" smtClean="0">
                              <a:latin typeface="Cambria Math" panose="02040503050406030204" pitchFamily="18" charset="0"/>
                            </a:rPr>
                            <m:t>∗</m:t>
                          </m:r>
                        </m:sup>
                      </m:sSup>
                      <m:r>
                        <a:rPr lang="en-US" sz="3600">
                          <a:latin typeface="Cambria Math" panose="02040503050406030204" pitchFamily="18" charset="0"/>
                        </a:rPr>
                        <m:t>=</m:t>
                      </m:r>
                      <m:r>
                        <a:rPr lang="es-ES" sz="3600" b="0" i="0" smtClean="0">
                          <a:latin typeface="Cambria Math" panose="02040503050406030204" pitchFamily="18" charset="0"/>
                        </a:rPr>
                        <m:t>10</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
                      <m:sSup>
                        <m:sSupPr>
                          <m:ctrlPr>
                            <a:rPr lang="es-ES" sz="3600" i="1" smtClean="0">
                              <a:latin typeface="Cambria Math" panose="02040503050406030204" pitchFamily="18" charset="0"/>
                            </a:rPr>
                          </m:ctrlPr>
                        </m:sSupPr>
                        <m:e>
                          <m:r>
                            <a:rPr lang="es-ES" sz="3600" i="1" smtClean="0">
                              <a:latin typeface="Cambria Math" panose="02040503050406030204" pitchFamily="18" charset="0"/>
                            </a:rPr>
                            <m:t>𝑤</m:t>
                          </m:r>
                        </m:e>
                        <m:sup>
                          <m:r>
                            <a:rPr lang="es-ES" sz="3600" b="0" i="1" smtClean="0">
                              <a:latin typeface="Cambria Math" panose="02040503050406030204" pitchFamily="18" charset="0"/>
                            </a:rPr>
                            <m:t>∗</m:t>
                          </m:r>
                        </m:sup>
                      </m:sSup>
                      <m:r>
                        <a:rPr lang="en-US" sz="3600">
                          <a:latin typeface="Cambria Math" panose="02040503050406030204" pitchFamily="18" charset="0"/>
                        </a:rPr>
                        <m:t>=</m:t>
                      </m:r>
                      <m:r>
                        <a:rPr lang="es-ES" sz="3600" b="0" i="0" smtClean="0">
                          <a:latin typeface="Cambria Math" panose="02040503050406030204" pitchFamily="18" charset="0"/>
                        </a:rPr>
                        <m:t>5</m:t>
                      </m:r>
                    </m:oMath>
                  </m:oMathPara>
                </a14:m>
                <a:endParaRPr lang="en-US" sz="3600" dirty="0">
                  <a:latin typeface="Gill Sans Nova" panose="020B0602020104020203" pitchFamily="34" charset="0"/>
                </a:endParaRPr>
              </a:p>
              <a:p>
                <a:pPr marL="0" indent="0">
                  <a:buClr>
                    <a:srgbClr val="0070C0"/>
                  </a:buClr>
                  <a:buSzPct val="100000"/>
                  <a:buNone/>
                </a:pPr>
                <a:endParaRPr lang="en-US" sz="3600" dirty="0">
                  <a:solidFill>
                    <a:schemeClr val="tx1"/>
                  </a:solidFill>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C43B76DF-8690-9D46-9A4A-AF84CFD372FB}"/>
                  </a:ext>
                </a:extLst>
              </p:cNvPr>
              <p:cNvSpPr txBox="1">
                <a:spLocks noRot="1" noChangeAspect="1" noMove="1" noResize="1" noEditPoints="1" noAdjustHandles="1" noChangeArrowheads="1" noChangeShapeType="1" noTextEdit="1"/>
              </p:cNvSpPr>
              <p:nvPr/>
            </p:nvSpPr>
            <p:spPr>
              <a:xfrm>
                <a:off x="6096000" y="1555750"/>
                <a:ext cx="4117249" cy="4739305"/>
              </a:xfrm>
              <a:prstGeom prst="rect">
                <a:avLst/>
              </a:prstGeom>
              <a:blipFill>
                <a:blip r:embed="rId4"/>
                <a:stretch>
                  <a:fillRect t="-3085"/>
                </a:stretch>
              </a:blipFill>
            </p:spPr>
            <p:txBody>
              <a:bodyPr/>
              <a:lstStyle/>
              <a:p>
                <a:r>
                  <a:rPr lang="es-ES">
                    <a:noFill/>
                  </a:rPr>
                  <a:t> </a:t>
                </a:r>
              </a:p>
            </p:txBody>
          </p:sp>
        </mc:Fallback>
      </mc:AlternateContent>
    </p:spTree>
    <p:extLst>
      <p:ext uri="{BB962C8B-B14F-4D97-AF65-F5344CB8AC3E}">
        <p14:creationId xmlns:p14="http://schemas.microsoft.com/office/powerpoint/2010/main" val="19017935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6181-FE27-EF69-CE23-21281F191890}"/>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6221730E-9914-4828-6C2F-3DC4A1E50B49}"/>
              </a:ext>
            </a:extLst>
          </p:cNvPr>
          <p:cNvSpPr>
            <a:spLocks noGrp="1"/>
          </p:cNvSpPr>
          <p:nvPr>
            <p:ph type="title"/>
          </p:nvPr>
        </p:nvSpPr>
        <p:spPr>
          <a:xfrm>
            <a:off x="420625" y="254955"/>
            <a:ext cx="3699255" cy="686433"/>
          </a:xfrm>
        </p:spPr>
        <p:txBody>
          <a:bodyPr>
            <a:noAutofit/>
          </a:bodyPr>
          <a:lstStyle/>
          <a:p>
            <a:r>
              <a:rPr lang="en-US" sz="4800" noProof="0" dirty="0">
                <a:latin typeface="Gill Sans Nova" panose="020B0602020104020203" pitchFamily="34" charset="0"/>
              </a:rPr>
              <a:t>Slack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F3FB54DB-5710-DF90-011B-5606D88AB202}"/>
              </a:ext>
            </a:extLst>
          </p:cNvPr>
          <p:cNvSpPr/>
          <p:nvPr/>
        </p:nvSpPr>
        <p:spPr>
          <a:xfrm>
            <a:off x="420625" y="941380"/>
            <a:ext cx="36992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3FF200EC-D83A-C908-501C-54410C0ED60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133</a:t>
            </a:fld>
            <a:endParaRPr lang="en-US" noProof="0" dirty="0"/>
          </a:p>
        </p:txBody>
      </p:sp>
      <p:sp>
        <p:nvSpPr>
          <p:cNvPr id="7" name="Marcador de contenido 2">
            <a:extLst>
              <a:ext uri="{FF2B5EF4-FFF2-40B4-BE49-F238E27FC236}">
                <a16:creationId xmlns:a16="http://schemas.microsoft.com/office/drawing/2014/main" id="{D347C6A3-7395-CB2F-FC80-2E92902518E9}"/>
              </a:ext>
            </a:extLst>
          </p:cNvPr>
          <p:cNvSpPr>
            <a:spLocks noGrp="1"/>
          </p:cNvSpPr>
          <p:nvPr>
            <p:ph idx="1"/>
          </p:nvPr>
        </p:nvSpPr>
        <p:spPr>
          <a:xfrm>
            <a:off x="629412" y="166323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The use of slack variables is useful for example in transmission network expansion planning problems.</a:t>
            </a: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If the candidate transmission lines are not sufficient to satisfy the demand, then the slack variables are different from 0. Hence, the optimization problem must be solved again considering additional candidate transmission lines to ensure the feasibility of the problem, i.e., satisfy the demand.</a:t>
            </a:r>
          </a:p>
        </p:txBody>
      </p:sp>
    </p:spTree>
    <p:extLst>
      <p:ext uri="{BB962C8B-B14F-4D97-AF65-F5344CB8AC3E}">
        <p14:creationId xmlns:p14="http://schemas.microsoft.com/office/powerpoint/2010/main" val="743829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EEDE9-21F7-7E45-86BD-0DA09E82A7D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B85CEB80-7216-B24F-52A8-67021DBD2291}"/>
                  </a:ext>
                </a:extLst>
              </p:cNvPr>
              <p:cNvSpPr>
                <a:spLocks noGrp="1"/>
              </p:cNvSpPr>
              <p:nvPr>
                <p:ph idx="1"/>
              </p:nvPr>
            </p:nvSpPr>
            <p:spPr>
              <a:xfrm>
                <a:off x="629412" y="1563219"/>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b="0" i="1" smtClean="0">
                              <a:latin typeface="Cambria Math" panose="02040503050406030204" pitchFamily="18" charset="0"/>
                            </a:rPr>
                          </m:ctrlPr>
                        </m:dPr>
                        <m:e>
                          <m:r>
                            <a:rPr lang="es-ES" sz="3600" b="0" i="1" smtClean="0">
                              <a:latin typeface="Cambria Math" panose="02040503050406030204" pitchFamily="18" charset="0"/>
                            </a:rPr>
                            <m:t>0, 1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r>
                        <a:rPr lang="es-ES" sz="3600" b="0" i="1" smtClean="0">
                          <a:latin typeface="Cambria Math" panose="02040503050406030204" pitchFamily="18" charset="0"/>
                        </a:rPr>
                        <m:t>(</m:t>
                      </m:r>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r>
                        <a:rPr lang="es-ES" sz="3600" b="0" i="1" smtClean="0">
                          <a:latin typeface="Cambria Math" panose="02040503050406030204" pitchFamily="18" charset="0"/>
                        </a:rPr>
                        <m:t>)≤</m:t>
                      </m:r>
                      <m:r>
                        <a:rPr lang="es-ES" sz="3600" b="0" i="1" smtClean="0">
                          <a:solidFill>
                            <a:schemeClr val="tx1"/>
                          </a:solidFill>
                          <a:latin typeface="Cambria Math" panose="02040503050406030204" pitchFamily="18" charset="0"/>
                        </a:rPr>
                        <m:t>𝐷</m:t>
                      </m:r>
                      <m:r>
                        <a:rPr lang="es-ES" sz="3600" b="1" i="1" smtClean="0">
                          <a:solidFill>
                            <a:srgbClr val="0070C0"/>
                          </a:solidFill>
                          <a:latin typeface="Cambria Math" panose="02040503050406030204" pitchFamily="18" charset="0"/>
                        </a:rPr>
                        <m:t>𝒂𝒃</m:t>
                      </m:r>
                    </m:oMath>
                  </m:oMathPara>
                </a14:m>
                <a:endParaRPr lang="en-US" sz="3600" b="1"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i="1">
                        <a:latin typeface="Cambria Math" panose="02040503050406030204" pitchFamily="18" charset="0"/>
                      </a:rPr>
                      <m:t>𝑎𝑏</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B85CEB80-7216-B24F-52A8-67021DBD2291}"/>
                  </a:ext>
                </a:extLst>
              </p:cNvPr>
              <p:cNvSpPr>
                <a:spLocks noGrp="1" noRot="1" noChangeAspect="1" noMove="1" noResize="1" noEditPoints="1" noAdjustHandles="1" noChangeArrowheads="1" noChangeShapeType="1" noTextEdit="1"/>
              </p:cNvSpPr>
              <p:nvPr>
                <p:ph idx="1"/>
              </p:nvPr>
            </p:nvSpPr>
            <p:spPr>
              <a:xfrm>
                <a:off x="629412" y="1563219"/>
                <a:ext cx="5606288" cy="4788985"/>
              </a:xfrm>
              <a:blipFill>
                <a:blip r:embed="rId3"/>
                <a:stretch>
                  <a:fillRect l="-3261" b="-5089"/>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1BE6327B-259C-6E16-68F8-8558EAC70D24}"/>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A9715DE0-6A38-65E8-E828-0445E49150E5}"/>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A170000E-D029-D0A3-28EB-AA79F00AD1DA}"/>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134</a:t>
            </a:fld>
            <a:endParaRPr lang="en-US" noProof="0" dirty="0"/>
          </a:p>
        </p:txBody>
      </p:sp>
    </p:spTree>
    <p:extLst>
      <p:ext uri="{BB962C8B-B14F-4D97-AF65-F5344CB8AC3E}">
        <p14:creationId xmlns:p14="http://schemas.microsoft.com/office/powerpoint/2010/main" val="2823208597"/>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3BB79-E1C5-B936-9173-3E34DEC0BA2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3DB125C9-1E51-0907-5EEE-4D3096129EE2}"/>
                  </a:ext>
                </a:extLst>
              </p:cNvPr>
              <p:cNvSpPr>
                <a:spLocks noGrp="1"/>
              </p:cNvSpPr>
              <p:nvPr>
                <p:ph idx="1"/>
              </p:nvPr>
            </p:nvSpPr>
            <p:spPr>
              <a:xfrm>
                <a:off x="629412" y="1563219"/>
                <a:ext cx="43870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𝑏</m:t>
                              </m:r>
                              <m:r>
                                <a:rPr lang="es-ES" sz="3600" b="0" i="1" smtClean="0">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r>
                        <a:rPr lang="es-ES" sz="3600" b="0" i="1" smtClean="0">
                          <a:latin typeface="Cambria Math" panose="02040503050406030204" pitchFamily="18" charset="0"/>
                        </a:rPr>
                        <m:t>(</m:t>
                      </m:r>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r>
                        <a:rPr lang="es-ES" sz="3600" b="0" i="1" smtClean="0">
                          <a:latin typeface="Cambria Math" panose="02040503050406030204" pitchFamily="18" charset="0"/>
                        </a:rPr>
                        <m:t>)≤</m:t>
                      </m:r>
                      <m:r>
                        <a:rPr lang="es-ES" sz="3600" b="0" i="1" smtClean="0">
                          <a:solidFill>
                            <a:schemeClr val="tx1"/>
                          </a:solidFill>
                          <a:latin typeface="Cambria Math" panose="02040503050406030204" pitchFamily="18" charset="0"/>
                        </a:rPr>
                        <m:t>𝐷</m:t>
                      </m:r>
                      <m:r>
                        <a:rPr lang="es-ES" sz="3600" b="1" i="1" smtClean="0">
                          <a:solidFill>
                            <a:srgbClr val="0070C0"/>
                          </a:solidFill>
                          <a:latin typeface="Cambria Math" panose="02040503050406030204" pitchFamily="18" charset="0"/>
                        </a:rPr>
                        <m:t>𝒂𝒃</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i="1">
                        <a:latin typeface="Cambria Math" panose="02040503050406030204" pitchFamily="18" charset="0"/>
                      </a:rPr>
                      <m:t>𝑎𝑏</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3DB125C9-1E51-0907-5EEE-4D3096129EE2}"/>
                  </a:ext>
                </a:extLst>
              </p:cNvPr>
              <p:cNvSpPr>
                <a:spLocks noGrp="1" noRot="1" noChangeAspect="1" noMove="1" noResize="1" noEditPoints="1" noAdjustHandles="1" noChangeArrowheads="1" noChangeShapeType="1" noTextEdit="1"/>
              </p:cNvSpPr>
              <p:nvPr>
                <p:ph idx="1"/>
              </p:nvPr>
            </p:nvSpPr>
            <p:spPr>
              <a:xfrm>
                <a:off x="629412" y="1563219"/>
                <a:ext cx="4387088" cy="4788985"/>
              </a:xfrm>
              <a:blipFill>
                <a:blip r:embed="rId3"/>
                <a:stretch>
                  <a:fillRect l="-4167" b="-5089"/>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FFACE5B3-CD98-C1C3-BC0A-7B81085D3717}"/>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F6C12B6-1599-A464-4084-40BF2889E5EA}"/>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AC19615D-EB36-1D30-CA44-66C9B6C9E65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135</a:t>
            </a:fld>
            <a:endParaRPr lang="en-US" noProof="0" dirty="0"/>
          </a:p>
        </p:txBody>
      </p:sp>
      <mc:AlternateContent xmlns:mc="http://schemas.openxmlformats.org/markup-compatibility/2006" xmlns:a14="http://schemas.microsoft.com/office/drawing/2010/main">
        <mc:Choice Requires="a14">
          <p:sp>
            <p:nvSpPr>
              <p:cNvPr id="4" name="Marcador de contenido 2">
                <a:extLst>
                  <a:ext uri="{FF2B5EF4-FFF2-40B4-BE49-F238E27FC236}">
                    <a16:creationId xmlns:a16="http://schemas.microsoft.com/office/drawing/2014/main" id="{48C37615-015C-374E-969C-19FC5320F3A3}"/>
                  </a:ext>
                </a:extLst>
              </p:cNvPr>
              <p:cNvSpPr txBox="1">
                <a:spLocks/>
              </p:cNvSpPr>
              <p:nvPr/>
            </p:nvSpPr>
            <p:spPr>
              <a:xfrm>
                <a:off x="5573946" y="1563219"/>
                <a:ext cx="5606288"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𝑏</m:t>
                              </m:r>
                              <m:r>
                                <a:rPr lang="es-ES" sz="3600" b="0" i="1" smtClean="0">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i="1" smtClean="0">
                              <a:latin typeface="Cambria Math" panose="02040503050406030204" pitchFamily="18" charset="0"/>
                            </a:rPr>
                            <m:t>,</m:t>
                          </m:r>
                          <m:r>
                            <a:rPr lang="es-ES" sz="360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r>
                        <a:rPr lang="es-ES" sz="3600" i="1">
                          <a:latin typeface="Cambria Math" panose="02040503050406030204" pitchFamily="18" charset="0"/>
                        </a:rPr>
                        <m:t>≤</m:t>
                      </m:r>
                      <m:r>
                        <a:rPr lang="es-ES" sz="360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𝒈</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𝒙</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𝒚</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𝑫𝒂</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𝒈</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𝒙</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𝒚</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𝑫</m:t>
                      </m:r>
                      <m:r>
                        <a:rPr lang="es-ES" sz="3600" b="1" i="1">
                          <a:solidFill>
                            <a:srgbClr val="0070C0"/>
                          </a:solidFill>
                          <a:latin typeface="Cambria Math" panose="02040503050406030204" pitchFamily="18" charset="0"/>
                        </a:rPr>
                        <m:t>𝒃</m:t>
                      </m:r>
                    </m:oMath>
                  </m:oMathPara>
                </a14:m>
                <a:endParaRPr lang="en-US" sz="3600" b="1" dirty="0">
                  <a:latin typeface="Gill Sans Nova" panose="020B0602020104020203" pitchFamily="34" charset="0"/>
                </a:endParaRPr>
              </a:p>
            </p:txBody>
          </p:sp>
        </mc:Choice>
        <mc:Fallback xmlns="">
          <p:sp>
            <p:nvSpPr>
              <p:cNvPr id="4" name="Marcador de contenido 2">
                <a:extLst>
                  <a:ext uri="{FF2B5EF4-FFF2-40B4-BE49-F238E27FC236}">
                    <a16:creationId xmlns:a16="http://schemas.microsoft.com/office/drawing/2014/main" id="{48C37615-015C-374E-969C-19FC5320F3A3}"/>
                  </a:ext>
                </a:extLst>
              </p:cNvPr>
              <p:cNvSpPr txBox="1">
                <a:spLocks noRot="1" noChangeAspect="1" noMove="1" noResize="1" noEditPoints="1" noAdjustHandles="1" noChangeArrowheads="1" noChangeShapeType="1" noTextEdit="1"/>
              </p:cNvSpPr>
              <p:nvPr/>
            </p:nvSpPr>
            <p:spPr>
              <a:xfrm>
                <a:off x="5573946" y="1563219"/>
                <a:ext cx="5606288" cy="4788985"/>
              </a:xfrm>
              <a:prstGeom prst="rect">
                <a:avLst/>
              </a:prstGeom>
              <a:blipFill>
                <a:blip r:embed="rId4"/>
                <a:stretch>
                  <a:fillRect l="-3261"/>
                </a:stretch>
              </a:blipFill>
            </p:spPr>
            <p:txBody>
              <a:bodyPr/>
              <a:lstStyle/>
              <a:p>
                <a:r>
                  <a:rPr lang="es-ES">
                    <a:noFill/>
                  </a:rPr>
                  <a:t> </a:t>
                </a:r>
              </a:p>
            </p:txBody>
          </p:sp>
        </mc:Fallback>
      </mc:AlternateContent>
    </p:spTree>
    <p:extLst>
      <p:ext uri="{BB962C8B-B14F-4D97-AF65-F5344CB8AC3E}">
        <p14:creationId xmlns:p14="http://schemas.microsoft.com/office/powerpoint/2010/main" val="250473043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574A6-D6BD-E831-D603-CC0DFB2F5B94}"/>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E3CEE78F-04A8-E793-1B76-BBE31113DB94}"/>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1</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31B888C6-CD3C-D904-126B-BCAB8E9D3B9C}"/>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7D6AF1C4-4D79-3C32-EBE4-BD5A3313790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136</a:t>
            </a:fld>
            <a:endParaRPr lang="en-US" noProof="0" dirty="0"/>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8C33ACFB-84AA-A113-C85B-A8802F6C9994}"/>
                  </a:ext>
                </a:extLst>
              </p:cNvPr>
              <p:cNvGraphicFramePr>
                <a:graphicFrameLocks noGrp="1"/>
              </p:cNvGraphicFramePr>
              <p:nvPr>
                <p:extLst>
                  <p:ext uri="{D42A27DB-BD31-4B8C-83A1-F6EECF244321}">
                    <p14:modId xmlns:p14="http://schemas.microsoft.com/office/powerpoint/2010/main" val="1586675308"/>
                  </p:ext>
                </p:extLst>
              </p:nvPr>
            </p:nvGraphicFramePr>
            <p:xfrm>
              <a:off x="696000" y="1735803"/>
              <a:ext cx="10800000" cy="41529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2716725689"/>
                        </a:ext>
                      </a:extLst>
                    </a:gridCol>
                    <a:gridCol w="1080000">
                      <a:extLst>
                        <a:ext uri="{9D8B030D-6E8A-4147-A177-3AD203B41FA5}">
                          <a16:colId xmlns:a16="http://schemas.microsoft.com/office/drawing/2014/main" val="1819461007"/>
                        </a:ext>
                      </a:extLst>
                    </a:gridCol>
                    <a:gridCol w="2880000">
                      <a:extLst>
                        <a:ext uri="{9D8B030D-6E8A-4147-A177-3AD203B41FA5}">
                          <a16:colId xmlns:a16="http://schemas.microsoft.com/office/drawing/2014/main" val="3772522460"/>
                        </a:ext>
                      </a:extLst>
                    </a:gridCol>
                    <a:gridCol w="2880000">
                      <a:extLst>
                        <a:ext uri="{9D8B030D-6E8A-4147-A177-3AD203B41FA5}">
                          <a16:colId xmlns:a16="http://schemas.microsoft.com/office/drawing/2014/main" val="236864346"/>
                        </a:ext>
                      </a:extLst>
                    </a:gridCol>
                    <a:gridCol w="2880000">
                      <a:extLst>
                        <a:ext uri="{9D8B030D-6E8A-4147-A177-3AD203B41FA5}">
                          <a16:colId xmlns:a16="http://schemas.microsoft.com/office/drawing/2014/main" val="1429837673"/>
                        </a:ext>
                      </a:extLst>
                    </a:gridCol>
                  </a:tblGrid>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m:r>
                                  <a:rPr lang="es-ES" sz="3600" b="0" i="1" smtClean="0">
                                    <a:latin typeface="Cambria Math" panose="02040503050406030204" pitchFamily="18" charset="0"/>
                                  </a:rPr>
                                  <m:t>𝑎</m:t>
                                </m:r>
                              </m:oMath>
                            </m:oMathPara>
                          </a14:m>
                          <a:endParaRPr lang="es-ES" sz="3600" b="0" dirty="0">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𝑏</m:t>
                                </m:r>
                              </m:oMath>
                            </m:oMathPara>
                          </a14:m>
                          <a:endParaRPr lang="es-ES" sz="3600" b="0" dirty="0">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𝐷𝑎</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𝐷𝑏</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0" dirty="0">
                              <a:solidFill>
                                <a:schemeClr val="tx1"/>
                              </a:solidFill>
                              <a:latin typeface="Gill Sans Nova" panose="020B0602020104020203" pitchFamily="34" charset="0"/>
                            </a:rPr>
                            <a:t>Result</a:t>
                          </a:r>
                        </a:p>
                      </a:txBody>
                      <a:tcPr anchor="ctr">
                        <a:solidFill>
                          <a:schemeClr val="tx2">
                            <a:lumMod val="10000"/>
                            <a:lumOff val="90000"/>
                          </a:schemeClr>
                        </a:solidFill>
                      </a:tcPr>
                    </a:tc>
                    <a:extLst>
                      <a:ext uri="{0D108BD9-81ED-4DB2-BD59-A6C34878D82A}">
                        <a16:rowId xmlns:a16="http://schemas.microsoft.com/office/drawing/2014/main" val="4205485052"/>
                      </a:ext>
                    </a:extLst>
                  </a:tr>
                  <a:tr h="830580">
                    <a:tc>
                      <a:txBody>
                        <a:bodyPr/>
                        <a:lstStyle/>
                        <a:p>
                          <a:pPr algn="ct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1539880695"/>
                      </a:ext>
                    </a:extLst>
                  </a:tr>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3236116923"/>
                      </a:ext>
                    </a:extLst>
                  </a:tr>
                  <a:tr h="830580">
                    <a:tc>
                      <a:txBody>
                        <a:bodyPr/>
                        <a:lstStyle/>
                        <a:p>
                          <a:pPr algn="ct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3563432839"/>
                      </a:ext>
                    </a:extLst>
                  </a:tr>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𝑔</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259381274"/>
                      </a:ext>
                    </a:extLst>
                  </a:tr>
                </a:tbl>
              </a:graphicData>
            </a:graphic>
          </p:graphicFrame>
        </mc:Choice>
        <mc:Fallback xmlns="">
          <p:graphicFrame>
            <p:nvGraphicFramePr>
              <p:cNvPr id="5" name="Tabla 4">
                <a:extLst>
                  <a:ext uri="{FF2B5EF4-FFF2-40B4-BE49-F238E27FC236}">
                    <a16:creationId xmlns:a16="http://schemas.microsoft.com/office/drawing/2014/main" id="{8C33ACFB-84AA-A113-C85B-A8802F6C9994}"/>
                  </a:ext>
                </a:extLst>
              </p:cNvPr>
              <p:cNvGraphicFramePr>
                <a:graphicFrameLocks noGrp="1"/>
              </p:cNvGraphicFramePr>
              <p:nvPr>
                <p:extLst>
                  <p:ext uri="{D42A27DB-BD31-4B8C-83A1-F6EECF244321}">
                    <p14:modId xmlns:p14="http://schemas.microsoft.com/office/powerpoint/2010/main" val="1586675308"/>
                  </p:ext>
                </p:extLst>
              </p:nvPr>
            </p:nvGraphicFramePr>
            <p:xfrm>
              <a:off x="696000" y="1735803"/>
              <a:ext cx="10800000" cy="41529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2716725689"/>
                        </a:ext>
                      </a:extLst>
                    </a:gridCol>
                    <a:gridCol w="1080000">
                      <a:extLst>
                        <a:ext uri="{9D8B030D-6E8A-4147-A177-3AD203B41FA5}">
                          <a16:colId xmlns:a16="http://schemas.microsoft.com/office/drawing/2014/main" val="1819461007"/>
                        </a:ext>
                      </a:extLst>
                    </a:gridCol>
                    <a:gridCol w="2880000">
                      <a:extLst>
                        <a:ext uri="{9D8B030D-6E8A-4147-A177-3AD203B41FA5}">
                          <a16:colId xmlns:a16="http://schemas.microsoft.com/office/drawing/2014/main" val="3772522460"/>
                        </a:ext>
                      </a:extLst>
                    </a:gridCol>
                    <a:gridCol w="2880000">
                      <a:extLst>
                        <a:ext uri="{9D8B030D-6E8A-4147-A177-3AD203B41FA5}">
                          <a16:colId xmlns:a16="http://schemas.microsoft.com/office/drawing/2014/main" val="236864346"/>
                        </a:ext>
                      </a:extLst>
                    </a:gridCol>
                    <a:gridCol w="2880000">
                      <a:extLst>
                        <a:ext uri="{9D8B030D-6E8A-4147-A177-3AD203B41FA5}">
                          <a16:colId xmlns:a16="http://schemas.microsoft.com/office/drawing/2014/main" val="1429837673"/>
                        </a:ext>
                      </a:extLst>
                    </a:gridCol>
                  </a:tblGrid>
                  <a:tr h="830580">
                    <a:tc>
                      <a:txBody>
                        <a:bodyPr/>
                        <a:lstStyle/>
                        <a:p>
                          <a:endParaRPr lang="es-ES"/>
                        </a:p>
                      </a:txBody>
                      <a:tcPr anchor="ctr">
                        <a:blipFill>
                          <a:blip r:embed="rId3"/>
                          <a:stretch>
                            <a:fillRect l="-565" t="-735" r="-902260" b="-403676"/>
                          </a:stretch>
                        </a:blipFill>
                      </a:tcPr>
                    </a:tc>
                    <a:tc>
                      <a:txBody>
                        <a:bodyPr/>
                        <a:lstStyle/>
                        <a:p>
                          <a:endParaRPr lang="es-ES"/>
                        </a:p>
                      </a:txBody>
                      <a:tcPr anchor="ctr">
                        <a:blipFill>
                          <a:blip r:embed="rId3"/>
                          <a:stretch>
                            <a:fillRect l="-100565" t="-735" r="-802260" b="-403676"/>
                          </a:stretch>
                        </a:blipFill>
                      </a:tcPr>
                    </a:tc>
                    <a:tc>
                      <a:txBody>
                        <a:bodyPr/>
                        <a:lstStyle/>
                        <a:p>
                          <a:endParaRPr lang="es-ES"/>
                        </a:p>
                      </a:txBody>
                      <a:tcPr anchor="ctr">
                        <a:blipFill>
                          <a:blip r:embed="rId3"/>
                          <a:stretch>
                            <a:fillRect l="-75053" t="-735" r="-200211" b="-403676"/>
                          </a:stretch>
                        </a:blipFill>
                      </a:tcPr>
                    </a:tc>
                    <a:tc>
                      <a:txBody>
                        <a:bodyPr/>
                        <a:lstStyle/>
                        <a:p>
                          <a:endParaRPr lang="es-ES"/>
                        </a:p>
                      </a:txBody>
                      <a:tcPr anchor="ctr">
                        <a:blipFill>
                          <a:blip r:embed="rId3"/>
                          <a:stretch>
                            <a:fillRect l="-175424" t="-735" r="-100636" b="-403676"/>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0" dirty="0">
                              <a:solidFill>
                                <a:schemeClr val="tx1"/>
                              </a:solidFill>
                              <a:latin typeface="Gill Sans Nova" panose="020B0602020104020203" pitchFamily="34" charset="0"/>
                            </a:rPr>
                            <a:t>Result</a:t>
                          </a:r>
                        </a:p>
                      </a:txBody>
                      <a:tcPr anchor="ctr">
                        <a:solidFill>
                          <a:schemeClr val="tx2">
                            <a:lumMod val="10000"/>
                            <a:lumOff val="90000"/>
                          </a:schemeClr>
                        </a:solidFill>
                      </a:tcPr>
                    </a:tc>
                    <a:extLst>
                      <a:ext uri="{0D108BD9-81ED-4DB2-BD59-A6C34878D82A}">
                        <a16:rowId xmlns:a16="http://schemas.microsoft.com/office/drawing/2014/main" val="4205485052"/>
                      </a:ext>
                    </a:extLst>
                  </a:tr>
                  <a:tr h="830580">
                    <a:tc>
                      <a:txBody>
                        <a:bodyPr/>
                        <a:lstStyle/>
                        <a:p>
                          <a:endParaRPr lang="es-ES"/>
                        </a:p>
                      </a:txBody>
                      <a:tcPr anchor="ctr">
                        <a:blipFill>
                          <a:blip r:embed="rId3"/>
                          <a:stretch>
                            <a:fillRect l="-565" t="-100000" r="-902260" b="-300730"/>
                          </a:stretch>
                        </a:blipFill>
                      </a:tcPr>
                    </a:tc>
                    <a:tc>
                      <a:txBody>
                        <a:bodyPr/>
                        <a:lstStyle/>
                        <a:p>
                          <a:endParaRPr lang="es-ES"/>
                        </a:p>
                      </a:txBody>
                      <a:tcPr anchor="ctr">
                        <a:blipFill>
                          <a:blip r:embed="rId3"/>
                          <a:stretch>
                            <a:fillRect l="-100565" t="-100000" r="-802260" b="-300730"/>
                          </a:stretch>
                        </a:blipFill>
                      </a:tcPr>
                    </a:tc>
                    <a:tc>
                      <a:txBody>
                        <a:bodyPr/>
                        <a:lstStyle/>
                        <a:p>
                          <a:endParaRPr lang="es-ES"/>
                        </a:p>
                      </a:txBody>
                      <a:tcPr anchor="ctr">
                        <a:blipFill>
                          <a:blip r:embed="rId3"/>
                          <a:stretch>
                            <a:fillRect l="-75053" t="-100000" r="-200211" b="-300730"/>
                          </a:stretch>
                        </a:blipFill>
                      </a:tcPr>
                    </a:tc>
                    <a:tc>
                      <a:txBody>
                        <a:bodyPr/>
                        <a:lstStyle/>
                        <a:p>
                          <a:endParaRPr lang="es-ES"/>
                        </a:p>
                      </a:txBody>
                      <a:tcPr anchor="ctr">
                        <a:blipFill>
                          <a:blip r:embed="rId3"/>
                          <a:stretch>
                            <a:fillRect l="-175424" t="-100000" r="-100636" b="-300730"/>
                          </a:stretch>
                        </a:blipFill>
                      </a:tcPr>
                    </a:tc>
                    <a:tc>
                      <a:txBody>
                        <a:bodyPr/>
                        <a:lstStyle/>
                        <a:p>
                          <a:endParaRPr lang="es-ES"/>
                        </a:p>
                      </a:txBody>
                      <a:tcPr anchor="ctr">
                        <a:blipFill>
                          <a:blip r:embed="rId3"/>
                          <a:stretch>
                            <a:fillRect l="-274841" t="-100000" r="-423" b="-300730"/>
                          </a:stretch>
                        </a:blipFill>
                      </a:tcPr>
                    </a:tc>
                    <a:extLst>
                      <a:ext uri="{0D108BD9-81ED-4DB2-BD59-A6C34878D82A}">
                        <a16:rowId xmlns:a16="http://schemas.microsoft.com/office/drawing/2014/main" val="1539880695"/>
                      </a:ext>
                    </a:extLst>
                  </a:tr>
                  <a:tr h="830580">
                    <a:tc>
                      <a:txBody>
                        <a:bodyPr/>
                        <a:lstStyle/>
                        <a:p>
                          <a:endParaRPr lang="es-ES"/>
                        </a:p>
                      </a:txBody>
                      <a:tcPr anchor="ctr">
                        <a:blipFill>
                          <a:blip r:embed="rId3"/>
                          <a:stretch>
                            <a:fillRect l="-565" t="-201471" r="-902260" b="-202941"/>
                          </a:stretch>
                        </a:blipFill>
                      </a:tcPr>
                    </a:tc>
                    <a:tc>
                      <a:txBody>
                        <a:bodyPr/>
                        <a:lstStyle/>
                        <a:p>
                          <a:endParaRPr lang="es-ES"/>
                        </a:p>
                      </a:txBody>
                      <a:tcPr anchor="ctr">
                        <a:blipFill>
                          <a:blip r:embed="rId3"/>
                          <a:stretch>
                            <a:fillRect l="-100565" t="-201471" r="-802260" b="-202941"/>
                          </a:stretch>
                        </a:blipFill>
                      </a:tcPr>
                    </a:tc>
                    <a:tc>
                      <a:txBody>
                        <a:bodyPr/>
                        <a:lstStyle/>
                        <a:p>
                          <a:endParaRPr lang="es-ES"/>
                        </a:p>
                      </a:txBody>
                      <a:tcPr anchor="ctr">
                        <a:blipFill>
                          <a:blip r:embed="rId3"/>
                          <a:stretch>
                            <a:fillRect l="-75053" t="-201471" r="-200211" b="-202941"/>
                          </a:stretch>
                        </a:blipFill>
                      </a:tcPr>
                    </a:tc>
                    <a:tc>
                      <a:txBody>
                        <a:bodyPr/>
                        <a:lstStyle/>
                        <a:p>
                          <a:endParaRPr lang="es-ES"/>
                        </a:p>
                      </a:txBody>
                      <a:tcPr anchor="ctr">
                        <a:blipFill>
                          <a:blip r:embed="rId3"/>
                          <a:stretch>
                            <a:fillRect l="-175424" t="-201471" r="-100636" b="-202941"/>
                          </a:stretch>
                        </a:blipFill>
                      </a:tcPr>
                    </a:tc>
                    <a:tc>
                      <a:txBody>
                        <a:bodyPr/>
                        <a:lstStyle/>
                        <a:p>
                          <a:endParaRPr lang="es-ES"/>
                        </a:p>
                      </a:txBody>
                      <a:tcPr anchor="ctr">
                        <a:blipFill>
                          <a:blip r:embed="rId3"/>
                          <a:stretch>
                            <a:fillRect l="-274841" t="-201471" r="-423" b="-202941"/>
                          </a:stretch>
                        </a:blipFill>
                      </a:tcPr>
                    </a:tc>
                    <a:extLst>
                      <a:ext uri="{0D108BD9-81ED-4DB2-BD59-A6C34878D82A}">
                        <a16:rowId xmlns:a16="http://schemas.microsoft.com/office/drawing/2014/main" val="3236116923"/>
                      </a:ext>
                    </a:extLst>
                  </a:tr>
                  <a:tr h="830580">
                    <a:tc>
                      <a:txBody>
                        <a:bodyPr/>
                        <a:lstStyle/>
                        <a:p>
                          <a:endParaRPr lang="es-ES"/>
                        </a:p>
                      </a:txBody>
                      <a:tcPr anchor="ctr">
                        <a:blipFill>
                          <a:blip r:embed="rId3"/>
                          <a:stretch>
                            <a:fillRect l="-565" t="-299270" r="-902260" b="-101460"/>
                          </a:stretch>
                        </a:blipFill>
                      </a:tcPr>
                    </a:tc>
                    <a:tc>
                      <a:txBody>
                        <a:bodyPr/>
                        <a:lstStyle/>
                        <a:p>
                          <a:endParaRPr lang="es-ES"/>
                        </a:p>
                      </a:txBody>
                      <a:tcPr anchor="ctr">
                        <a:blipFill>
                          <a:blip r:embed="rId3"/>
                          <a:stretch>
                            <a:fillRect l="-100565" t="-299270" r="-802260" b="-101460"/>
                          </a:stretch>
                        </a:blipFill>
                      </a:tcPr>
                    </a:tc>
                    <a:tc>
                      <a:txBody>
                        <a:bodyPr/>
                        <a:lstStyle/>
                        <a:p>
                          <a:endParaRPr lang="es-ES"/>
                        </a:p>
                      </a:txBody>
                      <a:tcPr anchor="ctr">
                        <a:blipFill>
                          <a:blip r:embed="rId3"/>
                          <a:stretch>
                            <a:fillRect l="-75053" t="-299270" r="-200211" b="-101460"/>
                          </a:stretch>
                        </a:blipFill>
                      </a:tcPr>
                    </a:tc>
                    <a:tc>
                      <a:txBody>
                        <a:bodyPr/>
                        <a:lstStyle/>
                        <a:p>
                          <a:endParaRPr lang="es-ES"/>
                        </a:p>
                      </a:txBody>
                      <a:tcPr anchor="ctr">
                        <a:blipFill>
                          <a:blip r:embed="rId3"/>
                          <a:stretch>
                            <a:fillRect l="-175424" t="-299270" r="-100636" b="-101460"/>
                          </a:stretch>
                        </a:blipFill>
                      </a:tcPr>
                    </a:tc>
                    <a:tc>
                      <a:txBody>
                        <a:bodyPr/>
                        <a:lstStyle/>
                        <a:p>
                          <a:endParaRPr lang="es-ES"/>
                        </a:p>
                      </a:txBody>
                      <a:tcPr anchor="ctr">
                        <a:blipFill>
                          <a:blip r:embed="rId3"/>
                          <a:stretch>
                            <a:fillRect l="-274841" t="-299270" r="-423" b="-101460"/>
                          </a:stretch>
                        </a:blipFill>
                      </a:tcPr>
                    </a:tc>
                    <a:extLst>
                      <a:ext uri="{0D108BD9-81ED-4DB2-BD59-A6C34878D82A}">
                        <a16:rowId xmlns:a16="http://schemas.microsoft.com/office/drawing/2014/main" val="3563432839"/>
                      </a:ext>
                    </a:extLst>
                  </a:tr>
                  <a:tr h="830580">
                    <a:tc>
                      <a:txBody>
                        <a:bodyPr/>
                        <a:lstStyle/>
                        <a:p>
                          <a:endParaRPr lang="es-ES"/>
                        </a:p>
                      </a:txBody>
                      <a:tcPr anchor="ctr">
                        <a:blipFill>
                          <a:blip r:embed="rId3"/>
                          <a:stretch>
                            <a:fillRect l="-565" t="-402206" r="-902260" b="-2206"/>
                          </a:stretch>
                        </a:blipFill>
                      </a:tcPr>
                    </a:tc>
                    <a:tc>
                      <a:txBody>
                        <a:bodyPr/>
                        <a:lstStyle/>
                        <a:p>
                          <a:endParaRPr lang="es-ES"/>
                        </a:p>
                      </a:txBody>
                      <a:tcPr anchor="ctr">
                        <a:blipFill>
                          <a:blip r:embed="rId3"/>
                          <a:stretch>
                            <a:fillRect l="-100565" t="-402206" r="-802260" b="-2206"/>
                          </a:stretch>
                        </a:blipFill>
                      </a:tcPr>
                    </a:tc>
                    <a:tc>
                      <a:txBody>
                        <a:bodyPr/>
                        <a:lstStyle/>
                        <a:p>
                          <a:endParaRPr lang="es-ES"/>
                        </a:p>
                      </a:txBody>
                      <a:tcPr anchor="ctr">
                        <a:blipFill>
                          <a:blip r:embed="rId3"/>
                          <a:stretch>
                            <a:fillRect l="-75053" t="-402206" r="-200211" b="-2206"/>
                          </a:stretch>
                        </a:blipFill>
                      </a:tcPr>
                    </a:tc>
                    <a:tc>
                      <a:txBody>
                        <a:bodyPr/>
                        <a:lstStyle/>
                        <a:p>
                          <a:endParaRPr lang="es-ES"/>
                        </a:p>
                      </a:txBody>
                      <a:tcPr anchor="ctr">
                        <a:blipFill>
                          <a:blip r:embed="rId3"/>
                          <a:stretch>
                            <a:fillRect l="-175424" t="-402206" r="-100636" b="-2206"/>
                          </a:stretch>
                        </a:blipFill>
                      </a:tcPr>
                    </a:tc>
                    <a:tc>
                      <a:txBody>
                        <a:bodyPr/>
                        <a:lstStyle/>
                        <a:p>
                          <a:endParaRPr lang="es-ES"/>
                        </a:p>
                      </a:txBody>
                      <a:tcPr anchor="ctr">
                        <a:blipFill>
                          <a:blip r:embed="rId3"/>
                          <a:stretch>
                            <a:fillRect l="-274841" t="-402206" r="-423" b="-2206"/>
                          </a:stretch>
                        </a:blipFill>
                      </a:tcPr>
                    </a:tc>
                    <a:extLst>
                      <a:ext uri="{0D108BD9-81ED-4DB2-BD59-A6C34878D82A}">
                        <a16:rowId xmlns:a16="http://schemas.microsoft.com/office/drawing/2014/main" val="259381274"/>
                      </a:ext>
                    </a:extLst>
                  </a:tr>
                </a:tbl>
              </a:graphicData>
            </a:graphic>
          </p:graphicFrame>
        </mc:Fallback>
      </mc:AlternateContent>
    </p:spTree>
    <p:extLst>
      <p:ext uri="{BB962C8B-B14F-4D97-AF65-F5344CB8AC3E}">
        <p14:creationId xmlns:p14="http://schemas.microsoft.com/office/powerpoint/2010/main" val="101927537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FA8C7-EC91-D7C8-49FE-38E77F6787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EC24C63A-DA55-16F7-4899-F73E8DE82613}"/>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𝑏</m:t>
                              </m:r>
                              <m:r>
                                <a:rPr lang="es-ES" sz="3600" b="0" i="1" smtClean="0">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b="0" i="1" smtClean="0">
                              <a:latin typeface="Cambria Math" panose="02040503050406030204" pitchFamily="18" charset="0"/>
                            </a:rPr>
                          </m:ctrlPr>
                        </m:dPr>
                        <m:e>
                          <m:r>
                            <a:rPr lang="es-ES" sz="3600" b="0" i="1" smtClean="0">
                              <a:latin typeface="Cambria Math" panose="02040503050406030204" pitchFamily="18" charset="0"/>
                            </a:rPr>
                            <m:t>0, 1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ℎ</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𝐷</m:t>
                      </m:r>
                      <m:r>
                        <a:rPr lang="es-ES" sz="3600" b="1" i="1" smtClean="0">
                          <a:solidFill>
                            <a:srgbClr val="0070C0"/>
                          </a:solidFill>
                          <a:latin typeface="Cambria Math" panose="02040503050406030204" pitchFamily="18" charset="0"/>
                        </a:rPr>
                        <m:t>𝒂𝒃</m:t>
                      </m:r>
                    </m:oMath>
                  </m:oMathPara>
                </a14:m>
                <a:endParaRPr lang="en-US" sz="3600" b="1"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i="1">
                        <a:latin typeface="Cambria Math" panose="02040503050406030204" pitchFamily="18" charset="0"/>
                      </a:rPr>
                      <m:t>𝑎𝑏</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EC24C63A-DA55-16F7-4899-F73E8DE82613}"/>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b="-5223"/>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E827294C-8DEC-AD36-4175-34B4B66DA403}"/>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66AED9AB-09D1-13D6-3226-DA8DF215F4E0}"/>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13993CF2-C332-A9A1-A2A5-A257D0A0DBB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137</a:t>
            </a:fld>
            <a:endParaRPr lang="en-US" noProof="0" dirty="0"/>
          </a:p>
        </p:txBody>
      </p:sp>
    </p:spTree>
    <p:extLst>
      <p:ext uri="{BB962C8B-B14F-4D97-AF65-F5344CB8AC3E}">
        <p14:creationId xmlns:p14="http://schemas.microsoft.com/office/powerpoint/2010/main" val="60198885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340F5-D269-385E-8A18-548F50275CF0}"/>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1D0CA2B3-7EFD-3944-40D8-41C9375BC854}"/>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2BCD4434-5EEE-6702-5B24-6FC8FA68D78A}"/>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3ED27C03-598F-17AD-6E18-AB122ADEC94E}"/>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138</a:t>
            </a:fld>
            <a:endParaRPr lang="en-US" noProof="0" dirty="0"/>
          </a:p>
        </p:txBody>
      </p:sp>
      <mc:AlternateContent xmlns:mc="http://schemas.openxmlformats.org/markup-compatibility/2006" xmlns:a14="http://schemas.microsoft.com/office/drawing/2010/main">
        <mc:Choice Requires="a14">
          <p:sp>
            <p:nvSpPr>
              <p:cNvPr id="8" name="Marcador de contenido 2">
                <a:extLst>
                  <a:ext uri="{FF2B5EF4-FFF2-40B4-BE49-F238E27FC236}">
                    <a16:creationId xmlns:a16="http://schemas.microsoft.com/office/drawing/2014/main" id="{16701D3C-FBF0-A28E-578C-485FB6D7375E}"/>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We cannot replace </a:t>
                </a:r>
                <a14:m>
                  <m:oMath xmlns:m="http://schemas.openxmlformats.org/officeDocument/2006/math">
                    <m:r>
                      <a:rPr lang="es-ES" sz="3600" b="0" i="1" noProof="0" smtClean="0">
                        <a:latin typeface="Cambria Math" panose="02040503050406030204" pitchFamily="18" charset="0"/>
                      </a:rPr>
                      <m:t>ℎ</m:t>
                    </m:r>
                    <m:d>
                      <m:dPr>
                        <m:ctrlPr>
                          <a:rPr lang="en-US" sz="3600" i="1" noProof="0" smtClean="0">
                            <a:latin typeface="Cambria Math" panose="02040503050406030204" pitchFamily="18" charset="0"/>
                          </a:rPr>
                        </m:ctrlPr>
                      </m:dPr>
                      <m:e>
                        <m:r>
                          <a:rPr lang="en-US" sz="3600" i="1" noProof="0" smtClean="0">
                            <a:latin typeface="Cambria Math" panose="02040503050406030204" pitchFamily="18" charset="0"/>
                          </a:rPr>
                          <m:t>𝑥</m:t>
                        </m:r>
                        <m:r>
                          <a:rPr lang="en-US" sz="3600" i="1" noProof="0" smtClean="0">
                            <a:latin typeface="Cambria Math" panose="02040503050406030204" pitchFamily="18" charset="0"/>
                          </a:rPr>
                          <m:t>,</m:t>
                        </m:r>
                        <m:r>
                          <a:rPr lang="en-US" sz="3600" i="1" noProof="0" smtClean="0">
                            <a:latin typeface="Cambria Math" panose="02040503050406030204" pitchFamily="18" charset="0"/>
                          </a:rPr>
                          <m:t>𝑦</m:t>
                        </m:r>
                      </m:e>
                    </m:d>
                    <m:r>
                      <a:rPr lang="en-US" sz="3600" i="1" noProof="0" smtClean="0">
                        <a:latin typeface="Cambria Math" panose="02040503050406030204" pitchFamily="18" charset="0"/>
                      </a:rPr>
                      <m:t>=</m:t>
                    </m:r>
                    <m:r>
                      <a:rPr lang="en-US" sz="3600" b="0" i="1" noProof="0" smtClean="0">
                        <a:latin typeface="Cambria Math" panose="02040503050406030204" pitchFamily="18" charset="0"/>
                      </a:rPr>
                      <m:t>𝐷</m:t>
                    </m:r>
                    <m:r>
                      <a:rPr lang="en-US" sz="3600" i="1" noProof="0" smtClean="0">
                        <a:latin typeface="Cambria Math" panose="02040503050406030204" pitchFamily="18" charset="0"/>
                      </a:rPr>
                      <m:t>𝑎𝑏</m:t>
                    </m:r>
                  </m:oMath>
                </a14:m>
                <a:r>
                  <a:rPr lang="en-US" sz="3600" noProof="0" dirty="0">
                    <a:latin typeface="Gill Sans Nova" panose="020B0602020104020203" pitchFamily="34" charset="0"/>
                  </a:rPr>
                  <a:t> with </a:t>
                </a:r>
                <a14:m>
                  <m:oMath xmlns:m="http://schemas.openxmlformats.org/officeDocument/2006/math">
                    <m:r>
                      <a:rPr lang="es-ES" sz="3600" b="0" i="1" noProof="0" smtClean="0">
                        <a:latin typeface="Cambria Math" panose="02040503050406030204" pitchFamily="18" charset="0"/>
                      </a:rPr>
                      <m:t>ℎ</m:t>
                    </m:r>
                    <m:d>
                      <m:dPr>
                        <m:ctrlPr>
                          <a:rPr lang="en-US" sz="3600" i="1" noProof="0" smtClean="0">
                            <a:latin typeface="Cambria Math" panose="02040503050406030204" pitchFamily="18" charset="0"/>
                          </a:rPr>
                        </m:ctrlPr>
                      </m:dPr>
                      <m:e>
                        <m:r>
                          <a:rPr lang="en-US" sz="3600" i="1" noProof="0" smtClean="0">
                            <a:latin typeface="Cambria Math" panose="02040503050406030204" pitchFamily="18" charset="0"/>
                          </a:rPr>
                          <m:t>𝑥</m:t>
                        </m:r>
                        <m:r>
                          <a:rPr lang="en-US" sz="3600" i="1" noProof="0" smtClean="0">
                            <a:latin typeface="Cambria Math" panose="02040503050406030204" pitchFamily="18" charset="0"/>
                          </a:rPr>
                          <m:t>,</m:t>
                        </m:r>
                        <m:r>
                          <a:rPr lang="en-US" sz="3600" i="1" noProof="0" smtClean="0">
                            <a:latin typeface="Cambria Math" panose="02040503050406030204" pitchFamily="18" charset="0"/>
                          </a:rPr>
                          <m:t>𝑦</m:t>
                        </m:r>
                      </m:e>
                    </m:d>
                    <m:r>
                      <a:rPr lang="en-US" sz="3600" i="1" noProof="0" smtClean="0">
                        <a:latin typeface="Cambria Math" panose="02040503050406030204" pitchFamily="18" charset="0"/>
                      </a:rPr>
                      <m:t>=</m:t>
                    </m:r>
                    <m:r>
                      <a:rPr lang="en-US" sz="3600" b="0" i="1" noProof="0" smtClean="0">
                        <a:latin typeface="Cambria Math" panose="02040503050406030204" pitchFamily="18" charset="0"/>
                      </a:rPr>
                      <m:t>𝐷</m:t>
                    </m:r>
                    <m:r>
                      <a:rPr lang="en-US" sz="3600" i="1" noProof="0" smtClean="0">
                        <a:latin typeface="Cambria Math" panose="02040503050406030204" pitchFamily="18" charset="0"/>
                      </a:rPr>
                      <m:t>𝑎</m:t>
                    </m:r>
                  </m:oMath>
                </a14:m>
                <a:r>
                  <a:rPr lang="en-US" sz="3600" noProof="0" dirty="0">
                    <a:latin typeface="Gill Sans Nova" panose="020B0602020104020203" pitchFamily="34" charset="0"/>
                  </a:rPr>
                  <a:t> and </a:t>
                </a:r>
                <a14:m>
                  <m:oMath xmlns:m="http://schemas.openxmlformats.org/officeDocument/2006/math">
                    <m:r>
                      <a:rPr lang="es-ES" sz="3600" b="0" i="1" noProof="0" smtClean="0">
                        <a:latin typeface="Cambria Math" panose="02040503050406030204" pitchFamily="18" charset="0"/>
                      </a:rPr>
                      <m:t>ℎ</m:t>
                    </m:r>
                    <m:d>
                      <m:dPr>
                        <m:ctrlPr>
                          <a:rPr lang="en-US" sz="3600" i="1" noProof="0" smtClean="0">
                            <a:latin typeface="Cambria Math" panose="02040503050406030204" pitchFamily="18" charset="0"/>
                          </a:rPr>
                        </m:ctrlPr>
                      </m:dPr>
                      <m:e>
                        <m:r>
                          <a:rPr lang="en-US" sz="3600" i="1" noProof="0" smtClean="0">
                            <a:latin typeface="Cambria Math" panose="02040503050406030204" pitchFamily="18" charset="0"/>
                          </a:rPr>
                          <m:t>𝑥</m:t>
                        </m:r>
                        <m:r>
                          <a:rPr lang="en-US" sz="3600" i="1" noProof="0" smtClean="0">
                            <a:latin typeface="Cambria Math" panose="02040503050406030204" pitchFamily="18" charset="0"/>
                          </a:rPr>
                          <m:t>,</m:t>
                        </m:r>
                        <m:r>
                          <a:rPr lang="en-US" sz="3600" i="1" noProof="0" smtClean="0">
                            <a:latin typeface="Cambria Math" panose="02040503050406030204" pitchFamily="18" charset="0"/>
                          </a:rPr>
                          <m:t>𝑦</m:t>
                        </m:r>
                      </m:e>
                    </m:d>
                    <m:r>
                      <a:rPr lang="en-US" sz="3600" i="1" noProof="0" smtClean="0">
                        <a:latin typeface="Cambria Math" panose="02040503050406030204" pitchFamily="18" charset="0"/>
                      </a:rPr>
                      <m:t>=</m:t>
                    </m:r>
                    <m:r>
                      <a:rPr lang="en-US" sz="3600" b="0" i="1" noProof="0" smtClean="0">
                        <a:latin typeface="Cambria Math" panose="02040503050406030204" pitchFamily="18" charset="0"/>
                      </a:rPr>
                      <m:t>𝐷</m:t>
                    </m:r>
                    <m:r>
                      <a:rPr lang="en-US" sz="3600" i="1" noProof="0" smtClean="0">
                        <a:latin typeface="Cambria Math" panose="02040503050406030204" pitchFamily="18" charset="0"/>
                      </a:rPr>
                      <m:t>𝑏</m:t>
                    </m:r>
                  </m:oMath>
                </a14:m>
                <a:r>
                  <a:rPr lang="en-US" sz="3600" noProof="0" dirty="0">
                    <a:latin typeface="Gill Sans Nova" panose="020B0602020104020203" pitchFamily="34" charset="0"/>
                  </a:rPr>
                  <a:t>. </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noProof="0" dirty="0">
                    <a:latin typeface="Gill Sans Nova" panose="020B0602020104020203" pitchFamily="34" charset="0"/>
                  </a:rPr>
                  <a:t>Try it if you do not believe me.</a:t>
                </a:r>
              </a:p>
            </p:txBody>
          </p:sp>
        </mc:Choice>
        <mc:Fallback xmlns="">
          <p:sp>
            <p:nvSpPr>
              <p:cNvPr id="8" name="Marcador de contenido 2">
                <a:extLst>
                  <a:ext uri="{FF2B5EF4-FFF2-40B4-BE49-F238E27FC236}">
                    <a16:creationId xmlns:a16="http://schemas.microsoft.com/office/drawing/2014/main" id="{16701D3C-FBF0-A28E-578C-485FB6D7375E}"/>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r="-1672"/>
                </a:stretch>
              </a:blipFill>
            </p:spPr>
            <p:txBody>
              <a:bodyPr/>
              <a:lstStyle/>
              <a:p>
                <a:r>
                  <a:rPr lang="es-ES">
                    <a:noFill/>
                  </a:rPr>
                  <a:t> </a:t>
                </a:r>
              </a:p>
            </p:txBody>
          </p:sp>
        </mc:Fallback>
      </mc:AlternateContent>
    </p:spTree>
    <p:extLst>
      <p:ext uri="{BB962C8B-B14F-4D97-AF65-F5344CB8AC3E}">
        <p14:creationId xmlns:p14="http://schemas.microsoft.com/office/powerpoint/2010/main" val="84217697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C5CE2-3BFE-06A0-F906-87145C86D97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40C171B3-1227-1C8E-CE5B-20C09BF4D832}"/>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𝑏</m:t>
                              </m:r>
                              <m:r>
                                <a:rPr lang="es-ES" sz="3600" b="0" i="1" smtClean="0">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b="0" i="1" smtClean="0">
                              <a:latin typeface="Cambria Math" panose="02040503050406030204" pitchFamily="18" charset="0"/>
                            </a:rPr>
                          </m:ctrlPr>
                        </m:dPr>
                        <m:e>
                          <m:r>
                            <a:rPr lang="es-ES" sz="3600" b="0" i="1" smtClean="0">
                              <a:latin typeface="Cambria Math" panose="02040503050406030204" pitchFamily="18" charset="0"/>
                            </a:rPr>
                            <m:t>0, 1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ℎ</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𝐷</m:t>
                      </m:r>
                      <m:r>
                        <a:rPr lang="es-ES" sz="3600" b="1" i="1" smtClean="0">
                          <a:solidFill>
                            <a:srgbClr val="0070C0"/>
                          </a:solidFill>
                          <a:latin typeface="Cambria Math" panose="02040503050406030204" pitchFamily="18" charset="0"/>
                        </a:rPr>
                        <m:t>𝒂𝒃</m:t>
                      </m:r>
                    </m:oMath>
                  </m:oMathPara>
                </a14:m>
                <a:endParaRPr lang="en-US" sz="3600" b="1"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i="1">
                        <a:latin typeface="Cambria Math" panose="02040503050406030204" pitchFamily="18" charset="0"/>
                      </a:rPr>
                      <m:t>𝑎𝑏</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40C171B3-1227-1C8E-CE5B-20C09BF4D832}"/>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b="-5223"/>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E2137AA5-D5D3-0FCB-DD27-931327B84461}"/>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4DBCC207-A168-F3A4-9B5A-E12D53A50EEC}"/>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D7F693CD-24DC-E259-9803-241C0139503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139</a:t>
            </a:fld>
            <a:endParaRPr lang="en-US" noProof="0" dirty="0"/>
          </a:p>
        </p:txBody>
      </p:sp>
      <mc:AlternateContent xmlns:mc="http://schemas.openxmlformats.org/markup-compatibility/2006" xmlns:a14="http://schemas.microsoft.com/office/drawing/2010/main">
        <mc:Choice Requires="a14">
          <p:sp>
            <p:nvSpPr>
              <p:cNvPr id="5" name="Marcador de contenido 2">
                <a:extLst>
                  <a:ext uri="{FF2B5EF4-FFF2-40B4-BE49-F238E27FC236}">
                    <a16:creationId xmlns:a16="http://schemas.microsoft.com/office/drawing/2014/main" id="{B66A4745-83A7-40B4-9104-593EAF7ECB37}"/>
                  </a:ext>
                </a:extLst>
              </p:cNvPr>
              <p:cNvSpPr txBox="1">
                <a:spLocks/>
              </p:cNvSpPr>
              <p:nvPr/>
            </p:nvSpPr>
            <p:spPr>
              <a:xfrm>
                <a:off x="5956300" y="1387978"/>
                <a:ext cx="5606288" cy="521394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r>
                                <a:rPr lang="es-ES" sz="3600" b="1" i="1">
                                  <a:solidFill>
                                    <a:srgbClr val="0070C0"/>
                                  </a:solidFill>
                                  <a:latin typeface="Cambria Math" panose="02040503050406030204" pitchFamily="18" charset="0"/>
                                </a:rPr>
                                <m:t>𝒄</m:t>
                              </m:r>
                              <m:r>
                                <a:rPr lang="es-ES" sz="3600" b="0" i="1" smtClean="0">
                                  <a:solidFill>
                                    <a:schemeClr val="tx1"/>
                                  </a:solidFill>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smtClean="0">
                                  <a:latin typeface="Cambria Math" panose="02040503050406030204" pitchFamily="18" charset="0"/>
                                </a:rPr>
                                <m:t>,</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i="1" smtClean="0">
                              <a:latin typeface="Cambria Math" panose="02040503050406030204" pitchFamily="18" charset="0"/>
                            </a:rPr>
                            <m:t>,</m:t>
                          </m:r>
                          <m:r>
                            <a:rPr lang="es-ES" sz="360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r>
                        <a:rPr lang="es-ES" sz="3600" i="1">
                          <a:latin typeface="Cambria Math" panose="02040503050406030204" pitchFamily="18" charset="0"/>
                        </a:rPr>
                        <m:t>≤</m:t>
                      </m:r>
                      <m:r>
                        <a:rPr lang="es-ES" sz="360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𝑏</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ℎ</m:t>
                      </m:r>
                      <m:d>
                        <m:dPr>
                          <m:ctrlPr>
                            <a:rPr lang="es-ES" sz="3600" b="0" i="1" smtClean="0">
                              <a:solidFill>
                                <a:schemeClr val="tx1"/>
                              </a:solidFill>
                              <a:latin typeface="Cambria Math" panose="02040503050406030204" pitchFamily="18" charset="0"/>
                            </a:rPr>
                          </m:ctrlPr>
                        </m:dPr>
                        <m:e>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𝑦</m:t>
                          </m:r>
                        </m:e>
                      </m:d>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𝐷</m:t>
                      </m:r>
                      <m:r>
                        <a:rPr lang="es-ES" sz="3600" b="1" i="1" smtClean="0">
                          <a:solidFill>
                            <a:srgbClr val="0070C0"/>
                          </a:solidFill>
                          <a:latin typeface="Cambria Math" panose="02040503050406030204" pitchFamily="18" charset="0"/>
                        </a:rPr>
                        <m:t>𝒄</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𝒄</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𝒂</m:t>
                      </m:r>
                    </m:oMath>
                  </m:oMathPara>
                </a14:m>
                <a:endParaRPr lang="en-US" sz="3600" b="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𝒄</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𝒃</m:t>
                      </m:r>
                    </m:oMath>
                  </m:oMathPara>
                </a14:m>
                <a:endParaRPr lang="en-US" sz="3600" b="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𝒄</m:t>
                      </m:r>
                      <m:r>
                        <a:rPr lang="es-ES" sz="3600" b="1" i="1" smtClean="0">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𝒂</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𝒃</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𝟏</m:t>
                      </m:r>
                      <m:r>
                        <a:rPr lang="es-ES" sz="3600" b="1" i="1" smtClean="0">
                          <a:solidFill>
                            <a:srgbClr val="0070C0"/>
                          </a:solidFill>
                          <a:latin typeface="Cambria Math" panose="02040503050406030204" pitchFamily="18" charset="0"/>
                        </a:rPr>
                        <m:t>, </m:t>
                      </m:r>
                      <m:r>
                        <a:rPr lang="es-ES" sz="3600" b="1" i="1" smtClean="0">
                          <a:solidFill>
                            <a:srgbClr val="0070C0"/>
                          </a:solidFill>
                          <a:latin typeface="Cambria Math" panose="02040503050406030204" pitchFamily="18" charset="0"/>
                        </a:rPr>
                        <m:t>𝒄</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𝟎</m:t>
                      </m:r>
                    </m:oMath>
                  </m:oMathPara>
                </a14:m>
                <a:endParaRPr lang="en-US" sz="3600" b="1" dirty="0">
                  <a:latin typeface="Gill Sans Nova" panose="020B0602020104020203" pitchFamily="34" charset="0"/>
                </a:endParaRPr>
              </a:p>
            </p:txBody>
          </p:sp>
        </mc:Choice>
        <mc:Fallback xmlns="">
          <p:sp>
            <p:nvSpPr>
              <p:cNvPr id="5" name="Marcador de contenido 2">
                <a:extLst>
                  <a:ext uri="{FF2B5EF4-FFF2-40B4-BE49-F238E27FC236}">
                    <a16:creationId xmlns:a16="http://schemas.microsoft.com/office/drawing/2014/main" id="{B66A4745-83A7-40B4-9104-593EAF7ECB37}"/>
                  </a:ext>
                </a:extLst>
              </p:cNvPr>
              <p:cNvSpPr txBox="1">
                <a:spLocks noRot="1" noChangeAspect="1" noMove="1" noResize="1" noEditPoints="1" noAdjustHandles="1" noChangeArrowheads="1" noChangeShapeType="1" noTextEdit="1"/>
              </p:cNvSpPr>
              <p:nvPr/>
            </p:nvSpPr>
            <p:spPr>
              <a:xfrm>
                <a:off x="5956300" y="1387978"/>
                <a:ext cx="5606288" cy="5213948"/>
              </a:xfrm>
              <a:prstGeom prst="rect">
                <a:avLst/>
              </a:prstGeom>
              <a:blipFill>
                <a:blip r:embed="rId4"/>
                <a:stretch>
                  <a:fillRect l="-3261"/>
                </a:stretch>
              </a:blipFill>
            </p:spPr>
            <p:txBody>
              <a:bodyPr/>
              <a:lstStyle/>
              <a:p>
                <a:r>
                  <a:rPr lang="es-ES">
                    <a:noFill/>
                  </a:rPr>
                  <a:t> </a:t>
                </a:r>
              </a:p>
            </p:txBody>
          </p:sp>
        </mc:Fallback>
      </mc:AlternateContent>
    </p:spTree>
    <p:extLst>
      <p:ext uri="{BB962C8B-B14F-4D97-AF65-F5344CB8AC3E}">
        <p14:creationId xmlns:p14="http://schemas.microsoft.com/office/powerpoint/2010/main" val="134672695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7671A-1CFD-6F31-4FD1-86C19845EDE9}"/>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75F685C0-FAA5-04A8-2B58-A5B40A7B1FA7}"/>
              </a:ext>
            </a:extLst>
          </p:cNvPr>
          <p:cNvSpPr>
            <a:spLocks noGrp="1"/>
          </p:cNvSpPr>
          <p:nvPr>
            <p:ph type="title"/>
          </p:nvPr>
        </p:nvSpPr>
        <p:spPr>
          <a:xfrm>
            <a:off x="420626" y="254955"/>
            <a:ext cx="10306642" cy="686433"/>
          </a:xfrm>
        </p:spPr>
        <p:txBody>
          <a:bodyPr>
            <a:noAutofit/>
          </a:bodyPr>
          <a:lstStyle/>
          <a:p>
            <a:r>
              <a:rPr lang="en-US" sz="4800" noProof="0" dirty="0">
                <a:latin typeface="Gill Sans Nova" panose="020B0602020104020203" pitchFamily="34" charset="0"/>
              </a:rPr>
              <a:t>Product of two binary variables – Case 2</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04A11704-11B0-CA37-78F1-EF9BCF3B38C9}"/>
              </a:ext>
            </a:extLst>
          </p:cNvPr>
          <p:cNvSpPr/>
          <p:nvPr/>
        </p:nvSpPr>
        <p:spPr>
          <a:xfrm>
            <a:off x="420625" y="941379"/>
            <a:ext cx="10306642"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7859C87E-14BB-5F91-759D-D2449D99314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140</a:t>
            </a:fld>
            <a:endParaRPr lang="en-US" noProof="0" dirty="0"/>
          </a:p>
        </p:txBody>
      </p:sp>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7BA9842C-D57A-1D3C-2F1D-80C01E57CF87}"/>
                  </a:ext>
                </a:extLst>
              </p:cNvPr>
              <p:cNvGraphicFramePr>
                <a:graphicFrameLocks noGrp="1"/>
              </p:cNvGraphicFramePr>
              <p:nvPr>
                <p:extLst>
                  <p:ext uri="{D42A27DB-BD31-4B8C-83A1-F6EECF244321}">
                    <p14:modId xmlns:p14="http://schemas.microsoft.com/office/powerpoint/2010/main" val="778091826"/>
                  </p:ext>
                </p:extLst>
              </p:nvPr>
            </p:nvGraphicFramePr>
            <p:xfrm>
              <a:off x="1056000" y="1431120"/>
              <a:ext cx="10080000" cy="41529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2716725689"/>
                        </a:ext>
                      </a:extLst>
                    </a:gridCol>
                    <a:gridCol w="1080000">
                      <a:extLst>
                        <a:ext uri="{9D8B030D-6E8A-4147-A177-3AD203B41FA5}">
                          <a16:colId xmlns:a16="http://schemas.microsoft.com/office/drawing/2014/main" val="1819461007"/>
                        </a:ext>
                      </a:extLst>
                    </a:gridCol>
                    <a:gridCol w="1800000">
                      <a:extLst>
                        <a:ext uri="{9D8B030D-6E8A-4147-A177-3AD203B41FA5}">
                          <a16:colId xmlns:a16="http://schemas.microsoft.com/office/drawing/2014/main" val="3772522460"/>
                        </a:ext>
                      </a:extLst>
                    </a:gridCol>
                    <a:gridCol w="1800000">
                      <a:extLst>
                        <a:ext uri="{9D8B030D-6E8A-4147-A177-3AD203B41FA5}">
                          <a16:colId xmlns:a16="http://schemas.microsoft.com/office/drawing/2014/main" val="236864346"/>
                        </a:ext>
                      </a:extLst>
                    </a:gridCol>
                    <a:gridCol w="3240000">
                      <a:extLst>
                        <a:ext uri="{9D8B030D-6E8A-4147-A177-3AD203B41FA5}">
                          <a16:colId xmlns:a16="http://schemas.microsoft.com/office/drawing/2014/main" val="2069535657"/>
                        </a:ext>
                      </a:extLst>
                    </a:gridCol>
                    <a:gridCol w="1080000">
                      <a:extLst>
                        <a:ext uri="{9D8B030D-6E8A-4147-A177-3AD203B41FA5}">
                          <a16:colId xmlns:a16="http://schemas.microsoft.com/office/drawing/2014/main" val="1429837673"/>
                        </a:ext>
                      </a:extLst>
                    </a:gridCol>
                  </a:tblGrid>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m:r>
                                  <a:rPr lang="es-ES" sz="3600" b="0" i="1" smtClean="0">
                                    <a:latin typeface="Cambria Math" panose="02040503050406030204" pitchFamily="18" charset="0"/>
                                  </a:rPr>
                                  <m:t>𝑎</m:t>
                                </m:r>
                              </m:oMath>
                            </m:oMathPara>
                          </a14:m>
                          <a:endParaRPr lang="es-ES" sz="3600" b="0" dirty="0">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𝑏</m:t>
                                </m:r>
                              </m:oMath>
                            </m:oMathPara>
                          </a14:m>
                          <a:endParaRPr lang="es-ES" sz="3600" b="0" dirty="0">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𝑎</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𝑏</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𝑎</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𝑏</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oMath>
                            </m:oMathPara>
                          </a14:m>
                          <a:endParaRPr lang="en-US" sz="3600" b="0" dirty="0">
                            <a:solidFill>
                              <a:schemeClr val="tx1"/>
                            </a:solidFill>
                            <a:latin typeface="Gill Sans Nova" panose="020B0602020104020203" pitchFamily="34" charset="0"/>
                          </a:endParaRPr>
                        </a:p>
                      </a:txBody>
                      <a:tcPr anchor="ctr">
                        <a:solidFill>
                          <a:schemeClr val="tx2">
                            <a:lumMod val="10000"/>
                            <a:lumOff val="90000"/>
                          </a:schemeClr>
                        </a:solidFill>
                      </a:tcPr>
                    </a:tc>
                    <a:extLst>
                      <a:ext uri="{0D108BD9-81ED-4DB2-BD59-A6C34878D82A}">
                        <a16:rowId xmlns:a16="http://schemas.microsoft.com/office/drawing/2014/main" val="4205485052"/>
                      </a:ext>
                    </a:extLst>
                  </a:tr>
                  <a:tr h="830580">
                    <a:tc>
                      <a:txBody>
                        <a:bodyPr/>
                        <a:lstStyle/>
                        <a:p>
                          <a:pPr algn="ct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m:t>
                                </m:r>
                                <m:sSup>
                                  <m:sSupPr>
                                    <m:ctrlPr>
                                      <a:rPr lang="es-ES" sz="3600" b="0" i="1" smtClean="0">
                                        <a:solidFill>
                                          <a:schemeClr val="tx1"/>
                                        </a:solidFill>
                                        <a:latin typeface="Cambria Math" panose="02040503050406030204" pitchFamily="18" charset="0"/>
                                      </a:rPr>
                                    </m:ctrlPr>
                                  </m:sSupPr>
                                  <m:e>
                                    <m:r>
                                      <a:rPr lang="es-ES" sz="3600" b="0" i="1" smtClean="0">
                                        <a:solidFill>
                                          <a:schemeClr val="tx1"/>
                                        </a:solidFill>
                                        <a:latin typeface="Cambria Math" panose="02040503050406030204" pitchFamily="18" charset="0"/>
                                      </a:rPr>
                                      <m:t>1</m:t>
                                    </m:r>
                                  </m:e>
                                  <m:sup>
                                    <m:r>
                                      <a:rPr lang="es-ES" sz="3600" b="1" i="0" smtClean="0">
                                        <a:solidFill>
                                          <a:srgbClr val="0070C0"/>
                                        </a:solidFill>
                                        <a:latin typeface="Cambria Math" panose="02040503050406030204" pitchFamily="18" charset="0"/>
                                      </a:rPr>
                                      <m:t>∗</m:t>
                                    </m:r>
                                  </m:sup>
                                </m:sSup>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1539880695"/>
                      </a:ext>
                    </a:extLst>
                  </a:tr>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3236116923"/>
                      </a:ext>
                    </a:extLst>
                  </a:tr>
                  <a:tr h="830580">
                    <a:tc>
                      <a:txBody>
                        <a:bodyPr/>
                        <a:lstStyle/>
                        <a:p>
                          <a:pPr algn="ct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0</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0</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3563432839"/>
                      </a:ext>
                    </a:extLst>
                  </a:tr>
                  <a:tr h="8305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latin typeface="Cambria Math" panose="02040503050406030204" pitchFamily="18" charset="0"/>
                                  </a:rPr>
                                  <m:t>1</m:t>
                                </m:r>
                              </m:oMath>
                            </m:oMathPara>
                          </a14:m>
                          <a:endParaRPr lang="es-ES" sz="3600" dirty="0">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s-ES" sz="3600" b="0" i="1" smtClean="0">
                                    <a:solidFill>
                                      <a:schemeClr val="tx1"/>
                                    </a:solidFill>
                                    <a:latin typeface="Cambria Math" panose="02040503050406030204" pitchFamily="18" charset="0"/>
                                  </a:rPr>
                                  <m:t>1</m:t>
                                </m:r>
                              </m:oMath>
                            </m:oMathPara>
                          </a14:m>
                          <a:endParaRPr lang="en-US" sz="3600" b="0" dirty="0">
                            <a:solidFill>
                              <a:schemeClr val="tx1"/>
                            </a:solidFill>
                            <a:latin typeface="Gill Sans Nova" panose="020B0602020104020203" pitchFamily="34" charset="0"/>
                          </a:endParaRPr>
                        </a:p>
                      </a:txBody>
                      <a:tcPr anchor="ctr"/>
                    </a:tc>
                    <a:extLst>
                      <a:ext uri="{0D108BD9-81ED-4DB2-BD59-A6C34878D82A}">
                        <a16:rowId xmlns:a16="http://schemas.microsoft.com/office/drawing/2014/main" val="259381274"/>
                      </a:ext>
                    </a:extLst>
                  </a:tr>
                </a:tbl>
              </a:graphicData>
            </a:graphic>
          </p:graphicFrame>
        </mc:Choice>
        <mc:Fallback xmlns="">
          <p:graphicFrame>
            <p:nvGraphicFramePr>
              <p:cNvPr id="5" name="Tabla 4">
                <a:extLst>
                  <a:ext uri="{FF2B5EF4-FFF2-40B4-BE49-F238E27FC236}">
                    <a16:creationId xmlns:a16="http://schemas.microsoft.com/office/drawing/2014/main" id="{7BA9842C-D57A-1D3C-2F1D-80C01E57CF87}"/>
                  </a:ext>
                </a:extLst>
              </p:cNvPr>
              <p:cNvGraphicFramePr>
                <a:graphicFrameLocks noGrp="1"/>
              </p:cNvGraphicFramePr>
              <p:nvPr>
                <p:extLst>
                  <p:ext uri="{D42A27DB-BD31-4B8C-83A1-F6EECF244321}">
                    <p14:modId xmlns:p14="http://schemas.microsoft.com/office/powerpoint/2010/main" val="778091826"/>
                  </p:ext>
                </p:extLst>
              </p:nvPr>
            </p:nvGraphicFramePr>
            <p:xfrm>
              <a:off x="1056000" y="1431120"/>
              <a:ext cx="10080000" cy="4152900"/>
            </p:xfrm>
            <a:graphic>
              <a:graphicData uri="http://schemas.openxmlformats.org/drawingml/2006/table">
                <a:tbl>
                  <a:tblPr firstRow="1" bandRow="1">
                    <a:tableStyleId>{5940675A-B579-460E-94D1-54222C63F5DA}</a:tableStyleId>
                  </a:tblPr>
                  <a:tblGrid>
                    <a:gridCol w="1080000">
                      <a:extLst>
                        <a:ext uri="{9D8B030D-6E8A-4147-A177-3AD203B41FA5}">
                          <a16:colId xmlns:a16="http://schemas.microsoft.com/office/drawing/2014/main" val="2716725689"/>
                        </a:ext>
                      </a:extLst>
                    </a:gridCol>
                    <a:gridCol w="1080000">
                      <a:extLst>
                        <a:ext uri="{9D8B030D-6E8A-4147-A177-3AD203B41FA5}">
                          <a16:colId xmlns:a16="http://schemas.microsoft.com/office/drawing/2014/main" val="1819461007"/>
                        </a:ext>
                      </a:extLst>
                    </a:gridCol>
                    <a:gridCol w="1800000">
                      <a:extLst>
                        <a:ext uri="{9D8B030D-6E8A-4147-A177-3AD203B41FA5}">
                          <a16:colId xmlns:a16="http://schemas.microsoft.com/office/drawing/2014/main" val="3772522460"/>
                        </a:ext>
                      </a:extLst>
                    </a:gridCol>
                    <a:gridCol w="1800000">
                      <a:extLst>
                        <a:ext uri="{9D8B030D-6E8A-4147-A177-3AD203B41FA5}">
                          <a16:colId xmlns:a16="http://schemas.microsoft.com/office/drawing/2014/main" val="236864346"/>
                        </a:ext>
                      </a:extLst>
                    </a:gridCol>
                    <a:gridCol w="3240000">
                      <a:extLst>
                        <a:ext uri="{9D8B030D-6E8A-4147-A177-3AD203B41FA5}">
                          <a16:colId xmlns:a16="http://schemas.microsoft.com/office/drawing/2014/main" val="2069535657"/>
                        </a:ext>
                      </a:extLst>
                    </a:gridCol>
                    <a:gridCol w="1080000">
                      <a:extLst>
                        <a:ext uri="{9D8B030D-6E8A-4147-A177-3AD203B41FA5}">
                          <a16:colId xmlns:a16="http://schemas.microsoft.com/office/drawing/2014/main" val="1429837673"/>
                        </a:ext>
                      </a:extLst>
                    </a:gridCol>
                  </a:tblGrid>
                  <a:tr h="830580">
                    <a:tc>
                      <a:txBody>
                        <a:bodyPr/>
                        <a:lstStyle/>
                        <a:p>
                          <a:endParaRPr lang="es-ES"/>
                        </a:p>
                      </a:txBody>
                      <a:tcPr anchor="ctr">
                        <a:blipFill>
                          <a:blip r:embed="rId3"/>
                          <a:stretch>
                            <a:fillRect l="-565" t="-730" r="-835593" b="-400000"/>
                          </a:stretch>
                        </a:blipFill>
                      </a:tcPr>
                    </a:tc>
                    <a:tc>
                      <a:txBody>
                        <a:bodyPr/>
                        <a:lstStyle/>
                        <a:p>
                          <a:endParaRPr lang="es-ES"/>
                        </a:p>
                      </a:txBody>
                      <a:tcPr anchor="ctr">
                        <a:blipFill>
                          <a:blip r:embed="rId3"/>
                          <a:stretch>
                            <a:fillRect l="-100565" t="-730" r="-735593" b="-400000"/>
                          </a:stretch>
                        </a:blipFill>
                      </a:tcPr>
                    </a:tc>
                    <a:tc>
                      <a:txBody>
                        <a:bodyPr/>
                        <a:lstStyle/>
                        <a:p>
                          <a:endParaRPr lang="es-ES"/>
                        </a:p>
                      </a:txBody>
                      <a:tcPr anchor="ctr">
                        <a:blipFill>
                          <a:blip r:embed="rId3"/>
                          <a:stretch>
                            <a:fillRect l="-119932" t="-730" r="-339865" b="-400000"/>
                          </a:stretch>
                        </a:blipFill>
                      </a:tcPr>
                    </a:tc>
                    <a:tc>
                      <a:txBody>
                        <a:bodyPr/>
                        <a:lstStyle/>
                        <a:p>
                          <a:endParaRPr lang="es-ES"/>
                        </a:p>
                      </a:txBody>
                      <a:tcPr anchor="ctr">
                        <a:blipFill>
                          <a:blip r:embed="rId3"/>
                          <a:stretch>
                            <a:fillRect l="-220678" t="-730" r="-241017" b="-400000"/>
                          </a:stretch>
                        </a:blipFill>
                      </a:tcPr>
                    </a:tc>
                    <a:tc>
                      <a:txBody>
                        <a:bodyPr/>
                        <a:lstStyle/>
                        <a:p>
                          <a:endParaRPr lang="es-ES"/>
                        </a:p>
                      </a:txBody>
                      <a:tcPr anchor="ctr">
                        <a:blipFill>
                          <a:blip r:embed="rId3"/>
                          <a:stretch>
                            <a:fillRect l="-177820" t="-730" r="-33647" b="-400000"/>
                          </a:stretch>
                        </a:blipFill>
                      </a:tcPr>
                    </a:tc>
                    <a:tc>
                      <a:txBody>
                        <a:bodyPr/>
                        <a:lstStyle/>
                        <a:p>
                          <a:endParaRPr lang="es-ES"/>
                        </a:p>
                      </a:txBody>
                      <a:tcPr anchor="ctr">
                        <a:blipFill>
                          <a:blip r:embed="rId3"/>
                          <a:stretch>
                            <a:fillRect l="-835028" t="-730" r="-1130" b="-400000"/>
                          </a:stretch>
                        </a:blipFill>
                      </a:tcPr>
                    </a:tc>
                    <a:extLst>
                      <a:ext uri="{0D108BD9-81ED-4DB2-BD59-A6C34878D82A}">
                        <a16:rowId xmlns:a16="http://schemas.microsoft.com/office/drawing/2014/main" val="4205485052"/>
                      </a:ext>
                    </a:extLst>
                  </a:tr>
                  <a:tr h="830580">
                    <a:tc>
                      <a:txBody>
                        <a:bodyPr/>
                        <a:lstStyle/>
                        <a:p>
                          <a:endParaRPr lang="es-ES"/>
                        </a:p>
                      </a:txBody>
                      <a:tcPr anchor="ctr">
                        <a:blipFill>
                          <a:blip r:embed="rId3"/>
                          <a:stretch>
                            <a:fillRect l="-565" t="-101471" r="-835593" b="-302941"/>
                          </a:stretch>
                        </a:blipFill>
                      </a:tcPr>
                    </a:tc>
                    <a:tc>
                      <a:txBody>
                        <a:bodyPr/>
                        <a:lstStyle/>
                        <a:p>
                          <a:endParaRPr lang="es-ES"/>
                        </a:p>
                      </a:txBody>
                      <a:tcPr anchor="ctr">
                        <a:blipFill>
                          <a:blip r:embed="rId3"/>
                          <a:stretch>
                            <a:fillRect l="-100565" t="-101471" r="-735593" b="-302941"/>
                          </a:stretch>
                        </a:blipFill>
                      </a:tcPr>
                    </a:tc>
                    <a:tc>
                      <a:txBody>
                        <a:bodyPr/>
                        <a:lstStyle/>
                        <a:p>
                          <a:endParaRPr lang="es-ES"/>
                        </a:p>
                      </a:txBody>
                      <a:tcPr anchor="ctr">
                        <a:blipFill>
                          <a:blip r:embed="rId3"/>
                          <a:stretch>
                            <a:fillRect l="-119932" t="-101471" r="-339865" b="-302941"/>
                          </a:stretch>
                        </a:blipFill>
                      </a:tcPr>
                    </a:tc>
                    <a:tc>
                      <a:txBody>
                        <a:bodyPr/>
                        <a:lstStyle/>
                        <a:p>
                          <a:endParaRPr lang="es-ES"/>
                        </a:p>
                      </a:txBody>
                      <a:tcPr anchor="ctr">
                        <a:blipFill>
                          <a:blip r:embed="rId3"/>
                          <a:stretch>
                            <a:fillRect l="-220678" t="-101471" r="-241017" b="-302941"/>
                          </a:stretch>
                        </a:blipFill>
                      </a:tcPr>
                    </a:tc>
                    <a:tc>
                      <a:txBody>
                        <a:bodyPr/>
                        <a:lstStyle/>
                        <a:p>
                          <a:endParaRPr lang="es-ES"/>
                        </a:p>
                      </a:txBody>
                      <a:tcPr anchor="ctr">
                        <a:blipFill>
                          <a:blip r:embed="rId3"/>
                          <a:stretch>
                            <a:fillRect l="-177820" t="-101471" r="-33647" b="-302941"/>
                          </a:stretch>
                        </a:blipFill>
                      </a:tcPr>
                    </a:tc>
                    <a:tc>
                      <a:txBody>
                        <a:bodyPr/>
                        <a:lstStyle/>
                        <a:p>
                          <a:endParaRPr lang="es-ES"/>
                        </a:p>
                      </a:txBody>
                      <a:tcPr anchor="ctr">
                        <a:blipFill>
                          <a:blip r:embed="rId3"/>
                          <a:stretch>
                            <a:fillRect l="-835028" t="-101471" r="-1130" b="-302941"/>
                          </a:stretch>
                        </a:blipFill>
                      </a:tcPr>
                    </a:tc>
                    <a:extLst>
                      <a:ext uri="{0D108BD9-81ED-4DB2-BD59-A6C34878D82A}">
                        <a16:rowId xmlns:a16="http://schemas.microsoft.com/office/drawing/2014/main" val="1539880695"/>
                      </a:ext>
                    </a:extLst>
                  </a:tr>
                  <a:tr h="830580">
                    <a:tc>
                      <a:txBody>
                        <a:bodyPr/>
                        <a:lstStyle/>
                        <a:p>
                          <a:endParaRPr lang="es-ES"/>
                        </a:p>
                      </a:txBody>
                      <a:tcPr anchor="ctr">
                        <a:blipFill>
                          <a:blip r:embed="rId3"/>
                          <a:stretch>
                            <a:fillRect l="-565" t="-200000" r="-835593" b="-200730"/>
                          </a:stretch>
                        </a:blipFill>
                      </a:tcPr>
                    </a:tc>
                    <a:tc>
                      <a:txBody>
                        <a:bodyPr/>
                        <a:lstStyle/>
                        <a:p>
                          <a:endParaRPr lang="es-ES"/>
                        </a:p>
                      </a:txBody>
                      <a:tcPr anchor="ctr">
                        <a:blipFill>
                          <a:blip r:embed="rId3"/>
                          <a:stretch>
                            <a:fillRect l="-100565" t="-200000" r="-735593" b="-200730"/>
                          </a:stretch>
                        </a:blipFill>
                      </a:tcPr>
                    </a:tc>
                    <a:tc>
                      <a:txBody>
                        <a:bodyPr/>
                        <a:lstStyle/>
                        <a:p>
                          <a:endParaRPr lang="es-ES"/>
                        </a:p>
                      </a:txBody>
                      <a:tcPr anchor="ctr">
                        <a:blipFill>
                          <a:blip r:embed="rId3"/>
                          <a:stretch>
                            <a:fillRect l="-119932" t="-200000" r="-339865" b="-200730"/>
                          </a:stretch>
                        </a:blipFill>
                      </a:tcPr>
                    </a:tc>
                    <a:tc>
                      <a:txBody>
                        <a:bodyPr/>
                        <a:lstStyle/>
                        <a:p>
                          <a:endParaRPr lang="es-ES"/>
                        </a:p>
                      </a:txBody>
                      <a:tcPr anchor="ctr">
                        <a:blipFill>
                          <a:blip r:embed="rId3"/>
                          <a:stretch>
                            <a:fillRect l="-220678" t="-200000" r="-241017" b="-200730"/>
                          </a:stretch>
                        </a:blipFill>
                      </a:tcPr>
                    </a:tc>
                    <a:tc>
                      <a:txBody>
                        <a:bodyPr/>
                        <a:lstStyle/>
                        <a:p>
                          <a:endParaRPr lang="es-ES"/>
                        </a:p>
                      </a:txBody>
                      <a:tcPr anchor="ctr">
                        <a:blipFill>
                          <a:blip r:embed="rId3"/>
                          <a:stretch>
                            <a:fillRect l="-177820" t="-200000" r="-33647" b="-200730"/>
                          </a:stretch>
                        </a:blipFill>
                      </a:tcPr>
                    </a:tc>
                    <a:tc>
                      <a:txBody>
                        <a:bodyPr/>
                        <a:lstStyle/>
                        <a:p>
                          <a:endParaRPr lang="es-ES"/>
                        </a:p>
                      </a:txBody>
                      <a:tcPr anchor="ctr">
                        <a:blipFill>
                          <a:blip r:embed="rId3"/>
                          <a:stretch>
                            <a:fillRect l="-835028" t="-200000" r="-1130" b="-200730"/>
                          </a:stretch>
                        </a:blipFill>
                      </a:tcPr>
                    </a:tc>
                    <a:extLst>
                      <a:ext uri="{0D108BD9-81ED-4DB2-BD59-A6C34878D82A}">
                        <a16:rowId xmlns:a16="http://schemas.microsoft.com/office/drawing/2014/main" val="3236116923"/>
                      </a:ext>
                    </a:extLst>
                  </a:tr>
                  <a:tr h="830580">
                    <a:tc>
                      <a:txBody>
                        <a:bodyPr/>
                        <a:lstStyle/>
                        <a:p>
                          <a:endParaRPr lang="es-ES"/>
                        </a:p>
                      </a:txBody>
                      <a:tcPr anchor="ctr">
                        <a:blipFill>
                          <a:blip r:embed="rId3"/>
                          <a:stretch>
                            <a:fillRect l="-565" t="-302206" r="-835593" b="-102206"/>
                          </a:stretch>
                        </a:blipFill>
                      </a:tcPr>
                    </a:tc>
                    <a:tc>
                      <a:txBody>
                        <a:bodyPr/>
                        <a:lstStyle/>
                        <a:p>
                          <a:endParaRPr lang="es-ES"/>
                        </a:p>
                      </a:txBody>
                      <a:tcPr anchor="ctr">
                        <a:blipFill>
                          <a:blip r:embed="rId3"/>
                          <a:stretch>
                            <a:fillRect l="-100565" t="-302206" r="-735593" b="-102206"/>
                          </a:stretch>
                        </a:blipFill>
                      </a:tcPr>
                    </a:tc>
                    <a:tc>
                      <a:txBody>
                        <a:bodyPr/>
                        <a:lstStyle/>
                        <a:p>
                          <a:endParaRPr lang="es-ES"/>
                        </a:p>
                      </a:txBody>
                      <a:tcPr anchor="ctr">
                        <a:blipFill>
                          <a:blip r:embed="rId3"/>
                          <a:stretch>
                            <a:fillRect l="-119932" t="-302206" r="-339865" b="-102206"/>
                          </a:stretch>
                        </a:blipFill>
                      </a:tcPr>
                    </a:tc>
                    <a:tc>
                      <a:txBody>
                        <a:bodyPr/>
                        <a:lstStyle/>
                        <a:p>
                          <a:endParaRPr lang="es-ES"/>
                        </a:p>
                      </a:txBody>
                      <a:tcPr anchor="ctr">
                        <a:blipFill>
                          <a:blip r:embed="rId3"/>
                          <a:stretch>
                            <a:fillRect l="-220678" t="-302206" r="-241017" b="-102206"/>
                          </a:stretch>
                        </a:blipFill>
                      </a:tcPr>
                    </a:tc>
                    <a:tc>
                      <a:txBody>
                        <a:bodyPr/>
                        <a:lstStyle/>
                        <a:p>
                          <a:endParaRPr lang="es-ES"/>
                        </a:p>
                      </a:txBody>
                      <a:tcPr anchor="ctr">
                        <a:blipFill>
                          <a:blip r:embed="rId3"/>
                          <a:stretch>
                            <a:fillRect l="-177820" t="-302206" r="-33647" b="-102206"/>
                          </a:stretch>
                        </a:blipFill>
                      </a:tcPr>
                    </a:tc>
                    <a:tc>
                      <a:txBody>
                        <a:bodyPr/>
                        <a:lstStyle/>
                        <a:p>
                          <a:endParaRPr lang="es-ES"/>
                        </a:p>
                      </a:txBody>
                      <a:tcPr anchor="ctr">
                        <a:blipFill>
                          <a:blip r:embed="rId3"/>
                          <a:stretch>
                            <a:fillRect l="-835028" t="-302206" r="-1130" b="-102206"/>
                          </a:stretch>
                        </a:blipFill>
                      </a:tcPr>
                    </a:tc>
                    <a:extLst>
                      <a:ext uri="{0D108BD9-81ED-4DB2-BD59-A6C34878D82A}">
                        <a16:rowId xmlns:a16="http://schemas.microsoft.com/office/drawing/2014/main" val="3563432839"/>
                      </a:ext>
                    </a:extLst>
                  </a:tr>
                  <a:tr h="830580">
                    <a:tc>
                      <a:txBody>
                        <a:bodyPr/>
                        <a:lstStyle/>
                        <a:p>
                          <a:endParaRPr lang="es-ES"/>
                        </a:p>
                      </a:txBody>
                      <a:tcPr anchor="ctr">
                        <a:blipFill>
                          <a:blip r:embed="rId3"/>
                          <a:stretch>
                            <a:fillRect l="-565" t="-399270" r="-835593" b="-1460"/>
                          </a:stretch>
                        </a:blipFill>
                      </a:tcPr>
                    </a:tc>
                    <a:tc>
                      <a:txBody>
                        <a:bodyPr/>
                        <a:lstStyle/>
                        <a:p>
                          <a:endParaRPr lang="es-ES"/>
                        </a:p>
                      </a:txBody>
                      <a:tcPr anchor="ctr">
                        <a:blipFill>
                          <a:blip r:embed="rId3"/>
                          <a:stretch>
                            <a:fillRect l="-100565" t="-399270" r="-735593" b="-1460"/>
                          </a:stretch>
                        </a:blipFill>
                      </a:tcPr>
                    </a:tc>
                    <a:tc>
                      <a:txBody>
                        <a:bodyPr/>
                        <a:lstStyle/>
                        <a:p>
                          <a:endParaRPr lang="es-ES"/>
                        </a:p>
                      </a:txBody>
                      <a:tcPr anchor="ctr">
                        <a:blipFill>
                          <a:blip r:embed="rId3"/>
                          <a:stretch>
                            <a:fillRect l="-119932" t="-399270" r="-339865" b="-1460"/>
                          </a:stretch>
                        </a:blipFill>
                      </a:tcPr>
                    </a:tc>
                    <a:tc>
                      <a:txBody>
                        <a:bodyPr/>
                        <a:lstStyle/>
                        <a:p>
                          <a:endParaRPr lang="es-ES"/>
                        </a:p>
                      </a:txBody>
                      <a:tcPr anchor="ctr">
                        <a:blipFill>
                          <a:blip r:embed="rId3"/>
                          <a:stretch>
                            <a:fillRect l="-220678" t="-399270" r="-241017" b="-1460"/>
                          </a:stretch>
                        </a:blipFill>
                      </a:tcPr>
                    </a:tc>
                    <a:tc>
                      <a:txBody>
                        <a:bodyPr/>
                        <a:lstStyle/>
                        <a:p>
                          <a:endParaRPr lang="es-ES"/>
                        </a:p>
                      </a:txBody>
                      <a:tcPr anchor="ctr">
                        <a:blipFill>
                          <a:blip r:embed="rId3"/>
                          <a:stretch>
                            <a:fillRect l="-177820" t="-399270" r="-33647" b="-1460"/>
                          </a:stretch>
                        </a:blipFill>
                      </a:tcPr>
                    </a:tc>
                    <a:tc>
                      <a:txBody>
                        <a:bodyPr/>
                        <a:lstStyle/>
                        <a:p>
                          <a:endParaRPr lang="es-ES"/>
                        </a:p>
                      </a:txBody>
                      <a:tcPr anchor="ctr">
                        <a:blipFill>
                          <a:blip r:embed="rId3"/>
                          <a:stretch>
                            <a:fillRect l="-835028" t="-399270" r="-1130" b="-1460"/>
                          </a:stretch>
                        </a:blipFill>
                      </a:tcPr>
                    </a:tc>
                    <a:extLst>
                      <a:ext uri="{0D108BD9-81ED-4DB2-BD59-A6C34878D82A}">
                        <a16:rowId xmlns:a16="http://schemas.microsoft.com/office/drawing/2014/main" val="259381274"/>
                      </a:ext>
                    </a:extLst>
                  </a:tr>
                </a:tbl>
              </a:graphicData>
            </a:graphic>
          </p:graphicFrame>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3DC6424-3462-0C49-EDD7-745B3D56CBE9}"/>
                  </a:ext>
                </a:extLst>
              </p:cNvPr>
              <p:cNvSpPr txBox="1"/>
              <p:nvPr/>
            </p:nvSpPr>
            <p:spPr>
              <a:xfrm>
                <a:off x="547625" y="5760116"/>
                <a:ext cx="4163700" cy="676404"/>
              </a:xfrm>
              <a:prstGeom prst="rect">
                <a:avLst/>
              </a:prstGeom>
              <a:noFill/>
            </p:spPr>
            <p:txBody>
              <a:bodyPr wrap="square">
                <a:spAutoFit/>
              </a:bodyPr>
              <a:lstStyle/>
              <a:p>
                <a14:m>
                  <m:oMath xmlns:m="http://schemas.openxmlformats.org/officeDocument/2006/math">
                    <m:sSup>
                      <m:sSupPr>
                        <m:ctrlPr>
                          <a:rPr lang="es-ES" sz="3600" b="1" i="1" smtClean="0">
                            <a:solidFill>
                              <a:srgbClr val="0070C0"/>
                            </a:solidFill>
                            <a:latin typeface="Cambria Math" panose="02040503050406030204" pitchFamily="18" charset="0"/>
                          </a:rPr>
                        </m:ctrlPr>
                      </m:sSupPr>
                      <m:e/>
                      <m:sup>
                        <m:r>
                          <a:rPr lang="es-ES" sz="3600" b="1" i="1" smtClean="0">
                            <a:solidFill>
                              <a:srgbClr val="0070C0"/>
                            </a:solidFill>
                            <a:latin typeface="Cambria Math" panose="02040503050406030204" pitchFamily="18" charset="0"/>
                          </a:rPr>
                          <m:t>∗</m:t>
                        </m:r>
                      </m:sup>
                    </m:sSup>
                  </m:oMath>
                </a14:m>
                <a:r>
                  <a:rPr lang="es-ES" sz="3600" b="0" dirty="0">
                    <a:solidFill>
                      <a:schemeClr val="tx1"/>
                    </a:solidFill>
                    <a:latin typeface="Gill Sans Nova" panose="020B0602020104020203" pitchFamily="34" charset="0"/>
                  </a:rPr>
                  <a:t>Note </a:t>
                </a:r>
                <a:r>
                  <a:rPr lang="es-ES" sz="3600" b="0" dirty="0" err="1">
                    <a:solidFill>
                      <a:schemeClr val="tx1"/>
                    </a:solidFill>
                    <a:latin typeface="Gill Sans Nova" panose="020B0602020104020203" pitchFamily="34" charset="0"/>
                  </a:rPr>
                  <a:t>that</a:t>
                </a:r>
                <a:r>
                  <a:rPr lang="es-ES" sz="3600" b="0" dirty="0">
                    <a:solidFill>
                      <a:schemeClr val="tx1"/>
                    </a:solidFill>
                    <a:latin typeface="Gill Sans Nova" panose="020B0602020104020203" pitchFamily="34" charset="0"/>
                  </a:rPr>
                  <a:t> </a:t>
                </a:r>
                <a14:m>
                  <m:oMath xmlns:m="http://schemas.openxmlformats.org/officeDocument/2006/math">
                    <m:r>
                      <a:rPr lang="es-ES" sz="3600" b="0" i="1" smtClean="0">
                        <a:solidFill>
                          <a:schemeClr val="tx1"/>
                        </a:solidFill>
                        <a:latin typeface="Cambria Math" panose="02040503050406030204" pitchFamily="18" charset="0"/>
                      </a:rPr>
                      <m:t>𝑐</m:t>
                    </m:r>
                    <m:r>
                      <a:rPr lang="es-ES" sz="3600" b="0" i="1" smtClean="0">
                        <a:solidFill>
                          <a:schemeClr val="tx1"/>
                        </a:solidFill>
                        <a:latin typeface="Cambria Math" panose="02040503050406030204" pitchFamily="18" charset="0"/>
                      </a:rPr>
                      <m:t>≥0</m:t>
                    </m:r>
                  </m:oMath>
                </a14:m>
                <a:r>
                  <a:rPr lang="es-ES" sz="3600" dirty="0">
                    <a:solidFill>
                      <a:schemeClr val="tx1"/>
                    </a:solidFill>
                    <a:latin typeface="Gill Sans Nova" panose="020B0602020104020203" pitchFamily="34" charset="0"/>
                  </a:rPr>
                  <a:t>.</a:t>
                </a:r>
              </a:p>
            </p:txBody>
          </p:sp>
        </mc:Choice>
        <mc:Fallback xmlns="">
          <p:sp>
            <p:nvSpPr>
              <p:cNvPr id="9" name="CuadroTexto 8">
                <a:extLst>
                  <a:ext uri="{FF2B5EF4-FFF2-40B4-BE49-F238E27FC236}">
                    <a16:creationId xmlns:a16="http://schemas.microsoft.com/office/drawing/2014/main" id="{03DC6424-3462-0C49-EDD7-745B3D56CBE9}"/>
                  </a:ext>
                </a:extLst>
              </p:cNvPr>
              <p:cNvSpPr txBox="1">
                <a:spLocks noRot="1" noChangeAspect="1" noMove="1" noResize="1" noEditPoints="1" noAdjustHandles="1" noChangeArrowheads="1" noChangeShapeType="1" noTextEdit="1"/>
              </p:cNvSpPr>
              <p:nvPr/>
            </p:nvSpPr>
            <p:spPr>
              <a:xfrm>
                <a:off x="547625" y="5760116"/>
                <a:ext cx="4163700" cy="676404"/>
              </a:xfrm>
              <a:prstGeom prst="rect">
                <a:avLst/>
              </a:prstGeom>
              <a:blipFill>
                <a:blip r:embed="rId4"/>
                <a:stretch>
                  <a:fillRect t="-9910" b="-33333"/>
                </a:stretch>
              </a:blipFill>
            </p:spPr>
            <p:txBody>
              <a:bodyPr/>
              <a:lstStyle/>
              <a:p>
                <a:r>
                  <a:rPr lang="es-ES">
                    <a:noFill/>
                  </a:rPr>
                  <a:t> </a:t>
                </a:r>
              </a:p>
            </p:txBody>
          </p:sp>
        </mc:Fallback>
      </mc:AlternateContent>
    </p:spTree>
    <p:extLst>
      <p:ext uri="{BB962C8B-B14F-4D97-AF65-F5344CB8AC3E}">
        <p14:creationId xmlns:p14="http://schemas.microsoft.com/office/powerpoint/2010/main" val="16594002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EE11-491E-A4C4-0C76-FFCD8B32408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BB16D75-138A-5F5F-6705-56A46741BB2F}"/>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𝑦</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𝐴</m:t>
                      </m:r>
                      <m:r>
                        <a:rPr lang="es-ES" sz="3600" b="1" i="1" smtClean="0">
                          <a:solidFill>
                            <a:srgbClr val="0070C0"/>
                          </a:solidFill>
                          <a:latin typeface="Cambria Math" panose="02040503050406030204" pitchFamily="18" charset="0"/>
                        </a:rPr>
                        <m:t>𝒙𝒚</m:t>
                      </m:r>
                    </m:oMath>
                  </m:oMathPara>
                </a14:m>
                <a:endParaRPr lang="en-US" sz="3600" b="1" dirty="0">
                  <a:latin typeface="Gill Sans Nova" panose="020B0602020104020203" pitchFamily="34" charset="0"/>
                </a:endParaRP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b="1" i="1">
                        <a:solidFill>
                          <a:srgbClr val="0070C0"/>
                        </a:solidFill>
                        <a:latin typeface="Cambria Math" panose="02040503050406030204" pitchFamily="18" charset="0"/>
                      </a:rPr>
                      <m:t>𝒙𝒚</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ABB16D75-138A-5F5F-6705-56A46741BB2F}"/>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B4077630-0B54-B8FF-9E85-54EC0682305E}"/>
              </a:ext>
            </a:extLst>
          </p:cNvPr>
          <p:cNvSpPr>
            <a:spLocks noGrp="1"/>
          </p:cNvSpPr>
          <p:nvPr>
            <p:ph type="title"/>
          </p:nvPr>
        </p:nvSpPr>
        <p:spPr>
          <a:xfrm>
            <a:off x="420625" y="254955"/>
            <a:ext cx="10760455" cy="686433"/>
          </a:xfrm>
        </p:spPr>
        <p:txBody>
          <a:bodyPr>
            <a:noAutofit/>
          </a:bodyPr>
          <a:lstStyle/>
          <a:p>
            <a:r>
              <a:rPr lang="en-US" sz="4800" noProof="0" dirty="0">
                <a:latin typeface="Gill Sans Nova" panose="020B0602020104020203" pitchFamily="34" charset="0"/>
              </a:rPr>
              <a:t>Product </a:t>
            </a:r>
            <a:r>
              <a:rPr lang="en-US" sz="4800" dirty="0">
                <a:latin typeface="Gill Sans Nova" panose="020B0602020104020203" pitchFamily="34" charset="0"/>
              </a:rPr>
              <a:t>of continuous and binary </a:t>
            </a:r>
            <a:r>
              <a:rPr lang="en-US" sz="4800" noProof="0" dirty="0">
                <a:latin typeface="Gill Sans Nova" panose="020B0602020104020203" pitchFamily="34" charset="0"/>
              </a:rPr>
              <a:t>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E4202B51-AF38-4573-CBD5-C2B7E6BBF56C}"/>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F514A7C2-1864-76E1-9079-50E9D046E59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141</a:t>
            </a:fld>
            <a:endParaRPr lang="en-US" noProof="0" dirty="0"/>
          </a:p>
        </p:txBody>
      </p:sp>
    </p:spTree>
    <p:extLst>
      <p:ext uri="{BB962C8B-B14F-4D97-AF65-F5344CB8AC3E}">
        <p14:creationId xmlns:p14="http://schemas.microsoft.com/office/powerpoint/2010/main" val="19904833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F59D4-B019-3C92-BFF9-23513A4C0C3D}"/>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E96B6271-0310-DE64-EDE4-4D348D9CAEA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142</a:t>
            </a:fld>
            <a:endParaRPr lang="en-US" noProof="0" dirty="0"/>
          </a:p>
        </p:txBody>
      </p:sp>
      <p:sp>
        <p:nvSpPr>
          <p:cNvPr id="8" name="Marcador de contenido 2">
            <a:extLst>
              <a:ext uri="{FF2B5EF4-FFF2-40B4-BE49-F238E27FC236}">
                <a16:creationId xmlns:a16="http://schemas.microsoft.com/office/drawing/2014/main" id="{987912F7-8F83-D509-5308-D431AE7677B8}"/>
              </a:ext>
            </a:extLst>
          </p:cNvPr>
          <p:cNvSpPr>
            <a:spLocks noGrp="1"/>
          </p:cNvSpPr>
          <p:nvPr>
            <p:ph idx="1"/>
          </p:nvPr>
        </p:nvSpPr>
        <p:spPr>
          <a:xfrm>
            <a:off x="629412" y="1735809"/>
            <a:ext cx="10933176" cy="4576090"/>
          </a:xfrm>
        </p:spPr>
        <p:txBody>
          <a:bodyPr>
            <a:noAutofit/>
          </a:bodyPr>
          <a:lstStyle/>
          <a:p>
            <a:pPr marL="0" indent="0" algn="ctr">
              <a:buClr>
                <a:srgbClr val="0070C0"/>
              </a:buClr>
              <a:buSzPct val="100000"/>
              <a:buNone/>
            </a:pPr>
            <a:endParaRPr lang="es-ES" sz="4800" noProof="0" dirty="0">
              <a:latin typeface="Gill Sans Nova" panose="020B0602020104020203" pitchFamily="34" charset="0"/>
            </a:endParaRPr>
          </a:p>
          <a:p>
            <a:pPr marL="0" indent="0" algn="ctr">
              <a:buClr>
                <a:srgbClr val="0070C0"/>
              </a:buClr>
              <a:buSzPct val="100000"/>
              <a:buNone/>
            </a:pPr>
            <a:r>
              <a:rPr lang="es-ES" sz="6000" noProof="0" dirty="0" err="1">
                <a:latin typeface="Gill Sans Nova" panose="020B0602020104020203" pitchFamily="34" charset="0"/>
              </a:rPr>
              <a:t>Disjunctive</a:t>
            </a:r>
            <a:r>
              <a:rPr lang="es-ES" sz="6000" noProof="0" dirty="0">
                <a:latin typeface="Gill Sans Nova" panose="020B0602020104020203" pitchFamily="34" charset="0"/>
              </a:rPr>
              <a:t> </a:t>
            </a:r>
            <a:r>
              <a:rPr lang="es-ES" sz="6000" noProof="0" dirty="0" err="1">
                <a:latin typeface="Gill Sans Nova" panose="020B0602020104020203" pitchFamily="34" charset="0"/>
              </a:rPr>
              <a:t>linearization</a:t>
            </a:r>
            <a:endParaRPr lang="es-ES" sz="6000" noProof="0" dirty="0">
              <a:latin typeface="Gill Sans Nova" panose="020B0602020104020203" pitchFamily="34" charset="0"/>
            </a:endParaRPr>
          </a:p>
          <a:p>
            <a:pPr marL="0" indent="0" algn="ctr">
              <a:buClr>
                <a:srgbClr val="0070C0"/>
              </a:buClr>
              <a:buSzPct val="100000"/>
              <a:buNone/>
            </a:pPr>
            <a:r>
              <a:rPr lang="es-ES" sz="6000" noProof="0" dirty="0">
                <a:latin typeface="Gill Sans Nova" panose="020B0602020104020203" pitchFamily="34" charset="0"/>
              </a:rPr>
              <a:t>&amp;</a:t>
            </a:r>
          </a:p>
          <a:p>
            <a:pPr marL="0" indent="0" algn="ctr">
              <a:buClr>
                <a:srgbClr val="0070C0"/>
              </a:buClr>
              <a:buSzPct val="100000"/>
              <a:buNone/>
            </a:pPr>
            <a:r>
              <a:rPr lang="es-ES" sz="6000" noProof="0" dirty="0">
                <a:latin typeface="Gill Sans Nova" panose="020B0602020104020203" pitchFamily="34" charset="0"/>
              </a:rPr>
              <a:t>Big M </a:t>
            </a:r>
            <a:r>
              <a:rPr lang="es-ES" sz="6000" noProof="0" dirty="0" err="1">
                <a:latin typeface="Gill Sans Nova" panose="020B0602020104020203" pitchFamily="34" charset="0"/>
              </a:rPr>
              <a:t>method</a:t>
            </a:r>
            <a:endParaRPr lang="en-US" sz="6000" noProof="0" dirty="0">
              <a:latin typeface="Gill Sans Nova" panose="020B0602020104020203" pitchFamily="34" charset="0"/>
            </a:endParaRPr>
          </a:p>
        </p:txBody>
      </p:sp>
      <p:sp>
        <p:nvSpPr>
          <p:cNvPr id="5" name="Título 1">
            <a:extLst>
              <a:ext uri="{FF2B5EF4-FFF2-40B4-BE49-F238E27FC236}">
                <a16:creationId xmlns:a16="http://schemas.microsoft.com/office/drawing/2014/main" id="{762CEAAE-65DB-A873-926F-E77616DF462B}"/>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6" name="Rectángulo 5">
            <a:extLst>
              <a:ext uri="{FF2B5EF4-FFF2-40B4-BE49-F238E27FC236}">
                <a16:creationId xmlns:a16="http://schemas.microsoft.com/office/drawing/2014/main" id="{D63A6289-C1B8-5C3F-CF1D-C48C64B28FA8}"/>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714028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2CDC8-4812-883B-9AFF-56D67B63006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D30C4EAA-5F43-01F9-6160-535DBA974B12}"/>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𝑦</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𝐴</m:t>
                      </m:r>
                      <m:r>
                        <a:rPr lang="es-ES" sz="3600" b="1" i="1" smtClean="0">
                          <a:solidFill>
                            <a:srgbClr val="0070C0"/>
                          </a:solidFill>
                          <a:latin typeface="Cambria Math" panose="02040503050406030204" pitchFamily="18" charset="0"/>
                        </a:rPr>
                        <m:t>𝒙𝒚</m:t>
                      </m:r>
                    </m:oMath>
                  </m:oMathPara>
                </a14:m>
                <a:endParaRPr lang="en-US" sz="3600" b="1" dirty="0">
                  <a:latin typeface="Gill Sans Nova" panose="020B0602020104020203" pitchFamily="34" charset="0"/>
                </a:endParaRP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b="1" i="1">
                        <a:solidFill>
                          <a:srgbClr val="0070C0"/>
                        </a:solidFill>
                        <a:latin typeface="Cambria Math" panose="02040503050406030204" pitchFamily="18" charset="0"/>
                      </a:rPr>
                      <m:t>𝒙𝒚</m:t>
                    </m:r>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D30C4EAA-5F43-01F9-6160-535DBA974B12}"/>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D12EF050-FB8C-456A-9933-423901E0F0B6}"/>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7DD8EFD-1736-BF8B-07F8-3B06DDE7FFAC}"/>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63CC1C4F-03B5-D871-84E6-95E39898A825}"/>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143</a:t>
            </a:fld>
            <a:endParaRPr lang="en-US" noProof="0" dirty="0"/>
          </a:p>
        </p:txBody>
      </p:sp>
      <mc:AlternateContent xmlns:mc="http://schemas.openxmlformats.org/markup-compatibility/2006" xmlns:a14="http://schemas.microsoft.com/office/drawing/2010/main">
        <mc:Choice Requires="a14">
          <p:sp>
            <p:nvSpPr>
              <p:cNvPr id="4" name="Marcador de contenido 2">
                <a:extLst>
                  <a:ext uri="{FF2B5EF4-FFF2-40B4-BE49-F238E27FC236}">
                    <a16:creationId xmlns:a16="http://schemas.microsoft.com/office/drawing/2014/main" id="{D0CAF6F3-90DC-738B-889E-B0C2194E211F}"/>
                  </a:ext>
                </a:extLst>
              </p:cNvPr>
              <p:cNvSpPr txBox="1">
                <a:spLocks/>
              </p:cNvSpPr>
              <p:nvPr/>
            </p:nvSpPr>
            <p:spPr>
              <a:xfrm>
                <a:off x="4957011" y="1371134"/>
                <a:ext cx="6699183"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b="0" i="1" smtClean="0">
                                  <a:latin typeface="Cambria Math" panose="02040503050406030204" pitchFamily="18" charset="0"/>
                                </a:rPr>
                                <m:t>,</m:t>
                              </m:r>
                              <m:r>
                                <a:rPr lang="es-ES" sz="3600" b="1" i="1" smtClean="0">
                                  <a:solidFill>
                                    <a:srgbClr val="0070C0"/>
                                  </a:solidFill>
                                  <a:latin typeface="Cambria Math" panose="02040503050406030204" pitchFamily="18" charset="0"/>
                                </a:rPr>
                                <m:t>𝒘</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i="1" smtClean="0">
                              <a:latin typeface="Cambria Math" panose="02040503050406030204" pitchFamily="18" charset="0"/>
                            </a:rPr>
                            <m:t>,</m:t>
                          </m:r>
                          <m:r>
                            <a:rPr lang="es-ES" sz="3600" i="1" smtClean="0">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i="1" smtClean="0">
                          <a:latin typeface="Cambria Math" panose="02040503050406030204" pitchFamily="18" charset="0"/>
                        </a:rPr>
                        <m:t>𝑦</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i="1">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i="1" smtClean="0">
                              <a:latin typeface="Cambria Math" panose="02040503050406030204" pitchFamily="18" charset="0"/>
                            </a:rPr>
                            <m:t>,</m:t>
                          </m:r>
                          <m:r>
                            <a:rPr lang="es-ES" sz="360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𝐴</m:t>
                      </m:r>
                      <m:r>
                        <a:rPr lang="es-ES" sz="3600" b="1" i="1" smtClean="0">
                          <a:solidFill>
                            <a:srgbClr val="0070C0"/>
                          </a:solidFill>
                          <a:latin typeface="Cambria Math" panose="02040503050406030204" pitchFamily="18" charset="0"/>
                        </a:rPr>
                        <m:t>𝒘</m:t>
                      </m:r>
                    </m:oMath>
                  </m:oMathPara>
                </a14:m>
                <a:endParaRPr lang="en-US" sz="3600" b="1" dirty="0">
                  <a:latin typeface="Gill Sans Nova" panose="020B0602020104020203" pitchFamily="34"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𝑴𝒚</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𝒘</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𝑴𝒚</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𝑴</m:t>
                      </m:r>
                      <m:d>
                        <m:dPr>
                          <m:ctrlPr>
                            <a:rPr lang="es-ES" sz="3600" b="1" i="1" smtClean="0">
                              <a:solidFill>
                                <a:srgbClr val="0070C0"/>
                              </a:solidFill>
                              <a:latin typeface="Cambria Math" panose="02040503050406030204" pitchFamily="18" charset="0"/>
                            </a:rPr>
                          </m:ctrlPr>
                        </m:dPr>
                        <m:e>
                          <m:r>
                            <a:rPr lang="es-ES" sz="3600" b="1" i="1" smtClean="0">
                              <a:solidFill>
                                <a:srgbClr val="0070C0"/>
                              </a:solidFill>
                              <a:latin typeface="Cambria Math" panose="02040503050406030204" pitchFamily="18" charset="0"/>
                            </a:rPr>
                            <m:t>𝟏</m:t>
                          </m:r>
                          <m:r>
                            <a:rPr lang="es-ES" sz="3600" b="1" i="1" smtClean="0">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𝒚</m:t>
                          </m:r>
                        </m:e>
                      </m:d>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𝒙</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𝒘</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𝑴</m:t>
                      </m:r>
                      <m:d>
                        <m:dPr>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𝟏</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𝒚</m:t>
                          </m:r>
                        </m:e>
                      </m:d>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endParaRPr lang="en-US" sz="18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where </a:t>
                </a:r>
                <a14:m>
                  <m:oMath xmlns:m="http://schemas.openxmlformats.org/officeDocument/2006/math">
                    <m:r>
                      <a:rPr lang="es-ES" sz="3600" b="0" i="1" dirty="0" smtClean="0">
                        <a:latin typeface="Cambria Math" panose="02040503050406030204" pitchFamily="18" charset="0"/>
                      </a:rPr>
                      <m:t>𝑀</m:t>
                    </m:r>
                  </m:oMath>
                </a14:m>
                <a:r>
                  <a:rPr lang="en-US" sz="3600" dirty="0">
                    <a:latin typeface="Gill Sans Nova" panose="020B0602020104020203" pitchFamily="34" charset="0"/>
                  </a:rPr>
                  <a:t> is a large constant</a:t>
                </a:r>
                <a14:m>
                  <m:oMath xmlns:m="http://schemas.openxmlformats.org/officeDocument/2006/math">
                    <m:r>
                      <a:rPr lang="es-ES" sz="3600" i="1" dirty="0">
                        <a:latin typeface="Cambria Math" panose="02040503050406030204" pitchFamily="18" charset="0"/>
                      </a:rPr>
                      <m:t>.</m:t>
                    </m:r>
                  </m:oMath>
                </a14:m>
                <a:endParaRPr lang="en-US" sz="3600" dirty="0">
                  <a:latin typeface="Gill Sans Nova" panose="020B0602020104020203" pitchFamily="34" charset="0"/>
                </a:endParaRPr>
              </a:p>
            </p:txBody>
          </p:sp>
        </mc:Choice>
        <mc:Fallback xmlns="">
          <p:sp>
            <p:nvSpPr>
              <p:cNvPr id="4" name="Marcador de contenido 2">
                <a:extLst>
                  <a:ext uri="{FF2B5EF4-FFF2-40B4-BE49-F238E27FC236}">
                    <a16:creationId xmlns:a16="http://schemas.microsoft.com/office/drawing/2014/main" id="{D0CAF6F3-90DC-738B-889E-B0C2194E211F}"/>
                  </a:ext>
                </a:extLst>
              </p:cNvPr>
              <p:cNvSpPr txBox="1">
                <a:spLocks noRot="1" noChangeAspect="1" noMove="1" noResize="1" noEditPoints="1" noAdjustHandles="1" noChangeArrowheads="1" noChangeShapeType="1" noTextEdit="1"/>
              </p:cNvSpPr>
              <p:nvPr/>
            </p:nvSpPr>
            <p:spPr>
              <a:xfrm>
                <a:off x="4957011" y="1371134"/>
                <a:ext cx="6699183" cy="4788985"/>
              </a:xfrm>
              <a:prstGeom prst="rect">
                <a:avLst/>
              </a:prstGeom>
              <a:blipFill>
                <a:blip r:embed="rId4"/>
                <a:stretch>
                  <a:fillRect l="-2730" b="-8397"/>
                </a:stretch>
              </a:blipFill>
            </p:spPr>
            <p:txBody>
              <a:bodyPr/>
              <a:lstStyle/>
              <a:p>
                <a:r>
                  <a:rPr lang="es-ES">
                    <a:noFill/>
                  </a:rPr>
                  <a:t> </a:t>
                </a:r>
              </a:p>
            </p:txBody>
          </p:sp>
        </mc:Fallback>
      </mc:AlternateContent>
    </p:spTree>
    <p:extLst>
      <p:ext uri="{BB962C8B-B14F-4D97-AF65-F5344CB8AC3E}">
        <p14:creationId xmlns:p14="http://schemas.microsoft.com/office/powerpoint/2010/main" val="290426560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70A6D-1B3E-72D6-B01F-D8CA2EC5CBE6}"/>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61D2B6D5-A9E9-B6B7-9C0C-F241999DF18B}"/>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144</a:t>
            </a:fld>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C1997B70-4E72-FA3C-FEA3-A83514E5ABAF}"/>
                  </a:ext>
                </a:extLst>
              </p:cNvPr>
              <p:cNvSpPr>
                <a:spLocks noGrp="1"/>
              </p:cNvSpPr>
              <p:nvPr>
                <p:ph idx="1"/>
              </p:nvPr>
            </p:nvSpPr>
            <p:spPr>
              <a:xfrm>
                <a:off x="629412" y="1386038"/>
                <a:ext cx="10933176" cy="4925861"/>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b="0" i="1" smtClean="0">
                        <a:latin typeface="Cambria Math" panose="02040503050406030204" pitchFamily="18" charset="0"/>
                      </a:rPr>
                      <m:t>𝑦</m:t>
                    </m:r>
                    <m:r>
                      <a:rPr lang="es-ES" sz="3600" i="1">
                        <a:latin typeface="Cambria Math" panose="02040503050406030204" pitchFamily="18" charset="0"/>
                      </a:rPr>
                      <m:t>=</m:t>
                    </m:r>
                    <m:r>
                      <a:rPr lang="es-ES" sz="3600" b="0" i="1" smtClean="0">
                        <a:latin typeface="Cambria Math" panose="02040503050406030204" pitchFamily="18" charset="0"/>
                      </a:rPr>
                      <m:t>1</m:t>
                    </m:r>
                  </m:oMath>
                </a14:m>
                <a:r>
                  <a:rPr lang="en-US" sz="3600" dirty="0">
                    <a:latin typeface="Gill Sans Nova" panose="020B0602020104020203" pitchFamily="34" charset="0"/>
                  </a:rPr>
                  <a:t>:</a:t>
                </a:r>
              </a:p>
              <a:p>
                <a:pPr marL="0" indent="0" algn="just">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𝑀</m:t>
                      </m:r>
                      <m:d>
                        <m:dPr>
                          <m:ctrlPr>
                            <a:rPr lang="es-ES" sz="3600" b="0" i="1">
                              <a:solidFill>
                                <a:schemeClr val="tx1"/>
                              </a:solidFill>
                              <a:latin typeface="Cambria Math" panose="02040503050406030204" pitchFamily="18" charset="0"/>
                            </a:rPr>
                          </m:ctrlPr>
                        </m:dPr>
                        <m:e>
                          <m:r>
                            <a:rPr lang="es-ES" sz="3600" b="0" i="1">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1</m:t>
                          </m:r>
                        </m:e>
                      </m:d>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𝑤</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𝑀</m:t>
                      </m:r>
                      <m:d>
                        <m:dPr>
                          <m:ctrlPr>
                            <a:rPr lang="es-ES" sz="3600" b="0" i="1">
                              <a:solidFill>
                                <a:schemeClr val="tx1"/>
                              </a:solidFill>
                              <a:latin typeface="Cambria Math" panose="02040503050406030204" pitchFamily="18" charset="0"/>
                            </a:rPr>
                          </m:ctrlPr>
                        </m:dPr>
                        <m:e>
                          <m:r>
                            <a:rPr lang="es-ES" sz="3600" b="0" i="1">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1</m:t>
                          </m:r>
                        </m:e>
                      </m:d>
                      <m:r>
                        <a:rPr lang="es-ES" sz="3600" b="0" i="1" smtClean="0">
                          <a:solidFill>
                            <a:srgbClr val="0070C0"/>
                          </a:solidFill>
                          <a:latin typeface="Cambria Math" panose="02040503050406030204" pitchFamily="18" charset="0"/>
                        </a:rPr>
                        <m:t>→</m:t>
                      </m:r>
                      <m:r>
                        <a:rPr lang="es-ES" sz="3600" b="0" i="1" smtClean="0">
                          <a:solidFill>
                            <a:schemeClr val="tx1"/>
                          </a:solidFill>
                          <a:latin typeface="Cambria Math" panose="02040503050406030204" pitchFamily="18" charset="0"/>
                        </a:rPr>
                        <m:t>0</m:t>
                      </m:r>
                      <m:r>
                        <a:rPr lang="es-ES" sz="3600" i="1">
                          <a:latin typeface="Cambria Math" panose="02040503050406030204" pitchFamily="18" charset="0"/>
                        </a:rPr>
                        <m:t>≤</m:t>
                      </m:r>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𝑤</m:t>
                      </m:r>
                      <m:r>
                        <a:rPr lang="es-ES" sz="3600" b="0" i="1" smtClean="0">
                          <a:latin typeface="Cambria Math" panose="02040503050406030204" pitchFamily="18" charset="0"/>
                        </a:rPr>
                        <m:t>≤0→</m:t>
                      </m:r>
                    </m:oMath>
                  </m:oMathPara>
                </a14:m>
                <a:endParaRPr lang="es-ES" sz="3600" b="0" dirty="0">
                  <a:latin typeface="Gill Sans Nova" panose="020B0602020104020203" pitchFamily="34" charset="0"/>
                </a:endParaRPr>
              </a:p>
              <a:p>
                <a:pPr marL="0" indent="0" algn="just">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 </m:t>
                      </m:r>
                      <m:r>
                        <a:rPr lang="es-ES" sz="3600" b="0" i="1" smtClean="0">
                          <a:latin typeface="Cambria Math" panose="02040503050406030204" pitchFamily="18" charset="0"/>
                        </a:rPr>
                        <m:t>  </m:t>
                      </m:r>
                      <m:r>
                        <a:rPr lang="es-ES" sz="3600" b="0" i="1" smtClean="0">
                          <a:solidFill>
                            <a:srgbClr val="0070C0"/>
                          </a:solidFill>
                          <a:latin typeface="Cambria Math" panose="02040503050406030204" pitchFamily="18" charset="0"/>
                        </a:rPr>
                        <m:t>→</m:t>
                      </m:r>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𝑤</m:t>
                      </m:r>
                      <m:r>
                        <a:rPr lang="es-ES" sz="3600" b="0" i="1" smtClean="0">
                          <a:latin typeface="Cambria Math" panose="02040503050406030204" pitchFamily="18" charset="0"/>
                        </a:rPr>
                        <m:t>=0→</m:t>
                      </m:r>
                      <m:r>
                        <a:rPr lang="es-ES" sz="3600" b="1" i="1" smtClean="0">
                          <a:solidFill>
                            <a:srgbClr val="0070C0"/>
                          </a:solidFill>
                          <a:latin typeface="Cambria Math" panose="02040503050406030204" pitchFamily="18" charset="0"/>
                        </a:rPr>
                        <m:t>𝒘</m:t>
                      </m:r>
                      <m:r>
                        <a:rPr lang="es-ES" sz="3600" b="1" i="1" smtClean="0">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𝒙</m:t>
                      </m:r>
                    </m:oMath>
                  </m:oMathPara>
                </a14:m>
                <a:endParaRPr lang="en-US" sz="3600" b="1" dirty="0">
                  <a:latin typeface="Gill Sans Nova" panose="020B0602020104020203" pitchFamily="34" charset="0"/>
                </a:endParaRPr>
              </a:p>
              <a:p>
                <a:pPr marL="0" indent="0" algn="just">
                  <a:buClr>
                    <a:srgbClr val="0070C0"/>
                  </a:buClr>
                  <a:buSzPct val="100000"/>
                  <a:buNone/>
                </a:pPr>
                <a14:m>
                  <m:oMath xmlns:m="http://schemas.openxmlformats.org/officeDocument/2006/math">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·1≤</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·1→</m:t>
                    </m:r>
                  </m:oMath>
                </a14:m>
                <a:r>
                  <a:rPr lang="es-ES" sz="3600" dirty="0"/>
                  <a:t> </a:t>
                </a:r>
                <a14:m>
                  <m:oMath xmlns:m="http://schemas.openxmlformats.org/officeDocument/2006/math">
                    <m:r>
                      <a:rPr lang="es-ES" sz="3600" b="0" i="0" smtClean="0">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oMath>
                </a14:m>
                <a:endParaRPr lang="en-US" sz="3600" dirty="0">
                  <a:latin typeface="Gill Sans Nova" panose="020B0602020104020203" pitchFamily="34" charset="0"/>
                </a:endParaRPr>
              </a:p>
              <a:p>
                <a:pPr marL="0" indent="0" algn="just">
                  <a:buClr>
                    <a:srgbClr val="0070C0"/>
                  </a:buClr>
                  <a:buSzPct val="100000"/>
                  <a:buNone/>
                </a:pPr>
                <a:endParaRPr lang="en-US" sz="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Note that </a:t>
                </a:r>
                <a14:m>
                  <m:oMath xmlns:m="http://schemas.openxmlformats.org/officeDocument/2006/math">
                    <m:r>
                      <a:rPr lang="es-ES" sz="3600">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oMath>
                </a14:m>
                <a:r>
                  <a:rPr lang="en-US" sz="3600" dirty="0">
                    <a:latin typeface="Gill Sans Nova" panose="020B0602020104020203" pitchFamily="34" charset="0"/>
                  </a:rPr>
                  <a:t> and </a:t>
                </a:r>
                <a14:m>
                  <m:oMath xmlns:m="http://schemas.openxmlformats.org/officeDocument/2006/math">
                    <m:r>
                      <a:rPr lang="es-ES" sz="3600" b="0" i="1" smtClean="0">
                        <a:solidFill>
                          <a:schemeClr val="tx1"/>
                        </a:solidFill>
                        <a:latin typeface="Cambria Math" panose="02040503050406030204" pitchFamily="18" charset="0"/>
                      </a:rPr>
                      <m:t>𝑤</m:t>
                    </m:r>
                    <m:r>
                      <a:rPr lang="es-ES" sz="3600" b="0" i="1" smtClean="0">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𝑥</m:t>
                    </m:r>
                  </m:oMath>
                </a14:m>
                <a:r>
                  <a:rPr lang="en-US" sz="3600" dirty="0">
                    <a:latin typeface="Gill Sans Nova" panose="020B0602020104020203" pitchFamily="34" charset="0"/>
                  </a:rPr>
                  <a:t>, i.e., </a:t>
                </a:r>
                <a14:m>
                  <m:oMath xmlns:m="http://schemas.openxmlformats.org/officeDocument/2006/math">
                    <m:r>
                      <a:rPr lang="es-ES" sz="3600">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m:t>
                    </m:r>
                    <m:r>
                      <a:rPr lang="es-ES" sz="3600" b="0" i="1" smtClean="0">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𝑀</m:t>
                    </m:r>
                  </m:oMath>
                </a14:m>
                <a:r>
                  <a:rPr lang="en-US" sz="3600" dirty="0">
                    <a:latin typeface="Gill Sans Nova" panose="020B0602020104020203" pitchFamily="34" charset="0"/>
                  </a:rPr>
                  <a:t>.</a:t>
                </a:r>
              </a:p>
              <a:p>
                <a:pPr marL="0" indent="0" algn="just">
                  <a:buClr>
                    <a:srgbClr val="0070C0"/>
                  </a:buClr>
                  <a:buSzPct val="100000"/>
                  <a:buNone/>
                </a:pPr>
                <a:r>
                  <a:rPr lang="en-US" sz="3600" dirty="0">
                    <a:solidFill>
                      <a:srgbClr val="FF0000"/>
                    </a:solidFill>
                    <a:latin typeface="Gill Sans Nova" panose="020B0602020104020203" pitchFamily="34" charset="0"/>
                  </a:rPr>
                  <a:t>The value of </a:t>
                </a:r>
                <a14:m>
                  <m:oMath xmlns:m="http://schemas.openxmlformats.org/officeDocument/2006/math">
                    <m:r>
                      <a:rPr lang="es-ES" sz="3600" i="1" smtClean="0">
                        <a:solidFill>
                          <a:srgbClr val="FF0000"/>
                        </a:solidFill>
                        <a:latin typeface="Cambria Math" panose="02040503050406030204" pitchFamily="18" charset="0"/>
                      </a:rPr>
                      <m:t>𝑀</m:t>
                    </m:r>
                  </m:oMath>
                </a14:m>
                <a:r>
                  <a:rPr lang="en-US" sz="3600" dirty="0">
                    <a:solidFill>
                      <a:srgbClr val="FF0000"/>
                    </a:solidFill>
                    <a:latin typeface="Gill Sans Nova" panose="020B0602020104020203" pitchFamily="34" charset="0"/>
                  </a:rPr>
                  <a:t> must be selected such that </a:t>
                </a:r>
                <a14:m>
                  <m:oMath xmlns:m="http://schemas.openxmlformats.org/officeDocument/2006/math">
                    <m:r>
                      <a:rPr lang="es-ES" sz="3600" smtClean="0">
                        <a:solidFill>
                          <a:srgbClr val="FF0000"/>
                        </a:solidFill>
                        <a:latin typeface="Cambria Math" panose="02040503050406030204" pitchFamily="18" charset="0"/>
                      </a:rPr>
                      <m:t>−</m:t>
                    </m:r>
                    <m:r>
                      <a:rPr lang="es-ES" sz="3600" i="1" smtClean="0">
                        <a:solidFill>
                          <a:srgbClr val="FF0000"/>
                        </a:solidFill>
                        <a:latin typeface="Cambria Math" panose="02040503050406030204" pitchFamily="18" charset="0"/>
                      </a:rPr>
                      <m:t>𝑀</m:t>
                    </m:r>
                    <m:r>
                      <a:rPr lang="es-ES" sz="3600" i="1" smtClean="0">
                        <a:solidFill>
                          <a:srgbClr val="FF0000"/>
                        </a:solidFill>
                        <a:latin typeface="Cambria Math" panose="02040503050406030204" pitchFamily="18" charset="0"/>
                      </a:rPr>
                      <m:t>≤</m:t>
                    </m:r>
                    <m:r>
                      <a:rPr lang="es-ES" sz="3600" i="1" smtClean="0">
                        <a:solidFill>
                          <a:srgbClr val="FF0000"/>
                        </a:solidFill>
                        <a:latin typeface="Cambria Math" panose="02040503050406030204" pitchFamily="18" charset="0"/>
                      </a:rPr>
                      <m:t>𝑥</m:t>
                    </m:r>
                    <m:r>
                      <a:rPr lang="es-ES" sz="3600" i="1" smtClean="0">
                        <a:solidFill>
                          <a:srgbClr val="FF0000"/>
                        </a:solidFill>
                        <a:latin typeface="Cambria Math" panose="02040503050406030204" pitchFamily="18" charset="0"/>
                      </a:rPr>
                      <m:t>≤</m:t>
                    </m:r>
                    <m:r>
                      <a:rPr lang="es-ES" sz="3600" i="1" smtClean="0">
                        <a:solidFill>
                          <a:srgbClr val="FF0000"/>
                        </a:solidFill>
                        <a:latin typeface="Cambria Math" panose="02040503050406030204" pitchFamily="18" charset="0"/>
                      </a:rPr>
                      <m:t>𝑀</m:t>
                    </m:r>
                  </m:oMath>
                </a14:m>
                <a:r>
                  <a:rPr lang="en-US" sz="3600" dirty="0">
                    <a:solidFill>
                      <a:srgbClr val="FF0000"/>
                    </a:solidFill>
                    <a:latin typeface="Gill Sans Nova" panose="020B0602020104020203" pitchFamily="34" charset="0"/>
                  </a:rPr>
                  <a:t> is not more restrictive than </a:t>
                </a:r>
                <a14:m>
                  <m:oMath xmlns:m="http://schemas.openxmlformats.org/officeDocument/2006/math">
                    <m:bar>
                      <m:barPr>
                        <m:pos m:val="bot"/>
                        <m:ctrlPr>
                          <a:rPr lang="es-ES" sz="3600" i="1" smtClean="0">
                            <a:solidFill>
                              <a:srgbClr val="FF0000"/>
                            </a:solidFill>
                            <a:latin typeface="Cambria Math" panose="02040503050406030204" pitchFamily="18" charset="0"/>
                          </a:rPr>
                        </m:ctrlPr>
                      </m:barPr>
                      <m:e>
                        <m:r>
                          <a:rPr lang="es-ES" sz="3600" i="1" smtClean="0">
                            <a:solidFill>
                              <a:srgbClr val="FF0000"/>
                            </a:solidFill>
                            <a:latin typeface="Cambria Math" panose="02040503050406030204" pitchFamily="18" charset="0"/>
                          </a:rPr>
                          <m:t>𝑋</m:t>
                        </m:r>
                      </m:e>
                    </m:bar>
                    <m:r>
                      <a:rPr lang="es-ES" sz="3600" i="1" smtClean="0">
                        <a:solidFill>
                          <a:srgbClr val="FF0000"/>
                        </a:solidFill>
                        <a:latin typeface="Cambria Math" panose="02040503050406030204" pitchFamily="18" charset="0"/>
                      </a:rPr>
                      <m:t>≤</m:t>
                    </m:r>
                    <m:r>
                      <a:rPr lang="es-ES" sz="3600" i="1" smtClean="0">
                        <a:solidFill>
                          <a:srgbClr val="FF0000"/>
                        </a:solidFill>
                        <a:latin typeface="Cambria Math" panose="02040503050406030204" pitchFamily="18" charset="0"/>
                      </a:rPr>
                      <m:t>𝑥</m:t>
                    </m:r>
                    <m:r>
                      <a:rPr lang="es-ES" sz="3600" i="1" smtClean="0">
                        <a:solidFill>
                          <a:srgbClr val="FF0000"/>
                        </a:solidFill>
                        <a:latin typeface="Cambria Math" panose="02040503050406030204" pitchFamily="18" charset="0"/>
                      </a:rPr>
                      <m:t>≤</m:t>
                    </m:r>
                    <m:bar>
                      <m:barPr>
                        <m:pos m:val="top"/>
                        <m:ctrlPr>
                          <a:rPr lang="es-ES" sz="3600" i="1" smtClean="0">
                            <a:solidFill>
                              <a:srgbClr val="FF0000"/>
                            </a:solidFill>
                            <a:latin typeface="Cambria Math" panose="02040503050406030204" pitchFamily="18" charset="0"/>
                          </a:rPr>
                        </m:ctrlPr>
                      </m:barPr>
                      <m:e>
                        <m:r>
                          <a:rPr lang="es-ES" sz="3600" i="1" smtClean="0">
                            <a:solidFill>
                              <a:srgbClr val="FF0000"/>
                            </a:solidFill>
                            <a:latin typeface="Cambria Math" panose="02040503050406030204" pitchFamily="18" charset="0"/>
                          </a:rPr>
                          <m:t>𝑋</m:t>
                        </m:r>
                      </m:e>
                    </m:bar>
                  </m:oMath>
                </a14:m>
                <a:r>
                  <a:rPr lang="en-US" sz="3600" dirty="0">
                    <a:solidFill>
                      <a:srgbClr val="FF0000"/>
                    </a:solidFill>
                    <a:latin typeface="Gill Sans Nova" panose="020B0602020104020203" pitchFamily="34" charset="0"/>
                  </a:rPr>
                  <a:t>.</a:t>
                </a:r>
              </a:p>
              <a:p>
                <a:pPr marL="0" indent="0" algn="just">
                  <a:buClr>
                    <a:srgbClr val="0070C0"/>
                  </a:buClr>
                  <a:buSzPct val="100000"/>
                  <a:buNone/>
                </a:pPr>
                <a:r>
                  <a:rPr lang="en-US" sz="3600" dirty="0">
                    <a:latin typeface="Gill Sans Nova" panose="020B0602020104020203" pitchFamily="34" charset="0"/>
                  </a:rPr>
                  <a:t>Different </a:t>
                </a:r>
                <a14:m>
                  <m:oMath xmlns:m="http://schemas.openxmlformats.org/officeDocument/2006/math">
                    <m:r>
                      <a:rPr lang="es-ES" sz="3600" i="1">
                        <a:latin typeface="Cambria Math" panose="02040503050406030204" pitchFamily="18" charset="0"/>
                      </a:rPr>
                      <m:t>𝑀</m:t>
                    </m:r>
                  </m:oMath>
                </a14:m>
                <a:r>
                  <a:rPr lang="en-US" sz="3600" dirty="0">
                    <a:latin typeface="Gill Sans Nova" panose="020B0602020104020203" pitchFamily="34" charset="0"/>
                  </a:rPr>
                  <a:t>’s can be used for upper and lower limits.</a:t>
                </a:r>
              </a:p>
            </p:txBody>
          </p:sp>
        </mc:Choice>
        <mc:Fallback xmlns="">
          <p:sp>
            <p:nvSpPr>
              <p:cNvPr id="3" name="Marcador de contenido 2">
                <a:extLst>
                  <a:ext uri="{FF2B5EF4-FFF2-40B4-BE49-F238E27FC236}">
                    <a16:creationId xmlns:a16="http://schemas.microsoft.com/office/drawing/2014/main" id="{C1997B70-4E72-FA3C-FEA3-A83514E5ABAF}"/>
                  </a:ext>
                </a:extLst>
              </p:cNvPr>
              <p:cNvSpPr>
                <a:spLocks noGrp="1" noRot="1" noChangeAspect="1" noMove="1" noResize="1" noEditPoints="1" noAdjustHandles="1" noChangeArrowheads="1" noChangeShapeType="1" noTextEdit="1"/>
              </p:cNvSpPr>
              <p:nvPr>
                <p:ph idx="1"/>
              </p:nvPr>
            </p:nvSpPr>
            <p:spPr>
              <a:xfrm>
                <a:off x="629412" y="1386038"/>
                <a:ext cx="10933176" cy="4925861"/>
              </a:xfrm>
              <a:blipFill>
                <a:blip r:embed="rId3"/>
                <a:stretch>
                  <a:fillRect l="-1672" t="-2970" b="-3589"/>
                </a:stretch>
              </a:blipFill>
            </p:spPr>
            <p:txBody>
              <a:bodyPr/>
              <a:lstStyle/>
              <a:p>
                <a:r>
                  <a:rPr lang="es-ES">
                    <a:noFill/>
                  </a:rPr>
                  <a:t> </a:t>
                </a:r>
              </a:p>
            </p:txBody>
          </p:sp>
        </mc:Fallback>
      </mc:AlternateContent>
      <p:sp>
        <p:nvSpPr>
          <p:cNvPr id="8" name="Título 1">
            <a:extLst>
              <a:ext uri="{FF2B5EF4-FFF2-40B4-BE49-F238E27FC236}">
                <a16:creationId xmlns:a16="http://schemas.microsoft.com/office/drawing/2014/main" id="{D7C1707B-3708-374A-11F0-1E219E25C994}"/>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AB3C716F-CA2D-8411-FA5D-42E7B1414021}"/>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03804242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39EE-8A6F-9358-3DBE-FA5B37AD904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1506082A-A231-B7BE-412F-1778DA2F406A}"/>
                  </a:ext>
                </a:extLst>
              </p:cNvPr>
              <p:cNvSpPr>
                <a:spLocks noGrp="1"/>
              </p:cNvSpPr>
              <p:nvPr>
                <p:ph idx="1"/>
              </p:nvPr>
            </p:nvSpPr>
            <p:spPr>
              <a:xfrm>
                <a:off x="629411" y="1386038"/>
                <a:ext cx="11151911" cy="4925861"/>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b="0" i="1" smtClean="0">
                        <a:latin typeface="Cambria Math" panose="02040503050406030204" pitchFamily="18" charset="0"/>
                      </a:rPr>
                      <m:t>𝑦</m:t>
                    </m:r>
                    <m:r>
                      <a:rPr lang="es-ES" sz="3600" i="1">
                        <a:latin typeface="Cambria Math" panose="02040503050406030204" pitchFamily="18" charset="0"/>
                      </a:rPr>
                      <m:t>=</m:t>
                    </m:r>
                    <m:r>
                      <a:rPr lang="es-ES" sz="3600" b="0" i="1" smtClean="0">
                        <a:latin typeface="Cambria Math" panose="02040503050406030204" pitchFamily="18" charset="0"/>
                      </a:rPr>
                      <m:t>0</m:t>
                    </m:r>
                  </m:oMath>
                </a14:m>
                <a:r>
                  <a:rPr lang="en-US" sz="3600" dirty="0">
                    <a:latin typeface="Gill Sans Nova" panose="020B0602020104020203" pitchFamily="34" charset="0"/>
                  </a:rPr>
                  <a:t>:</a:t>
                </a:r>
              </a:p>
              <a:p>
                <a:pPr marL="0" indent="0" algn="just">
                  <a:buClr>
                    <a:srgbClr val="0070C0"/>
                  </a:buClr>
                  <a:buSzPct val="100000"/>
                  <a:buNone/>
                </a:pPr>
                <a14:m>
                  <m:oMath xmlns:m="http://schemas.openxmlformats.org/officeDocument/2006/math">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·0≤</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·0→</m:t>
                    </m:r>
                  </m:oMath>
                </a14:m>
                <a:r>
                  <a:rPr lang="es-ES" sz="3600" dirty="0"/>
                  <a:t> </a:t>
                </a:r>
                <a14:m>
                  <m:oMath xmlns:m="http://schemas.openxmlformats.org/officeDocument/2006/math">
                    <m:r>
                      <a:rPr lang="es-ES" sz="3600" smtClean="0">
                        <a:latin typeface="Cambria Math" panose="02040503050406030204" pitchFamily="18" charset="0"/>
                      </a:rPr>
                      <m:t>−</m:t>
                    </m:r>
                    <m:r>
                      <a:rPr lang="es-ES" sz="3600" b="0" i="1" smtClean="0">
                        <a:latin typeface="Cambria Math" panose="02040503050406030204" pitchFamily="18" charset="0"/>
                      </a:rPr>
                      <m:t>0</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≤0→</m:t>
                    </m:r>
                    <m:r>
                      <a:rPr lang="es-ES" sz="3600" b="1" i="1" smtClean="0">
                        <a:solidFill>
                          <a:srgbClr val="0070C0"/>
                        </a:solidFill>
                        <a:latin typeface="Cambria Math" panose="02040503050406030204" pitchFamily="18" charset="0"/>
                      </a:rPr>
                      <m:t>𝒘</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𝟎</m:t>
                    </m:r>
                  </m:oMath>
                </a14:m>
                <a:endParaRPr lang="es-ES" sz="3600" b="1" i="1" dirty="0">
                  <a:solidFill>
                    <a:schemeClr val="tx1"/>
                  </a:solidFill>
                  <a:latin typeface="Cambria Math" panose="02040503050406030204" pitchFamily="18" charset="0"/>
                </a:endParaRPr>
              </a:p>
              <a:p>
                <a:pPr marL="0" indent="0" algn="just">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𝑀</m:t>
                      </m:r>
                      <m:d>
                        <m:dPr>
                          <m:ctrlPr>
                            <a:rPr lang="es-ES" sz="3600" b="0" i="1">
                              <a:solidFill>
                                <a:schemeClr val="tx1"/>
                              </a:solidFill>
                              <a:latin typeface="Cambria Math" panose="02040503050406030204" pitchFamily="18" charset="0"/>
                            </a:rPr>
                          </m:ctrlPr>
                        </m:dPr>
                        <m:e>
                          <m:r>
                            <a:rPr lang="es-ES" sz="3600" b="0" i="1">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0</m:t>
                          </m:r>
                        </m:e>
                      </m:d>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𝑥</m:t>
                      </m:r>
                      <m:r>
                        <a:rPr lang="es-ES" sz="3600" b="0" i="1" smtClean="0">
                          <a:solidFill>
                            <a:schemeClr val="tx1"/>
                          </a:solidFill>
                          <a:latin typeface="Cambria Math" panose="02040503050406030204" pitchFamily="18" charset="0"/>
                        </a:rPr>
                        <m:t>−0≤</m:t>
                      </m:r>
                      <m:r>
                        <a:rPr lang="es-ES" sz="3600" b="0" i="1">
                          <a:solidFill>
                            <a:schemeClr val="tx1"/>
                          </a:solidFill>
                          <a:latin typeface="Cambria Math" panose="02040503050406030204" pitchFamily="18" charset="0"/>
                        </a:rPr>
                        <m:t>𝑀</m:t>
                      </m:r>
                      <m:d>
                        <m:dPr>
                          <m:ctrlPr>
                            <a:rPr lang="es-ES" sz="3600" b="0" i="1">
                              <a:solidFill>
                                <a:schemeClr val="tx1"/>
                              </a:solidFill>
                              <a:latin typeface="Cambria Math" panose="02040503050406030204" pitchFamily="18" charset="0"/>
                            </a:rPr>
                          </m:ctrlPr>
                        </m:dPr>
                        <m:e>
                          <m:r>
                            <a:rPr lang="es-ES" sz="3600" b="0" i="1">
                              <a:solidFill>
                                <a:schemeClr val="tx1"/>
                              </a:solidFill>
                              <a:latin typeface="Cambria Math" panose="02040503050406030204" pitchFamily="18" charset="0"/>
                            </a:rPr>
                            <m:t>1−</m:t>
                          </m:r>
                          <m:r>
                            <a:rPr lang="es-ES" sz="3600" b="0" i="1" smtClean="0">
                              <a:solidFill>
                                <a:schemeClr val="tx1"/>
                              </a:solidFill>
                              <a:latin typeface="Cambria Math" panose="02040503050406030204" pitchFamily="18" charset="0"/>
                            </a:rPr>
                            <m:t>0</m:t>
                          </m:r>
                        </m:e>
                      </m:d>
                      <m:r>
                        <a:rPr lang="es-ES" sz="3600" i="1" smtClean="0">
                          <a:solidFill>
                            <a:srgbClr val="0070C0"/>
                          </a:solidFill>
                          <a:latin typeface="Cambria Math" panose="02040503050406030204" pitchFamily="18" charset="0"/>
                        </a:rPr>
                        <m:t>→</m:t>
                      </m:r>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smtClean="0">
                          <a:latin typeface="Cambria Math" panose="02040503050406030204" pitchFamily="18" charset="0"/>
                        </a:rPr>
                        <m:t>𝑀</m:t>
                      </m:r>
                    </m:oMath>
                  </m:oMathPara>
                </a14:m>
                <a:endParaRPr lang="es-ES" sz="3600" dirty="0">
                  <a:latin typeface="Gill Sans Nova" panose="020B0602020104020203" pitchFamily="34" charset="0"/>
                </a:endParaRPr>
              </a:p>
              <a:p>
                <a:pPr marL="0" indent="0" algn="just">
                  <a:buClr>
                    <a:srgbClr val="0070C0"/>
                  </a:buClr>
                  <a:buSzPct val="100000"/>
                  <a:buNone/>
                </a:pPr>
                <a:endParaRPr lang="en-US" sz="3600" dirty="0">
                  <a:solidFill>
                    <a:schemeClr val="tx1"/>
                  </a:solidFill>
                  <a:latin typeface="Gill Sans Nova" panose="020B0602020104020203" pitchFamily="34" charset="0"/>
                </a:endParaRPr>
              </a:p>
              <a:p>
                <a:pPr marL="0" indent="0" algn="just">
                  <a:buClr>
                    <a:srgbClr val="0070C0"/>
                  </a:buClr>
                  <a:buSzPct val="100000"/>
                  <a:buNone/>
                </a:pPr>
                <a:r>
                  <a:rPr lang="en-US" sz="3600" dirty="0">
                    <a:solidFill>
                      <a:schemeClr val="tx1"/>
                    </a:solidFill>
                    <a:latin typeface="Gill Sans Nova" panose="020B0602020104020203" pitchFamily="34" charset="0"/>
                  </a:rPr>
                  <a:t>As mentioned before:</a:t>
                </a:r>
              </a:p>
              <a:p>
                <a:pPr algn="just">
                  <a:buClr>
                    <a:srgbClr val="0070C0"/>
                  </a:buClr>
                  <a:buSzPct val="100000"/>
                  <a:buFont typeface="Wingdings" panose="05000000000000000000" pitchFamily="2" charset="2"/>
                  <a:buChar char="§"/>
                </a:pPr>
                <a:r>
                  <a:rPr lang="es-ES" sz="3600" dirty="0">
                    <a:solidFill>
                      <a:schemeClr val="tx1"/>
                    </a:solidFill>
                  </a:rPr>
                  <a:t> </a:t>
                </a:r>
                <a:r>
                  <a:rPr lang="en-US" sz="3600" dirty="0">
                    <a:solidFill>
                      <a:schemeClr val="tx1"/>
                    </a:solidFill>
                    <a:latin typeface="Gill Sans Nova" panose="020B0602020104020203" pitchFamily="34" charset="0"/>
                  </a:rPr>
                  <a:t>The value of </a:t>
                </a:r>
                <a14:m>
                  <m:oMath xmlns:m="http://schemas.openxmlformats.org/officeDocument/2006/math">
                    <m:r>
                      <a:rPr lang="es-ES" sz="3600" i="1">
                        <a:solidFill>
                          <a:schemeClr val="tx1"/>
                        </a:solidFill>
                        <a:latin typeface="Cambria Math" panose="02040503050406030204" pitchFamily="18" charset="0"/>
                      </a:rPr>
                      <m:t>𝑀</m:t>
                    </m:r>
                  </m:oMath>
                </a14:m>
                <a:r>
                  <a:rPr lang="en-US" sz="3600" dirty="0">
                    <a:solidFill>
                      <a:schemeClr val="tx1"/>
                    </a:solidFill>
                    <a:latin typeface="Gill Sans Nova" panose="020B0602020104020203" pitchFamily="34" charset="0"/>
                  </a:rPr>
                  <a:t> must be selected such that </a:t>
                </a:r>
                <a14:m>
                  <m:oMath xmlns:m="http://schemas.openxmlformats.org/officeDocument/2006/math">
                    <m:r>
                      <a:rPr lang="es-ES" sz="3600" smtClean="0">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𝑀</m:t>
                    </m:r>
                    <m:r>
                      <a:rPr lang="es-ES" sz="3600" i="1" smtClean="0">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𝑥</m:t>
                    </m:r>
                    <m:r>
                      <a:rPr lang="es-ES" sz="3600" i="1" smtClean="0">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𝑀</m:t>
                    </m:r>
                  </m:oMath>
                </a14:m>
                <a:r>
                  <a:rPr lang="en-US" sz="3600" dirty="0">
                    <a:solidFill>
                      <a:schemeClr val="tx1"/>
                    </a:solidFill>
                    <a:latin typeface="Gill Sans Nova" panose="020B0602020104020203" pitchFamily="34" charset="0"/>
                  </a:rPr>
                  <a:t> is not more restrictive than </a:t>
                </a:r>
                <a14:m>
                  <m:oMath xmlns:m="http://schemas.openxmlformats.org/officeDocument/2006/math">
                    <m:bar>
                      <m:barPr>
                        <m:pos m:val="bot"/>
                        <m:ctrlPr>
                          <a:rPr lang="es-ES" sz="3600" i="1" smtClean="0">
                            <a:solidFill>
                              <a:schemeClr val="tx1"/>
                            </a:solidFill>
                            <a:latin typeface="Cambria Math" panose="02040503050406030204" pitchFamily="18" charset="0"/>
                          </a:rPr>
                        </m:ctrlPr>
                      </m:barPr>
                      <m:e>
                        <m:r>
                          <a:rPr lang="es-ES" sz="3600" i="1" smtClean="0">
                            <a:solidFill>
                              <a:schemeClr val="tx1"/>
                            </a:solidFill>
                            <a:latin typeface="Cambria Math" panose="02040503050406030204" pitchFamily="18" charset="0"/>
                          </a:rPr>
                          <m:t>𝑋</m:t>
                        </m:r>
                      </m:e>
                    </m:bar>
                    <m:r>
                      <a:rPr lang="es-ES" sz="3600" i="1" smtClean="0">
                        <a:solidFill>
                          <a:schemeClr val="tx1"/>
                        </a:solidFill>
                        <a:latin typeface="Cambria Math" panose="02040503050406030204" pitchFamily="18" charset="0"/>
                      </a:rPr>
                      <m:t>≤</m:t>
                    </m:r>
                    <m:r>
                      <a:rPr lang="es-ES" sz="3600" i="1" smtClean="0">
                        <a:solidFill>
                          <a:schemeClr val="tx1"/>
                        </a:solidFill>
                        <a:latin typeface="Cambria Math" panose="02040503050406030204" pitchFamily="18" charset="0"/>
                      </a:rPr>
                      <m:t>𝑥</m:t>
                    </m:r>
                    <m:r>
                      <a:rPr lang="es-ES" sz="3600" i="1" smtClean="0">
                        <a:solidFill>
                          <a:schemeClr val="tx1"/>
                        </a:solidFill>
                        <a:latin typeface="Cambria Math" panose="02040503050406030204" pitchFamily="18" charset="0"/>
                      </a:rPr>
                      <m:t>≤</m:t>
                    </m:r>
                    <m:bar>
                      <m:barPr>
                        <m:pos m:val="top"/>
                        <m:ctrlPr>
                          <a:rPr lang="es-ES" sz="3600" i="1" smtClean="0">
                            <a:solidFill>
                              <a:schemeClr val="tx1"/>
                            </a:solidFill>
                            <a:latin typeface="Cambria Math" panose="02040503050406030204" pitchFamily="18" charset="0"/>
                          </a:rPr>
                        </m:ctrlPr>
                      </m:barPr>
                      <m:e>
                        <m:r>
                          <a:rPr lang="es-ES" sz="3600" i="1" smtClean="0">
                            <a:solidFill>
                              <a:schemeClr val="tx1"/>
                            </a:solidFill>
                            <a:latin typeface="Cambria Math" panose="02040503050406030204" pitchFamily="18" charset="0"/>
                          </a:rPr>
                          <m:t>𝑋</m:t>
                        </m:r>
                      </m:e>
                    </m:bar>
                  </m:oMath>
                </a14:m>
                <a:r>
                  <a:rPr lang="en-US" sz="3600" dirty="0">
                    <a:solidFill>
                      <a:schemeClr val="tx1"/>
                    </a:solidFill>
                    <a:latin typeface="Gill Sans Nova" panose="020B0602020104020203" pitchFamily="34" charset="0"/>
                  </a:rPr>
                  <a:t>.</a:t>
                </a:r>
              </a:p>
              <a:p>
                <a:pPr algn="just">
                  <a:buClr>
                    <a:srgbClr val="0070C0"/>
                  </a:buClr>
                  <a:buSzPct val="100000"/>
                  <a:buFont typeface="Wingdings" panose="05000000000000000000" pitchFamily="2" charset="2"/>
                  <a:buChar char="§"/>
                </a:pPr>
                <a:r>
                  <a:rPr lang="en-US" sz="3600" dirty="0">
                    <a:solidFill>
                      <a:schemeClr val="tx1"/>
                    </a:solidFill>
                    <a:latin typeface="Gill Sans Nova" panose="020B0602020104020203" pitchFamily="34" charset="0"/>
                  </a:rPr>
                  <a:t> Different </a:t>
                </a:r>
                <a14:m>
                  <m:oMath xmlns:m="http://schemas.openxmlformats.org/officeDocument/2006/math">
                    <m:r>
                      <a:rPr lang="es-ES" sz="3600" i="1">
                        <a:solidFill>
                          <a:schemeClr val="tx1"/>
                        </a:solidFill>
                        <a:latin typeface="Cambria Math" panose="02040503050406030204" pitchFamily="18" charset="0"/>
                      </a:rPr>
                      <m:t>𝑀</m:t>
                    </m:r>
                  </m:oMath>
                </a14:m>
                <a:r>
                  <a:rPr lang="en-US" sz="3600" dirty="0">
                    <a:solidFill>
                      <a:schemeClr val="tx1"/>
                    </a:solidFill>
                    <a:latin typeface="Gill Sans Nova" panose="020B0602020104020203" pitchFamily="34" charset="0"/>
                  </a:rPr>
                  <a:t>’s can be used for upper and lower limits.</a:t>
                </a:r>
              </a:p>
            </p:txBody>
          </p:sp>
        </mc:Choice>
        <mc:Fallback xmlns="">
          <p:sp>
            <p:nvSpPr>
              <p:cNvPr id="3" name="Marcador de contenido 2">
                <a:extLst>
                  <a:ext uri="{FF2B5EF4-FFF2-40B4-BE49-F238E27FC236}">
                    <a16:creationId xmlns:a16="http://schemas.microsoft.com/office/drawing/2014/main" id="{1506082A-A231-B7BE-412F-1778DA2F406A}"/>
                  </a:ext>
                </a:extLst>
              </p:cNvPr>
              <p:cNvSpPr>
                <a:spLocks noGrp="1" noRot="1" noChangeAspect="1" noMove="1" noResize="1" noEditPoints="1" noAdjustHandles="1" noChangeArrowheads="1" noChangeShapeType="1" noTextEdit="1"/>
              </p:cNvSpPr>
              <p:nvPr>
                <p:ph idx="1"/>
              </p:nvPr>
            </p:nvSpPr>
            <p:spPr>
              <a:xfrm>
                <a:off x="629411" y="1386038"/>
                <a:ext cx="11151911" cy="4925861"/>
              </a:xfrm>
              <a:blipFill>
                <a:blip r:embed="rId3"/>
                <a:stretch>
                  <a:fillRect l="-1639" t="-2970" b="-1361"/>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A49D5D2F-C95A-B107-CA21-3123013D06BF}"/>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145</a:t>
            </a:fld>
            <a:endParaRPr lang="en-US" noProof="0" dirty="0"/>
          </a:p>
        </p:txBody>
      </p:sp>
      <p:sp>
        <p:nvSpPr>
          <p:cNvPr id="8" name="Título 1">
            <a:extLst>
              <a:ext uri="{FF2B5EF4-FFF2-40B4-BE49-F238E27FC236}">
                <a16:creationId xmlns:a16="http://schemas.microsoft.com/office/drawing/2014/main" id="{5C3B8964-78D6-1808-1C2E-FFE3BC9233CF}"/>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55F123EE-F95D-88A7-55F3-95F15D3EF4E6}"/>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50727638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480D6-865A-A998-F7D8-B1A2A4C3E619}"/>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6975BC98-02AA-C570-206E-C3673E6AD0BD}"/>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146</a:t>
            </a:fld>
            <a:endParaRPr lang="en-US" noProof="0" dirty="0"/>
          </a:p>
        </p:txBody>
      </p:sp>
      <p:sp>
        <p:nvSpPr>
          <p:cNvPr id="8" name="Título 1">
            <a:extLst>
              <a:ext uri="{FF2B5EF4-FFF2-40B4-BE49-F238E27FC236}">
                <a16:creationId xmlns:a16="http://schemas.microsoft.com/office/drawing/2014/main" id="{3620E995-42CF-1356-9E68-A6CF50EAA570}"/>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EA96AE87-5A14-28BE-9388-0085141B06BB}"/>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6" name="Marcador de contenido 2">
                <a:extLst>
                  <a:ext uri="{FF2B5EF4-FFF2-40B4-BE49-F238E27FC236}">
                    <a16:creationId xmlns:a16="http://schemas.microsoft.com/office/drawing/2014/main" id="{5D4FCB26-1AD8-8DAA-6188-D7D0A7B4216E}"/>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b="0" i="1" smtClean="0">
                        <a:latin typeface="Cambria Math" panose="02040503050406030204" pitchFamily="18" charset="0"/>
                      </a:rPr>
                      <m:t>𝑦</m:t>
                    </m:r>
                    <m:r>
                      <a:rPr lang="es-ES" sz="3600" b="0" i="1" smtClean="0">
                        <a:latin typeface="Cambria Math" panose="02040503050406030204" pitchFamily="18" charset="0"/>
                      </a:rPr>
                      <m:t>=1</m:t>
                    </m:r>
                  </m:oMath>
                </a14:m>
                <a:r>
                  <a:rPr lang="en-US" sz="3600" dirty="0">
                    <a:latin typeface="Gill Sans Nova" panose="020B0602020104020203" pitchFamily="34" charset="0"/>
                  </a:rPr>
                  <a:t>, then </a:t>
                </a:r>
                <a14:m>
                  <m:oMath xmlns:m="http://schemas.openxmlformats.org/officeDocument/2006/math">
                    <m:r>
                      <a:rPr lang="es-ES" sz="3600" b="0" i="1" smtClean="0">
                        <a:latin typeface="Cambria Math" panose="02040503050406030204" pitchFamily="18" charset="0"/>
                      </a:rPr>
                      <m:t>𝑤</m:t>
                    </m:r>
                    <m:r>
                      <a:rPr lang="es-ES" sz="3600" b="0" i="1" smtClean="0">
                        <a:latin typeface="Cambria Math" panose="02040503050406030204" pitchFamily="18" charset="0"/>
                      </a:rPr>
                      <m:t>=</m:t>
                    </m:r>
                    <m:r>
                      <a:rPr lang="es-ES" sz="3600" b="0" i="1" smtClean="0">
                        <a:latin typeface="Cambria Math" panose="02040503050406030204" pitchFamily="18" charset="0"/>
                      </a:rPr>
                      <m:t>𝑥</m:t>
                    </m:r>
                  </m:oMath>
                </a14:m>
                <a:r>
                  <a:rPr lang="en-US" sz="3600" dirty="0">
                    <a:latin typeface="Gill Sans Nova" panose="020B0602020104020203" pitchFamily="34" charset="0"/>
                  </a:rPr>
                  <a: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b="0" i="1" smtClean="0">
                        <a:latin typeface="Cambria Math" panose="02040503050406030204" pitchFamily="18" charset="0"/>
                      </a:rPr>
                      <m:t>𝑦</m:t>
                    </m:r>
                    <m:r>
                      <a:rPr lang="es-ES" sz="3600" b="0" i="1" smtClean="0">
                        <a:latin typeface="Cambria Math" panose="02040503050406030204" pitchFamily="18" charset="0"/>
                      </a:rPr>
                      <m:t>=0</m:t>
                    </m:r>
                  </m:oMath>
                </a14:m>
                <a:r>
                  <a:rPr lang="en-US" sz="3600" dirty="0">
                    <a:latin typeface="Gill Sans Nova" panose="020B0602020104020203" pitchFamily="34" charset="0"/>
                  </a:rPr>
                  <a:t>, then </a:t>
                </a:r>
                <a14:m>
                  <m:oMath xmlns:m="http://schemas.openxmlformats.org/officeDocument/2006/math">
                    <m:r>
                      <a:rPr lang="es-ES" sz="3600" b="0" i="1" smtClean="0">
                        <a:latin typeface="Cambria Math" panose="02040503050406030204" pitchFamily="18" charset="0"/>
                      </a:rPr>
                      <m:t>𝑤</m:t>
                    </m:r>
                    <m:r>
                      <a:rPr lang="es-ES" sz="3600" i="1">
                        <a:latin typeface="Cambria Math" panose="02040503050406030204" pitchFamily="18" charset="0"/>
                      </a:rPr>
                      <m:t>=</m:t>
                    </m:r>
                    <m:r>
                      <a:rPr lang="es-ES" sz="3600" b="0" i="1" smtClean="0">
                        <a:latin typeface="Cambria Math" panose="02040503050406030204" pitchFamily="18" charset="0"/>
                      </a:rPr>
                      <m:t>0</m:t>
                    </m:r>
                  </m:oMath>
                </a14:m>
                <a:r>
                  <a:rPr lang="en-US" sz="3600" noProof="0" dirty="0">
                    <a:latin typeface="Gill Sans Nova" panose="020B0602020104020203" pitchFamily="34" charset="0"/>
                  </a:rPr>
                  <a: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This means that </a:t>
                </a:r>
                <a14:m>
                  <m:oMath xmlns:m="http://schemas.openxmlformats.org/officeDocument/2006/math">
                    <m:r>
                      <a:rPr lang="es-ES" sz="3600" b="1" i="1" smtClean="0">
                        <a:solidFill>
                          <a:srgbClr val="0070C0"/>
                        </a:solidFill>
                        <a:latin typeface="Cambria Math" panose="02040503050406030204" pitchFamily="18" charset="0"/>
                      </a:rPr>
                      <m:t>𝒘</m:t>
                    </m:r>
                    <m:r>
                      <a:rPr lang="es-ES" sz="3600" b="1" i="1">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𝒙𝒚</m:t>
                    </m:r>
                  </m:oMath>
                </a14:m>
                <a:r>
                  <a:rPr lang="en-US" sz="3600" noProof="0" dirty="0">
                    <a:latin typeface="Gill Sans Nova" panose="020B0602020104020203" pitchFamily="34" charset="0"/>
                  </a:rPr>
                  <a:t>.</a:t>
                </a:r>
              </a:p>
              <a:p>
                <a:pPr marL="0" indent="0" algn="just">
                  <a:buClr>
                    <a:srgbClr val="0070C0"/>
                  </a:buClr>
                  <a:buSzPct val="100000"/>
                  <a:buNone/>
                </a:pPr>
                <a:endParaRPr lang="en-US" sz="3200" noProof="0" dirty="0">
                  <a:latin typeface="Gill Sans Nova" panose="020B0602020104020203" pitchFamily="34" charset="0"/>
                </a:endParaRPr>
              </a:p>
            </p:txBody>
          </p:sp>
        </mc:Choice>
        <mc:Fallback xmlns="">
          <p:sp>
            <p:nvSpPr>
              <p:cNvPr id="6" name="Marcador de contenido 2">
                <a:extLst>
                  <a:ext uri="{FF2B5EF4-FFF2-40B4-BE49-F238E27FC236}">
                    <a16:creationId xmlns:a16="http://schemas.microsoft.com/office/drawing/2014/main" id="{5D4FCB26-1AD8-8DAA-6188-D7D0A7B4216E}"/>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a:stretch>
              </a:blipFill>
            </p:spPr>
            <p:txBody>
              <a:bodyPr/>
              <a:lstStyle/>
              <a:p>
                <a:r>
                  <a:rPr lang="es-ES">
                    <a:noFill/>
                  </a:rPr>
                  <a:t> </a:t>
                </a:r>
              </a:p>
            </p:txBody>
          </p:sp>
        </mc:Fallback>
      </mc:AlternateContent>
    </p:spTree>
    <p:extLst>
      <p:ext uri="{BB962C8B-B14F-4D97-AF65-F5344CB8AC3E}">
        <p14:creationId xmlns:p14="http://schemas.microsoft.com/office/powerpoint/2010/main" val="316728692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96EC-6FE0-91C9-A494-032D206B6077}"/>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B282410B-7AA8-C7E1-D67E-883F25102E11}"/>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147</a:t>
            </a:fld>
            <a:endParaRPr lang="en-US" noProof="0" dirty="0"/>
          </a:p>
        </p:txBody>
      </p:sp>
      <p:sp>
        <p:nvSpPr>
          <p:cNvPr id="8" name="Título 1">
            <a:extLst>
              <a:ext uri="{FF2B5EF4-FFF2-40B4-BE49-F238E27FC236}">
                <a16:creationId xmlns:a16="http://schemas.microsoft.com/office/drawing/2014/main" id="{6F568E90-06F8-F9A4-16E6-1F3D61EB33B1}"/>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9" name="Rectángulo 8">
            <a:extLst>
              <a:ext uri="{FF2B5EF4-FFF2-40B4-BE49-F238E27FC236}">
                <a16:creationId xmlns:a16="http://schemas.microsoft.com/office/drawing/2014/main" id="{07227A40-0095-41FE-4595-B2F21C293D0B}"/>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6" name="Marcador de contenido 2">
                <a:extLst>
                  <a:ext uri="{FF2B5EF4-FFF2-40B4-BE49-F238E27FC236}">
                    <a16:creationId xmlns:a16="http://schemas.microsoft.com/office/drawing/2014/main" id="{3B7DDF47-1C91-CFA3-CAE1-363AE023C22B}"/>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s-ES" sz="3600" dirty="0">
                    <a:latin typeface="Gill Sans Nova" panose="020B0602020104020203" pitchFamily="34" charset="0"/>
                  </a:rPr>
                  <a:t>Additional </a:t>
                </a:r>
                <a:r>
                  <a:rPr lang="es-ES" sz="3600" dirty="0" err="1">
                    <a:latin typeface="Gill Sans Nova" panose="020B0602020104020203" pitchFamily="34" charset="0"/>
                  </a:rPr>
                  <a:t>comments</a:t>
                </a:r>
                <a:r>
                  <a:rPr lang="es-ES" sz="3600" dirty="0">
                    <a:latin typeface="Gill Sans Nova" panose="020B0602020104020203" pitchFamily="34" charset="0"/>
                  </a:rPr>
                  <a:t>:</a:t>
                </a:r>
                <a:endParaRPr lang="en-US" sz="3600" noProof="0" dirty="0">
                  <a:latin typeface="Gill Sans Nova" panose="020B0602020104020203" pitchFamily="34" charset="0"/>
                </a:endParaRP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Very </a:t>
                </a:r>
                <a:r>
                  <a:rPr lang="es-ES" sz="3600" dirty="0" err="1">
                    <a:latin typeface="Gill Sans Nova" panose="020B0602020104020203" pitchFamily="34" charset="0"/>
                  </a:rPr>
                  <a:t>large</a:t>
                </a:r>
                <a:r>
                  <a:rPr lang="es-ES" sz="3600" dirty="0">
                    <a:latin typeface="Gill Sans Nova" panose="020B0602020104020203" pitchFamily="34" charset="0"/>
                  </a:rPr>
                  <a:t> </a:t>
                </a:r>
                <a:r>
                  <a:rPr lang="es-ES" sz="3600" dirty="0" err="1">
                    <a:latin typeface="Gill Sans Nova" panose="020B0602020104020203" pitchFamily="34" charset="0"/>
                  </a:rPr>
                  <a:t>values</a:t>
                </a:r>
                <a:r>
                  <a:rPr lang="es-ES" sz="3600" dirty="0">
                    <a:latin typeface="Gill Sans Nova" panose="020B0602020104020203" pitchFamily="34" charset="0"/>
                  </a:rPr>
                  <a:t> </a:t>
                </a:r>
                <a:r>
                  <a:rPr lang="es-ES" sz="3600" dirty="0" err="1">
                    <a:latin typeface="Gill Sans Nova" panose="020B0602020104020203" pitchFamily="34" charset="0"/>
                  </a:rPr>
                  <a:t>of</a:t>
                </a:r>
                <a:r>
                  <a:rPr lang="es-ES" sz="3600" dirty="0">
                    <a:latin typeface="Gill Sans Nova" panose="020B0602020104020203" pitchFamily="34" charset="0"/>
                  </a:rPr>
                  <a:t> </a:t>
                </a:r>
                <a14:m>
                  <m:oMath xmlns:m="http://schemas.openxmlformats.org/officeDocument/2006/math">
                    <m:r>
                      <a:rPr lang="es-ES" sz="3600" i="1">
                        <a:latin typeface="Cambria Math" panose="02040503050406030204" pitchFamily="18" charset="0"/>
                      </a:rPr>
                      <m:t>𝑀</m:t>
                    </m:r>
                  </m:oMath>
                </a14:m>
                <a:r>
                  <a:rPr lang="en-US" sz="3600" noProof="0" dirty="0">
                    <a:latin typeface="Gill Sans Nova" panose="020B0602020104020203" pitchFamily="34" charset="0"/>
                  </a:rPr>
                  <a:t> may lead to computational issues.</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Constraints associated with </a:t>
                </a:r>
                <a14:m>
                  <m:oMath xmlns:m="http://schemas.openxmlformats.org/officeDocument/2006/math">
                    <m:r>
                      <a:rPr lang="es-ES" sz="3600" i="1">
                        <a:latin typeface="Cambria Math" panose="02040503050406030204" pitchFamily="18" charset="0"/>
                      </a:rPr>
                      <m:t>𝑀</m:t>
                    </m:r>
                  </m:oMath>
                </a14:m>
                <a:r>
                  <a:rPr lang="en-US" sz="3600" noProof="0" dirty="0">
                    <a:latin typeface="Gill Sans Nova" panose="020B0602020104020203" pitchFamily="34" charset="0"/>
                  </a:rPr>
                  <a:t> must be checked ex post </a:t>
                </a:r>
                <a14:m>
                  <m:oMath xmlns:m="http://schemas.openxmlformats.org/officeDocument/2006/math">
                    <m:r>
                      <a:rPr lang="es-ES" sz="3600" b="0" i="1" noProof="0" smtClean="0">
                        <a:solidFill>
                          <a:srgbClr val="0070C0"/>
                        </a:solidFill>
                        <a:latin typeface="Cambria Math" panose="02040503050406030204" pitchFamily="18" charset="0"/>
                      </a:rPr>
                      <m:t>→</m:t>
                    </m:r>
                  </m:oMath>
                </a14:m>
                <a:r>
                  <a:rPr lang="en-US" sz="3600" noProof="0" dirty="0">
                    <a:latin typeface="Gill Sans Nova" panose="020B0602020104020203" pitchFamily="34" charset="0"/>
                  </a:rPr>
                  <a:t> Trial-and-error method.</a:t>
                </a:r>
              </a:p>
              <a:p>
                <a:pPr algn="just">
                  <a:buClr>
                    <a:srgbClr val="0070C0"/>
                  </a:buClr>
                  <a:buSzPct val="100000"/>
                  <a:buFont typeface="Wingdings" panose="05000000000000000000" pitchFamily="2" charset="2"/>
                  <a:buChar char="§"/>
                </a:pPr>
                <a:r>
                  <a:rPr lang="es-ES" sz="3600" dirty="0">
                    <a:latin typeface="Gill Sans Nova" panose="020B0602020104020203" pitchFamily="34" charset="0"/>
                  </a:rPr>
                  <a:t> The </a:t>
                </a:r>
                <a:r>
                  <a:rPr lang="es-ES" sz="3600" dirty="0" err="1">
                    <a:latin typeface="Gill Sans Nova" panose="020B0602020104020203" pitchFamily="34" charset="0"/>
                  </a:rPr>
                  <a:t>proper</a:t>
                </a:r>
                <a:r>
                  <a:rPr lang="es-ES" sz="3600" dirty="0">
                    <a:latin typeface="Gill Sans Nova" panose="020B0602020104020203" pitchFamily="34" charset="0"/>
                  </a:rPr>
                  <a:t> </a:t>
                </a:r>
                <a:r>
                  <a:rPr lang="es-ES" sz="3600" dirty="0" err="1">
                    <a:latin typeface="Gill Sans Nova" panose="020B0602020104020203" pitchFamily="34" charset="0"/>
                  </a:rPr>
                  <a:t>values</a:t>
                </a:r>
                <a:r>
                  <a:rPr lang="es-ES" sz="3600" dirty="0">
                    <a:latin typeface="Gill Sans Nova" panose="020B0602020104020203" pitchFamily="34" charset="0"/>
                  </a:rPr>
                  <a:t> </a:t>
                </a:r>
                <a:r>
                  <a:rPr lang="es-ES" sz="3600" dirty="0" err="1">
                    <a:latin typeface="Gill Sans Nova" panose="020B0602020104020203" pitchFamily="34" charset="0"/>
                  </a:rPr>
                  <a:t>of</a:t>
                </a:r>
                <a:r>
                  <a:rPr lang="es-ES" sz="3600" dirty="0">
                    <a:latin typeface="Gill Sans Nova" panose="020B0602020104020203" pitchFamily="34" charset="0"/>
                  </a:rPr>
                  <a:t> </a:t>
                </a:r>
                <a14:m>
                  <m:oMath xmlns:m="http://schemas.openxmlformats.org/officeDocument/2006/math">
                    <m:r>
                      <a:rPr lang="es-ES" sz="3600" i="1">
                        <a:latin typeface="Cambria Math" panose="02040503050406030204" pitchFamily="18" charset="0"/>
                      </a:rPr>
                      <m:t>𝑀</m:t>
                    </m:r>
                  </m:oMath>
                </a14:m>
                <a:r>
                  <a:rPr lang="en-US" sz="3600" noProof="0" dirty="0">
                    <a:latin typeface="Gill Sans Nova" panose="020B0602020104020203" pitchFamily="34" charset="0"/>
                  </a:rPr>
                  <a:t> can be known in some cases (see next slide).</a:t>
                </a:r>
              </a:p>
              <a:p>
                <a:pPr marL="0" indent="0" algn="just">
                  <a:buClr>
                    <a:srgbClr val="0070C0"/>
                  </a:buClr>
                  <a:buSzPct val="100000"/>
                  <a:buNone/>
                </a:pPr>
                <a:endParaRPr lang="en-US" sz="3200" noProof="0" dirty="0">
                  <a:latin typeface="Gill Sans Nova" panose="020B0602020104020203" pitchFamily="34" charset="0"/>
                </a:endParaRPr>
              </a:p>
            </p:txBody>
          </p:sp>
        </mc:Choice>
        <mc:Fallback xmlns="">
          <p:sp>
            <p:nvSpPr>
              <p:cNvPr id="6" name="Marcador de contenido 2">
                <a:extLst>
                  <a:ext uri="{FF2B5EF4-FFF2-40B4-BE49-F238E27FC236}">
                    <a16:creationId xmlns:a16="http://schemas.microsoft.com/office/drawing/2014/main" id="{3B7DDF47-1C91-CFA3-CAE1-363AE023C22B}"/>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r="-1672"/>
                </a:stretch>
              </a:blipFill>
            </p:spPr>
            <p:txBody>
              <a:bodyPr/>
              <a:lstStyle/>
              <a:p>
                <a:r>
                  <a:rPr lang="es-ES">
                    <a:noFill/>
                  </a:rPr>
                  <a:t> </a:t>
                </a:r>
              </a:p>
            </p:txBody>
          </p:sp>
        </mc:Fallback>
      </mc:AlternateContent>
    </p:spTree>
    <p:extLst>
      <p:ext uri="{BB962C8B-B14F-4D97-AF65-F5344CB8AC3E}">
        <p14:creationId xmlns:p14="http://schemas.microsoft.com/office/powerpoint/2010/main" val="304891605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80B8C-E891-1988-5638-53B20C4239BD}"/>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36E8EF61-8EF2-7666-41F8-C5853249581E}"/>
              </a:ext>
            </a:extLst>
          </p:cNvPr>
          <p:cNvSpPr>
            <a:spLocks noGrp="1"/>
          </p:cNvSpPr>
          <p:nvPr>
            <p:ph type="title"/>
          </p:nvPr>
        </p:nvSpPr>
        <p:spPr>
          <a:xfrm>
            <a:off x="420625" y="254955"/>
            <a:ext cx="10760455" cy="686433"/>
          </a:xfrm>
        </p:spPr>
        <p:txBody>
          <a:bodyPr>
            <a:noAutofit/>
          </a:bodyPr>
          <a:lstStyle/>
          <a:p>
            <a:r>
              <a:rPr lang="en-US" sz="4800" dirty="0">
                <a:latin typeface="Gill Sans Nova" panose="020B0602020104020203" pitchFamily="34" charset="0"/>
              </a:rPr>
              <a:t>Product of continuous and binary variables</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813997F2-399C-D6DE-0DFA-4044C65556C2}"/>
              </a:ext>
            </a:extLst>
          </p:cNvPr>
          <p:cNvSpPr/>
          <p:nvPr/>
        </p:nvSpPr>
        <p:spPr>
          <a:xfrm>
            <a:off x="420624" y="941378"/>
            <a:ext cx="10760455"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C0EF2F03-C39B-2A48-42E3-0B19838AC3D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148</a:t>
            </a:fld>
            <a:endParaRPr lang="en-US" noProof="0" dirty="0"/>
          </a:p>
        </p:txBody>
      </p:sp>
      <mc:AlternateContent xmlns:mc="http://schemas.openxmlformats.org/markup-compatibility/2006" xmlns:a14="http://schemas.microsoft.com/office/drawing/2010/main">
        <mc:Choice Requires="a14">
          <p:sp>
            <p:nvSpPr>
              <p:cNvPr id="7" name="Marcador de contenido 2">
                <a:extLst>
                  <a:ext uri="{FF2B5EF4-FFF2-40B4-BE49-F238E27FC236}">
                    <a16:creationId xmlns:a16="http://schemas.microsoft.com/office/drawing/2014/main" id="{36E356A3-4801-15DF-1C0F-FE3E1C5DBBE2}"/>
                  </a:ext>
                </a:extLst>
              </p:cNvPr>
              <p:cNvSpPr txBox="1">
                <a:spLocks/>
              </p:cNvSpPr>
              <p:nvPr/>
            </p:nvSpPr>
            <p:spPr>
              <a:xfrm>
                <a:off x="629411" y="1563219"/>
                <a:ext cx="6166025"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a:latin typeface="Cambria Math" panose="02040503050406030204" pitchFamily="18" charset="0"/>
                                </a:rPr>
                                <m:t>,</m:t>
                              </m:r>
                              <m:r>
                                <a:rPr lang="es-ES" sz="3600" i="1">
                                  <a:latin typeface="Cambria Math" panose="02040503050406030204" pitchFamily="18" charset="0"/>
                                </a:rPr>
                                <m:t>𝑤</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a:latin typeface="Cambria Math" panose="02040503050406030204" pitchFamily="18" charset="0"/>
                        </a:rPr>
                        <m:t>𝑓</m:t>
                      </m:r>
                      <m:d>
                        <m:dPr>
                          <m:ctrlPr>
                            <a:rPr lang="es-ES" sz="3600" i="1">
                              <a:latin typeface="Cambria Math" panose="02040503050406030204" pitchFamily="18" charset="0"/>
                            </a:rPr>
                          </m:ctrlPr>
                        </m:dPr>
                        <m:e>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i="1">
                              <a:latin typeface="Cambria Math" panose="02040503050406030204" pitchFamily="18" charset="0"/>
                            </a:rPr>
                          </m:ctrlPr>
                        </m:barPr>
                        <m:e>
                          <m:r>
                            <a:rPr lang="es-ES" sz="3600" i="1">
                              <a:latin typeface="Cambria Math" panose="02040503050406030204" pitchFamily="18" charset="0"/>
                            </a:rPr>
                            <m:t>𝑋</m:t>
                          </m:r>
                        </m:e>
                      </m:bar>
                      <m:r>
                        <a:rPr lang="es-ES" sz="3600" i="1">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bar>
                        <m:barPr>
                          <m:pos m:val="top"/>
                          <m:ctrlPr>
                            <a:rPr lang="es-ES" sz="3600" i="1">
                              <a:latin typeface="Cambria Math" panose="02040503050406030204" pitchFamily="18" charset="0"/>
                            </a:rPr>
                          </m:ctrlPr>
                        </m:barPr>
                        <m:e>
                          <m:r>
                            <a:rPr lang="es-ES" sz="3600" i="1">
                              <a:latin typeface="Cambria Math" panose="02040503050406030204" pitchFamily="18" charset="0"/>
                            </a:rPr>
                            <m:t>𝑋</m:t>
                          </m:r>
                        </m:e>
                      </m:bar>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𝑦</m:t>
                      </m:r>
                      <m:r>
                        <a:rPr lang="es-ES" sz="3600" i="1">
                          <a:latin typeface="Cambria Math" panose="02040503050406030204" pitchFamily="18" charset="0"/>
                        </a:rPr>
                        <m:t>∈</m:t>
                      </m:r>
                      <m:d>
                        <m:dPr>
                          <m:begChr m:val="{"/>
                          <m:endChr m:val="}"/>
                          <m:ctrlPr>
                            <a:rPr lang="es-ES" sz="3600" i="1">
                              <a:latin typeface="Cambria Math" panose="02040503050406030204" pitchFamily="18" charset="0"/>
                            </a:rPr>
                          </m:ctrlPr>
                        </m:dPr>
                        <m:e>
                          <m:r>
                            <a:rPr lang="es-ES" sz="3600" i="1">
                              <a:latin typeface="Cambria Math" panose="02040503050406030204" pitchFamily="18" charset="0"/>
                            </a:rPr>
                            <m:t>0,</m:t>
                          </m:r>
                          <m:r>
                            <a:rPr lang="es-ES" sz="3600" b="0" i="1" smtClean="0">
                              <a:latin typeface="Cambria Math" panose="02040503050406030204" pitchFamily="18" charset="0"/>
                            </a:rPr>
                            <m:t> </m:t>
                          </m:r>
                          <m:r>
                            <a:rPr lang="es-ES" sz="3600" i="1">
                              <a:latin typeface="Cambria Math" panose="02040503050406030204" pitchFamily="18" charset="0"/>
                            </a:rPr>
                            <m:t>1</m:t>
                          </m:r>
                        </m:e>
                      </m:d>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𝑔</m:t>
                      </m:r>
                      <m:d>
                        <m:dPr>
                          <m:ctrlPr>
                            <a:rPr lang="es-ES" sz="3600" i="1">
                              <a:latin typeface="Cambria Math" panose="02040503050406030204" pitchFamily="18" charset="0"/>
                            </a:rPr>
                          </m:ctrlPr>
                        </m:dPr>
                        <m:e>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e>
                      </m:d>
                      <m:r>
                        <a:rPr lang="es-ES" sz="3600" i="1">
                          <a:latin typeface="Cambria Math" panose="02040503050406030204" pitchFamily="18" charset="0"/>
                        </a:rPr>
                        <m:t>≤</m:t>
                      </m:r>
                      <m:r>
                        <a:rPr lang="es-ES" sz="3600" i="1">
                          <a:latin typeface="Cambria Math" panose="02040503050406030204" pitchFamily="18" charset="0"/>
                        </a:rPr>
                        <m:t>𝐴𝑤</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1" i="1">
                              <a:solidFill>
                                <a:srgbClr val="0070C0"/>
                              </a:solidFill>
                              <a:latin typeface="Cambria Math" panose="02040503050406030204" pitchFamily="18" charset="0"/>
                            </a:rPr>
                          </m:ctrlPr>
                        </m:barPr>
                        <m:e>
                          <m:r>
                            <a:rPr lang="es-ES" sz="3600" b="1" i="1">
                              <a:solidFill>
                                <a:srgbClr val="0070C0"/>
                              </a:solidFill>
                              <a:latin typeface="Cambria Math" panose="02040503050406030204" pitchFamily="18" charset="0"/>
                            </a:rPr>
                            <m:t>𝑿</m:t>
                          </m:r>
                        </m:e>
                      </m:bar>
                      <m:r>
                        <a:rPr lang="es-ES" sz="3600" i="1">
                          <a:latin typeface="Cambria Math" panose="02040503050406030204" pitchFamily="18" charset="0"/>
                        </a:rPr>
                        <m:t>𝑦</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bar>
                        <m:barPr>
                          <m:pos m:val="top"/>
                          <m:ctrlPr>
                            <a:rPr lang="es-ES" sz="3600" b="1" i="1">
                              <a:solidFill>
                                <a:srgbClr val="0070C0"/>
                              </a:solidFill>
                              <a:latin typeface="Cambria Math" panose="02040503050406030204" pitchFamily="18" charset="0"/>
                            </a:rPr>
                          </m:ctrlPr>
                        </m:barPr>
                        <m:e>
                          <m:r>
                            <a:rPr lang="es-ES" sz="3600" b="1" i="1">
                              <a:solidFill>
                                <a:srgbClr val="0070C0"/>
                              </a:solidFill>
                              <a:latin typeface="Cambria Math" panose="02040503050406030204" pitchFamily="18" charset="0"/>
                            </a:rPr>
                            <m:t>𝑿</m:t>
                          </m:r>
                        </m:e>
                      </m:bar>
                      <m:r>
                        <a:rPr lang="es-ES" sz="3600" i="1">
                          <a:latin typeface="Cambria Math" panose="02040503050406030204" pitchFamily="18" charset="0"/>
                        </a:rPr>
                        <m:t>𝑦</m:t>
                      </m:r>
                    </m:oMath>
                  </m:oMathPara>
                </a14:m>
                <a:endParaRPr lang="en-US" sz="3600"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1" i="1">
                              <a:solidFill>
                                <a:srgbClr val="0070C0"/>
                              </a:solidFill>
                              <a:latin typeface="Cambria Math" panose="02040503050406030204" pitchFamily="18" charset="0"/>
                            </a:rPr>
                          </m:ctrlPr>
                        </m:barPr>
                        <m:e>
                          <m:r>
                            <a:rPr lang="es-ES" sz="3600" b="1" i="1">
                              <a:solidFill>
                                <a:srgbClr val="0070C0"/>
                              </a:solidFill>
                              <a:latin typeface="Cambria Math" panose="02040503050406030204" pitchFamily="18" charset="0"/>
                            </a:rPr>
                            <m:t>𝑿</m:t>
                          </m:r>
                        </m:e>
                      </m:bar>
                      <m:d>
                        <m:dPr>
                          <m:ctrlPr>
                            <a:rPr lang="es-ES" sz="3600" i="1">
                              <a:latin typeface="Cambria Math" panose="02040503050406030204" pitchFamily="18" charset="0"/>
                            </a:rPr>
                          </m:ctrlPr>
                        </m:dPr>
                        <m:e>
                          <m:r>
                            <a:rPr lang="es-ES" sz="3600" i="1">
                              <a:latin typeface="Cambria Math" panose="02040503050406030204" pitchFamily="18" charset="0"/>
                            </a:rPr>
                            <m:t>1−</m:t>
                          </m:r>
                          <m:r>
                            <a:rPr lang="es-ES" sz="3600" i="1">
                              <a:latin typeface="Cambria Math" panose="02040503050406030204" pitchFamily="18" charset="0"/>
                            </a:rPr>
                            <m:t>𝑦</m:t>
                          </m:r>
                        </m:e>
                      </m:d>
                      <m:r>
                        <a:rPr lang="es-ES" sz="3600" i="1">
                          <a:latin typeface="Cambria Math" panose="02040503050406030204" pitchFamily="18" charset="0"/>
                        </a:rPr>
                        <m:t>≤</m:t>
                      </m:r>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bar>
                        <m:barPr>
                          <m:pos m:val="top"/>
                          <m:ctrlPr>
                            <a:rPr lang="es-ES" sz="3600" b="1" i="1">
                              <a:solidFill>
                                <a:srgbClr val="0070C0"/>
                              </a:solidFill>
                              <a:latin typeface="Cambria Math" panose="02040503050406030204" pitchFamily="18" charset="0"/>
                            </a:rPr>
                          </m:ctrlPr>
                        </m:barPr>
                        <m:e>
                          <m:r>
                            <a:rPr lang="es-ES" sz="3600" b="1" i="1">
                              <a:solidFill>
                                <a:srgbClr val="0070C0"/>
                              </a:solidFill>
                              <a:latin typeface="Cambria Math" panose="02040503050406030204" pitchFamily="18" charset="0"/>
                            </a:rPr>
                            <m:t>𝑿</m:t>
                          </m:r>
                        </m:e>
                      </m:bar>
                      <m:d>
                        <m:dPr>
                          <m:ctrlPr>
                            <a:rPr lang="es-ES" sz="3600" i="1">
                              <a:latin typeface="Cambria Math" panose="02040503050406030204" pitchFamily="18" charset="0"/>
                            </a:rPr>
                          </m:ctrlPr>
                        </m:dPr>
                        <m:e>
                          <m:r>
                            <a:rPr lang="es-ES" sz="3600" i="1">
                              <a:latin typeface="Cambria Math" panose="02040503050406030204" pitchFamily="18" charset="0"/>
                            </a:rPr>
                            <m:t>1−</m:t>
                          </m:r>
                          <m:r>
                            <a:rPr lang="es-ES" sz="3600" i="1">
                              <a:latin typeface="Cambria Math" panose="02040503050406030204" pitchFamily="18" charset="0"/>
                            </a:rPr>
                            <m:t>𝑦</m:t>
                          </m:r>
                        </m:e>
                      </m:d>
                    </m:oMath>
                  </m:oMathPara>
                </a14:m>
                <a:endParaRPr lang="en-US" sz="3600" dirty="0">
                  <a:latin typeface="Gill Sans Nova" panose="020B0602020104020203" pitchFamily="34" charset="0"/>
                </a:endParaRPr>
              </a:p>
            </p:txBody>
          </p:sp>
        </mc:Choice>
        <mc:Fallback xmlns="">
          <p:sp>
            <p:nvSpPr>
              <p:cNvPr id="7" name="Marcador de contenido 2">
                <a:extLst>
                  <a:ext uri="{FF2B5EF4-FFF2-40B4-BE49-F238E27FC236}">
                    <a16:creationId xmlns:a16="http://schemas.microsoft.com/office/drawing/2014/main" id="{36E356A3-4801-15DF-1C0F-FE3E1C5DBBE2}"/>
                  </a:ext>
                </a:extLst>
              </p:cNvPr>
              <p:cNvSpPr txBox="1">
                <a:spLocks noRot="1" noChangeAspect="1" noMove="1" noResize="1" noEditPoints="1" noAdjustHandles="1" noChangeArrowheads="1" noChangeShapeType="1" noTextEdit="1"/>
              </p:cNvSpPr>
              <p:nvPr/>
            </p:nvSpPr>
            <p:spPr>
              <a:xfrm>
                <a:off x="629411" y="1563219"/>
                <a:ext cx="6166025" cy="4788985"/>
              </a:xfrm>
              <a:prstGeom prst="rect">
                <a:avLst/>
              </a:prstGeom>
              <a:blipFill>
                <a:blip r:embed="rId3"/>
                <a:stretch>
                  <a:fillRect l="-2964"/>
                </a:stretch>
              </a:blipFill>
            </p:spPr>
            <p:txBody>
              <a:bodyPr/>
              <a:lstStyle/>
              <a:p>
                <a:r>
                  <a:rPr lang="es-ES">
                    <a:noFill/>
                  </a:rPr>
                  <a:t> </a:t>
                </a:r>
              </a:p>
            </p:txBody>
          </p:sp>
        </mc:Fallback>
      </mc:AlternateContent>
    </p:spTree>
    <p:extLst>
      <p:ext uri="{BB962C8B-B14F-4D97-AF65-F5344CB8AC3E}">
        <p14:creationId xmlns:p14="http://schemas.microsoft.com/office/powerpoint/2010/main" val="187855704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92319-F3A5-8A0B-D4D1-F1FB1D0F7DD4}"/>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3F154DAA-71B7-C8D2-8E6C-A072507F39B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149</a:t>
            </a:fld>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8BA92101-6C35-DC5D-756F-101B6297562F}"/>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Nonlinear term: </a:t>
                </a:r>
                <a14:m>
                  <m:oMath xmlns:m="http://schemas.openxmlformats.org/officeDocument/2006/math">
                    <m:r>
                      <a:rPr lang="es-ES" sz="3600" b="0" i="1" smtClean="0">
                        <a:latin typeface="Cambria Math" panose="02040503050406030204" pitchFamily="18" charset="0"/>
                      </a:rPr>
                      <m:t>𝑥𝑦</m:t>
                    </m:r>
                  </m:oMath>
                </a14:m>
                <a:r>
                  <a:rPr lang="en-US" sz="3600" dirty="0">
                    <a:latin typeface="Gill Sans Nova" panose="020B0602020104020203" pitchFamily="34" charset="0"/>
                  </a:rPr>
                  <a:t> in the objective function, an equality constraint or an inequality constraint.</a:t>
                </a:r>
              </a:p>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We can discretize one of the continuous variables. </a:t>
                </a:r>
              </a:p>
              <a:p>
                <a:pPr marL="0" indent="0" algn="just">
                  <a:buClr>
                    <a:srgbClr val="0070C0"/>
                  </a:buClr>
                  <a:buSzPct val="100000"/>
                  <a:buNone/>
                </a:pPr>
                <a:endParaRPr lang="en-US" sz="36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This approach is an </a:t>
                </a:r>
                <a:r>
                  <a:rPr lang="en-US" sz="3600" b="1" dirty="0">
                    <a:solidFill>
                      <a:srgbClr val="FF0000"/>
                    </a:solidFill>
                    <a:latin typeface="Gill Sans Nova" panose="020B0602020104020203" pitchFamily="34" charset="0"/>
                  </a:rPr>
                  <a:t>approximation</a:t>
                </a:r>
                <a:r>
                  <a:rPr lang="en-US" sz="3600" dirty="0">
                    <a:latin typeface="Gill Sans Nova" panose="020B0602020104020203" pitchFamily="34" charset="0"/>
                  </a:rPr>
                  <a:t>, not an exact reformulation! </a:t>
                </a:r>
              </a:p>
              <a:p>
                <a:pPr marL="0" indent="0" algn="just">
                  <a:buClr>
                    <a:srgbClr val="0070C0"/>
                  </a:buClr>
                  <a:buSzPct val="100000"/>
                  <a:buNone/>
                </a:pPr>
                <a:endParaRPr lang="en-US" sz="3200" noProof="0" dirty="0">
                  <a:latin typeface="Gill Sans Nova" panose="020B0602020104020203" pitchFamily="34" charset="0"/>
                </a:endParaRPr>
              </a:p>
            </p:txBody>
          </p:sp>
        </mc:Choice>
        <mc:Fallback xmlns="">
          <p:sp>
            <p:nvSpPr>
              <p:cNvPr id="9" name="Marcador de contenido 2">
                <a:extLst>
                  <a:ext uri="{FF2B5EF4-FFF2-40B4-BE49-F238E27FC236}">
                    <a16:creationId xmlns:a16="http://schemas.microsoft.com/office/drawing/2014/main" id="{8BA92101-6C35-DC5D-756F-101B6297562F}"/>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r="-1672"/>
                </a:stretch>
              </a:blipFill>
            </p:spPr>
            <p:txBody>
              <a:bodyPr/>
              <a:lstStyle/>
              <a:p>
                <a:r>
                  <a:rPr lang="es-ES">
                    <a:noFill/>
                  </a:rPr>
                  <a:t> </a:t>
                </a:r>
              </a:p>
            </p:txBody>
          </p:sp>
        </mc:Fallback>
      </mc:AlternateContent>
      <p:sp>
        <p:nvSpPr>
          <p:cNvPr id="5" name="Título 1">
            <a:extLst>
              <a:ext uri="{FF2B5EF4-FFF2-40B4-BE49-F238E27FC236}">
                <a16:creationId xmlns:a16="http://schemas.microsoft.com/office/drawing/2014/main" id="{95609CBF-EE2C-217A-7C29-AF4DF0C44919}"/>
              </a:ext>
            </a:extLst>
          </p:cNvPr>
          <p:cNvSpPr>
            <a:spLocks noGrp="1"/>
          </p:cNvSpPr>
          <p:nvPr>
            <p:ph type="title"/>
          </p:nvPr>
        </p:nvSpPr>
        <p:spPr>
          <a:xfrm>
            <a:off x="420625" y="254955"/>
            <a:ext cx="9166137" cy="686433"/>
          </a:xfrm>
        </p:spPr>
        <p:txBody>
          <a:bodyPr>
            <a:noAutofit/>
          </a:bodyPr>
          <a:lstStyle/>
          <a:p>
            <a:r>
              <a:rPr lang="en-US" sz="4800" noProof="0" dirty="0">
                <a:latin typeface="Gill Sans Nova" panose="020B0602020104020203" pitchFamily="34" charset="0"/>
              </a:rPr>
              <a:t>Product of two continuous variables</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D4D6B0CE-2CC3-0A93-FCB2-4B653ABCC4A8}"/>
              </a:ext>
            </a:extLst>
          </p:cNvPr>
          <p:cNvSpPr/>
          <p:nvPr/>
        </p:nvSpPr>
        <p:spPr>
          <a:xfrm>
            <a:off x="420624" y="941377"/>
            <a:ext cx="916613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15978038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CD77D-6350-9D34-FC88-B842B93C5FB2}"/>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007735D6-A956-4267-0003-D19832755480}"/>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150</a:t>
            </a:fld>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A6733C7A-3302-C953-CF3A-A509B5A21818}"/>
                  </a:ext>
                </a:extLst>
              </p:cNvPr>
              <p:cNvSpPr>
                <a:spLocks noGrp="1"/>
              </p:cNvSpPr>
              <p:nvPr>
                <p:ph idx="1"/>
              </p:nvPr>
            </p:nvSpPr>
            <p:spPr>
              <a:xfrm>
                <a:off x="629412" y="1450674"/>
                <a:ext cx="10933176" cy="4844248"/>
              </a:xfrm>
            </p:spPr>
            <p:txBody>
              <a:bodyPr>
                <a:noAutofit/>
              </a:bodyPr>
              <a:lstStyle/>
              <a:p>
                <a:pPr marL="0" indent="0" algn="just">
                  <a:buClr>
                    <a:srgbClr val="0070C0"/>
                  </a:buClr>
                  <a:buSzPct val="100000"/>
                  <a:buNone/>
                </a:pPr>
                <a:r>
                  <a:rPr lang="en-US" sz="3600" dirty="0">
                    <a:latin typeface="Gill Sans Nova" panose="020B0602020104020203" pitchFamily="34" charset="0"/>
                  </a:rPr>
                  <a:t>For example, we can consider some discrete values of one of the continuous variables:</a:t>
                </a: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14:m>
                  <m:oMathPara xmlns:m="http://schemas.openxmlformats.org/officeDocument/2006/math">
                    <m:oMath>
                      <m:r>
                        <a:rPr lang="es-ES" sz="3200" b="0" i="1" noProof="0" smtClean="0">
                          <a:latin typeface="Cambria Math" panose="02040503050406030204" pitchFamily="18" charset="0"/>
                        </a:rPr>
                        <m:t>𝑥</m:t>
                      </m:r>
                      <m:r>
                        <a:rPr lang="es-ES" sz="3200" b="0" i="1" noProof="0" smtClean="0">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1</m:t>
                              </m:r>
                            </m:sub>
                          </m:sSub>
                          <m:r>
                            <a:rPr lang="es-ES" sz="3200" b="0" i="1" noProof="0" smtClean="0">
                              <a:latin typeface="Cambria Math" panose="02040503050406030204" pitchFamily="18" charset="0"/>
                            </a:rPr>
                            <m:t>𝑢</m:t>
                          </m:r>
                        </m:e>
                        <m:sub>
                          <m:r>
                            <a:rPr lang="es-ES" sz="3200" b="0" i="1" noProof="0" smtClean="0">
                              <a:latin typeface="Cambria Math" panose="02040503050406030204" pitchFamily="18" charset="0"/>
                            </a:rPr>
                            <m:t>1</m:t>
                          </m:r>
                        </m:sub>
                      </m:sSub>
                      <m:r>
                        <a:rPr lang="es-ES" sz="3200" b="0" i="1" noProof="0" smtClean="0">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2</m:t>
                              </m:r>
                            </m:sub>
                          </m:sSub>
                          <m:r>
                            <a:rPr lang="es-ES" sz="3200" b="0" i="1" noProof="0" smtClean="0">
                              <a:latin typeface="Cambria Math" panose="02040503050406030204" pitchFamily="18" charset="0"/>
                            </a:rPr>
                            <m:t>𝑢</m:t>
                          </m:r>
                        </m:e>
                        <m:sub>
                          <m:r>
                            <a:rPr lang="es-ES" sz="3200" b="0" i="1" noProof="0" smtClean="0">
                              <a:latin typeface="Cambria Math" panose="02040503050406030204" pitchFamily="18" charset="0"/>
                            </a:rPr>
                            <m:t>2</m:t>
                          </m:r>
                        </m:sub>
                      </m:sSub>
                      <m:r>
                        <a:rPr lang="es-ES" sz="3200" b="0" i="1" noProof="0" smtClean="0">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1</m:t>
                              </m:r>
                            </m:sub>
                          </m:sSub>
                          <m:r>
                            <a:rPr lang="es-ES" sz="3200" i="1">
                              <a:latin typeface="Cambria Math" panose="02040503050406030204" pitchFamily="18" charset="0"/>
                            </a:rPr>
                            <m:t>𝑢</m:t>
                          </m:r>
                        </m:e>
                        <m:sub>
                          <m:r>
                            <a:rPr lang="es-ES" sz="3200" i="1">
                              <a:latin typeface="Cambria Math" panose="02040503050406030204" pitchFamily="18" charset="0"/>
                            </a:rPr>
                            <m:t>1</m:t>
                          </m:r>
                        </m:sub>
                      </m:sSub>
                      <m:r>
                        <a:rPr lang="es-ES" sz="3200" i="1">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b="0" i="1" smtClean="0">
                                  <a:latin typeface="Cambria Math" panose="02040503050406030204" pitchFamily="18" charset="0"/>
                                </a:rPr>
                                <m:t>3</m:t>
                              </m:r>
                            </m:sub>
                          </m:sSub>
                          <m:r>
                            <a:rPr lang="es-ES" sz="3200" i="1">
                              <a:latin typeface="Cambria Math" panose="02040503050406030204" pitchFamily="18" charset="0"/>
                            </a:rPr>
                            <m:t>𝑢</m:t>
                          </m:r>
                        </m:e>
                        <m:sub>
                          <m:r>
                            <a:rPr lang="es-ES" sz="3200" b="0" i="1" smtClean="0">
                              <a:latin typeface="Cambria Math" panose="02040503050406030204" pitchFamily="18" charset="0"/>
                            </a:rPr>
                            <m:t>3</m:t>
                          </m:r>
                        </m:sub>
                      </m:sSub>
                    </m:oMath>
                  </m:oMathPara>
                </a14:m>
                <a:endParaRPr lang="es-ES" sz="3200" dirty="0">
                  <a:latin typeface="Gill Sans Nova" panose="020B0602020104020203" pitchFamily="34" charset="0"/>
                </a:endParaRPr>
              </a:p>
              <a:p>
                <a:pPr marL="0" indent="0" algn="just">
                  <a:buClr>
                    <a:srgbClr val="0070C0"/>
                  </a:buClr>
                  <a:buSzPct val="100000"/>
                  <a:buNone/>
                </a:pPr>
                <a:endParaRPr lang="es-ES" sz="100" dirty="0">
                  <a:latin typeface="Gill Sans Nova" panose="020B0602020104020203" pitchFamily="34" charset="0"/>
                </a:endParaRPr>
              </a:p>
              <a:p>
                <a:pPr marL="0" indent="0" algn="just">
                  <a:buClr>
                    <a:srgbClr val="0070C0"/>
                  </a:buClr>
                  <a:buSzPct val="100000"/>
                  <a:buNone/>
                </a:pPr>
                <a14:m>
                  <m:oMathPara xmlns:m="http://schemas.openxmlformats.org/officeDocument/2006/math">
                    <m:oMath>
                      <m:sSub>
                        <m:sSubPr>
                          <m:ctrlPr>
                            <a:rPr lang="es-ES" sz="3200" b="0" i="1" noProof="0" smtClean="0">
                              <a:latin typeface="Cambria Math" panose="02040503050406030204" pitchFamily="18" charset="0"/>
                            </a:rPr>
                          </m:ctrlPr>
                        </m:sSubPr>
                        <m:e>
                          <m:r>
                            <a:rPr lang="es-ES" sz="3200" b="0" i="1" noProof="0" smtClean="0">
                              <a:latin typeface="Cambria Math" panose="02040503050406030204" pitchFamily="18" charset="0"/>
                            </a:rPr>
                            <m:t>𝑢</m:t>
                          </m:r>
                        </m:e>
                        <m:sub>
                          <m:r>
                            <a:rPr lang="es-ES" sz="3200" b="0" i="1" noProof="0" smtClean="0">
                              <a:latin typeface="Cambria Math" panose="02040503050406030204" pitchFamily="18" charset="0"/>
                            </a:rPr>
                            <m:t>1</m:t>
                          </m:r>
                        </m:sub>
                      </m:sSub>
                      <m:r>
                        <a:rPr lang="es-ES" sz="3200" b="0" i="1" noProof="0" smtClean="0">
                          <a:latin typeface="Cambria Math" panose="02040503050406030204" pitchFamily="18" charset="0"/>
                        </a:rPr>
                        <m:t>+</m:t>
                      </m:r>
                      <m:sSub>
                        <m:sSubPr>
                          <m:ctrlPr>
                            <a:rPr lang="es-ES" sz="3200" b="0" i="1" noProof="0" smtClean="0">
                              <a:latin typeface="Cambria Math" panose="02040503050406030204" pitchFamily="18" charset="0"/>
                            </a:rPr>
                          </m:ctrlPr>
                        </m:sSubPr>
                        <m:e>
                          <m:r>
                            <a:rPr lang="es-ES" sz="3200" b="0" i="1" noProof="0" smtClean="0">
                              <a:latin typeface="Cambria Math" panose="02040503050406030204" pitchFamily="18" charset="0"/>
                            </a:rPr>
                            <m:t>𝑢</m:t>
                          </m:r>
                        </m:e>
                        <m:sub>
                          <m:r>
                            <a:rPr lang="es-ES" sz="3200" b="0" i="1" noProof="0" smtClean="0">
                              <a:latin typeface="Cambria Math" panose="02040503050406030204" pitchFamily="18" charset="0"/>
                            </a:rPr>
                            <m:t>2</m:t>
                          </m:r>
                        </m:sub>
                      </m:sSub>
                      <m:r>
                        <a:rPr lang="es-ES" sz="3200" b="0" i="1" noProof="0" smtClean="0">
                          <a:latin typeface="Cambria Math" panose="02040503050406030204" pitchFamily="18" charset="0"/>
                        </a:rPr>
                        <m:t>+</m:t>
                      </m:r>
                      <m:sSub>
                        <m:sSubPr>
                          <m:ctrlPr>
                            <a:rPr lang="es-ES" sz="3200" b="0" i="1" noProof="0" smtClean="0">
                              <a:latin typeface="Cambria Math" panose="02040503050406030204" pitchFamily="18" charset="0"/>
                            </a:rPr>
                          </m:ctrlPr>
                        </m:sSubPr>
                        <m:e>
                          <m:r>
                            <a:rPr lang="es-ES" sz="3200" b="0" i="1" noProof="0" smtClean="0">
                              <a:latin typeface="Cambria Math" panose="02040503050406030204" pitchFamily="18" charset="0"/>
                            </a:rPr>
                            <m:t>𝑢</m:t>
                          </m:r>
                        </m:e>
                        <m:sub>
                          <m:r>
                            <a:rPr lang="es-ES" sz="3200" b="0" i="1" noProof="0" smtClean="0">
                              <a:latin typeface="Cambria Math" panose="02040503050406030204" pitchFamily="18" charset="0"/>
                            </a:rPr>
                            <m:t>3</m:t>
                          </m:r>
                        </m:sub>
                      </m:sSub>
                      <m:r>
                        <a:rPr lang="es-ES" sz="3200" b="0" i="1" noProof="0" smtClean="0">
                          <a:latin typeface="Cambria Math" panose="02040503050406030204" pitchFamily="18" charset="0"/>
                        </a:rPr>
                        <m:t>=1</m:t>
                      </m:r>
                    </m:oMath>
                  </m:oMathPara>
                </a14:m>
                <a:endParaRPr lang="en-US" sz="3200" dirty="0">
                  <a:latin typeface="Gill Sans Nova" panose="020B0602020104020203" pitchFamily="34" charset="0"/>
                </a:endParaRPr>
              </a:p>
              <a:p>
                <a:pPr marL="0" indent="0" algn="just">
                  <a:buClr>
                    <a:srgbClr val="0070C0"/>
                  </a:buClr>
                  <a:buSzPct val="100000"/>
                  <a:buNone/>
                </a:pPr>
                <a:endParaRPr lang="en-US" sz="100" dirty="0">
                  <a:latin typeface="Gill Sans Nova" panose="020B0602020104020203" pitchFamily="34" charset="0"/>
                </a:endParaRPr>
              </a:p>
              <a:p>
                <a:pPr marL="0" indent="0" algn="just">
                  <a:buClr>
                    <a:srgbClr val="0070C0"/>
                  </a:buClr>
                  <a:buSzPct val="100000"/>
                  <a:buNone/>
                </a:pPr>
                <a14:m>
                  <m:oMathPara xmlns:m="http://schemas.openxmlformats.org/officeDocument/2006/math">
                    <m:oMath>
                      <m:sSub>
                        <m:sSubPr>
                          <m:ctrlPr>
                            <a:rPr lang="es-ES" sz="3200" i="1">
                              <a:latin typeface="Cambria Math" panose="02040503050406030204" pitchFamily="18" charset="0"/>
                            </a:rPr>
                          </m:ctrlPr>
                        </m:sSubPr>
                        <m:e>
                          <m:r>
                            <a:rPr lang="es-ES" sz="3200" i="1">
                              <a:latin typeface="Cambria Math" panose="02040503050406030204" pitchFamily="18" charset="0"/>
                            </a:rPr>
                            <m:t>𝑢</m:t>
                          </m:r>
                        </m:e>
                        <m:sub>
                          <m:r>
                            <a:rPr lang="es-ES" sz="3200" i="1">
                              <a:latin typeface="Cambria Math" panose="02040503050406030204" pitchFamily="18" charset="0"/>
                            </a:rPr>
                            <m:t>1</m:t>
                          </m:r>
                        </m:sub>
                      </m:sSub>
                      <m:r>
                        <a:rPr lang="es-ES" sz="3200" b="0" i="1" smtClean="0">
                          <a:latin typeface="Cambria Math" panose="02040503050406030204" pitchFamily="18" charset="0"/>
                        </a:rPr>
                        <m:t>,</m:t>
                      </m:r>
                      <m:sSub>
                        <m:sSubPr>
                          <m:ctrlPr>
                            <a:rPr lang="es-ES" sz="3200" i="1">
                              <a:latin typeface="Cambria Math" panose="02040503050406030204" pitchFamily="18" charset="0"/>
                            </a:rPr>
                          </m:ctrlPr>
                        </m:sSubPr>
                        <m:e>
                          <m:r>
                            <a:rPr lang="es-ES" sz="3200" i="1">
                              <a:latin typeface="Cambria Math" panose="02040503050406030204" pitchFamily="18" charset="0"/>
                            </a:rPr>
                            <m:t>𝑢</m:t>
                          </m:r>
                        </m:e>
                        <m:sub>
                          <m:r>
                            <a:rPr lang="es-ES" sz="3200" i="1">
                              <a:latin typeface="Cambria Math" panose="02040503050406030204" pitchFamily="18" charset="0"/>
                            </a:rPr>
                            <m:t>2</m:t>
                          </m:r>
                        </m:sub>
                      </m:sSub>
                      <m:r>
                        <a:rPr lang="es-ES" sz="3200" b="0" i="1" smtClean="0">
                          <a:latin typeface="Cambria Math" panose="02040503050406030204" pitchFamily="18" charset="0"/>
                        </a:rPr>
                        <m:t>,</m:t>
                      </m:r>
                      <m:sSub>
                        <m:sSubPr>
                          <m:ctrlPr>
                            <a:rPr lang="es-ES" sz="3200" i="1">
                              <a:latin typeface="Cambria Math" panose="02040503050406030204" pitchFamily="18" charset="0"/>
                            </a:rPr>
                          </m:ctrlPr>
                        </m:sSubPr>
                        <m:e>
                          <m:r>
                            <a:rPr lang="es-ES" sz="3200" i="1">
                              <a:latin typeface="Cambria Math" panose="02040503050406030204" pitchFamily="18" charset="0"/>
                            </a:rPr>
                            <m:t>𝑢</m:t>
                          </m:r>
                        </m:e>
                        <m:sub>
                          <m:r>
                            <a:rPr lang="es-ES" sz="3200" i="1">
                              <a:latin typeface="Cambria Math" panose="02040503050406030204" pitchFamily="18" charset="0"/>
                            </a:rPr>
                            <m:t>3</m:t>
                          </m:r>
                        </m:sub>
                      </m:sSub>
                      <m:r>
                        <a:rPr lang="es-ES" sz="3200" b="0" i="1" smtClean="0">
                          <a:latin typeface="Cambria Math" panose="02040503050406030204" pitchFamily="18" charset="0"/>
                        </a:rPr>
                        <m:t>∈</m:t>
                      </m:r>
                      <m:d>
                        <m:dPr>
                          <m:begChr m:val="{"/>
                          <m:endChr m:val="}"/>
                          <m:ctrlPr>
                            <a:rPr lang="es-ES" sz="3200" b="0" i="1" smtClean="0">
                              <a:latin typeface="Cambria Math" panose="02040503050406030204" pitchFamily="18" charset="0"/>
                            </a:rPr>
                          </m:ctrlPr>
                        </m:dPr>
                        <m:e>
                          <m:r>
                            <a:rPr lang="es-ES" sz="3200" b="0" i="1" smtClean="0">
                              <a:latin typeface="Cambria Math" panose="02040503050406030204" pitchFamily="18" charset="0"/>
                            </a:rPr>
                            <m:t>0, 1</m:t>
                          </m:r>
                        </m:e>
                      </m:d>
                    </m:oMath>
                  </m:oMathPara>
                </a14:m>
                <a:endParaRPr lang="en-US" sz="3200" dirty="0">
                  <a:latin typeface="Gill Sans Nova" panose="020B0602020104020203" pitchFamily="34" charset="0"/>
                </a:endParaRP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200" dirty="0">
                    <a:latin typeface="Gill Sans Nova" panose="020B0602020104020203" pitchFamily="34" charset="0"/>
                  </a:rPr>
                  <a:t>Then, </a:t>
                </a:r>
                <a14:m>
                  <m:oMath xmlns:m="http://schemas.openxmlformats.org/officeDocument/2006/math">
                    <m:r>
                      <a:rPr lang="es-ES" sz="3200" b="0" i="1" smtClean="0">
                        <a:latin typeface="Cambria Math" panose="02040503050406030204" pitchFamily="18" charset="0"/>
                      </a:rPr>
                      <m:t>𝑥𝑦</m:t>
                    </m:r>
                    <m:r>
                      <a:rPr lang="es-ES" sz="3200" b="0" i="1" smtClean="0">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1</m:t>
                            </m:r>
                          </m:sub>
                        </m:sSub>
                        <m:r>
                          <a:rPr lang="es-ES" sz="3200" i="1">
                            <a:latin typeface="Cambria Math" panose="02040503050406030204" pitchFamily="18" charset="0"/>
                          </a:rPr>
                          <m:t>𝑢</m:t>
                        </m:r>
                      </m:e>
                      <m:sub>
                        <m:r>
                          <a:rPr lang="es-ES" sz="3200" i="1">
                            <a:latin typeface="Cambria Math" panose="02040503050406030204" pitchFamily="18" charset="0"/>
                          </a:rPr>
                          <m:t>1</m:t>
                        </m:r>
                      </m:sub>
                    </m:sSub>
                    <m:r>
                      <a:rPr lang="es-ES" sz="3200" b="0" i="1" smtClean="0">
                        <a:latin typeface="Cambria Math" panose="02040503050406030204" pitchFamily="18" charset="0"/>
                      </a:rPr>
                      <m:t>𝑦</m:t>
                    </m:r>
                    <m:r>
                      <a:rPr lang="es-ES" sz="3200" i="1">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2</m:t>
                            </m:r>
                          </m:sub>
                        </m:sSub>
                        <m:r>
                          <a:rPr lang="es-ES" sz="3200" i="1">
                            <a:latin typeface="Cambria Math" panose="02040503050406030204" pitchFamily="18" charset="0"/>
                          </a:rPr>
                          <m:t>𝑢</m:t>
                        </m:r>
                      </m:e>
                      <m:sub>
                        <m:r>
                          <a:rPr lang="es-ES" sz="3200" i="1">
                            <a:latin typeface="Cambria Math" panose="02040503050406030204" pitchFamily="18" charset="0"/>
                          </a:rPr>
                          <m:t>2</m:t>
                        </m:r>
                      </m:sub>
                    </m:sSub>
                    <m:r>
                      <a:rPr lang="es-ES" sz="3200" b="0" i="1" smtClean="0">
                        <a:latin typeface="Cambria Math" panose="02040503050406030204" pitchFamily="18" charset="0"/>
                      </a:rPr>
                      <m:t>𝑦</m:t>
                    </m:r>
                    <m:r>
                      <a:rPr lang="es-ES" sz="3200" i="1">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1</m:t>
                            </m:r>
                          </m:sub>
                        </m:sSub>
                        <m:r>
                          <a:rPr lang="es-ES" sz="3200" i="1">
                            <a:latin typeface="Cambria Math" panose="02040503050406030204" pitchFamily="18" charset="0"/>
                          </a:rPr>
                          <m:t>𝑢</m:t>
                        </m:r>
                      </m:e>
                      <m:sub>
                        <m:r>
                          <a:rPr lang="es-ES" sz="3200" i="1">
                            <a:latin typeface="Cambria Math" panose="02040503050406030204" pitchFamily="18" charset="0"/>
                          </a:rPr>
                          <m:t>1</m:t>
                        </m:r>
                      </m:sub>
                    </m:sSub>
                    <m:r>
                      <a:rPr lang="es-ES" sz="3200" b="0" i="1" smtClean="0">
                        <a:latin typeface="Cambria Math" panose="02040503050406030204" pitchFamily="18" charset="0"/>
                      </a:rPr>
                      <m:t>𝑦</m:t>
                    </m:r>
                    <m:r>
                      <a:rPr lang="es-ES" sz="3200" i="1">
                        <a:latin typeface="Cambria Math" panose="02040503050406030204" pitchFamily="18" charset="0"/>
                      </a:rPr>
                      <m:t>+</m:t>
                    </m:r>
                    <m:sSub>
                      <m:sSubPr>
                        <m:ctrlPr>
                          <a:rPr lang="es-ES" sz="3200" i="1">
                            <a:latin typeface="Cambria Math" panose="02040503050406030204" pitchFamily="18" charset="0"/>
                          </a:rPr>
                        </m:ctrlPr>
                      </m:sSubPr>
                      <m:e>
                        <m:sSub>
                          <m:sSubPr>
                            <m:ctrlPr>
                              <a:rPr lang="es-ES" sz="3200" i="1">
                                <a:latin typeface="Cambria Math" panose="02040503050406030204" pitchFamily="18" charset="0"/>
                              </a:rPr>
                            </m:ctrlPr>
                          </m:sSubPr>
                          <m:e>
                            <m:r>
                              <a:rPr lang="es-ES" sz="3200" i="1">
                                <a:latin typeface="Cambria Math" panose="02040503050406030204" pitchFamily="18" charset="0"/>
                              </a:rPr>
                              <m:t>𝑋</m:t>
                            </m:r>
                          </m:e>
                          <m:sub>
                            <m:r>
                              <a:rPr lang="es-ES" sz="3200" i="1">
                                <a:latin typeface="Cambria Math" panose="02040503050406030204" pitchFamily="18" charset="0"/>
                              </a:rPr>
                              <m:t>3</m:t>
                            </m:r>
                          </m:sub>
                        </m:sSub>
                        <m:r>
                          <a:rPr lang="es-ES" sz="3200" i="1">
                            <a:latin typeface="Cambria Math" panose="02040503050406030204" pitchFamily="18" charset="0"/>
                          </a:rPr>
                          <m:t>𝑢</m:t>
                        </m:r>
                      </m:e>
                      <m:sub>
                        <m:r>
                          <a:rPr lang="es-ES" sz="3200" i="1">
                            <a:latin typeface="Cambria Math" panose="02040503050406030204" pitchFamily="18" charset="0"/>
                          </a:rPr>
                          <m:t>3</m:t>
                        </m:r>
                      </m:sub>
                    </m:sSub>
                    <m:r>
                      <a:rPr lang="es-ES" sz="3200" b="0" i="1" smtClean="0">
                        <a:latin typeface="Cambria Math" panose="02040503050406030204" pitchFamily="18" charset="0"/>
                      </a:rPr>
                      <m:t>𝑦</m:t>
                    </m:r>
                  </m:oMath>
                </a14:m>
                <a:r>
                  <a:rPr lang="en-US" sz="3200" noProof="0" dirty="0">
                    <a:latin typeface="Gill Sans Nova" panose="020B0602020104020203" pitchFamily="34" charset="0"/>
                  </a:rPr>
                  <a:t>. The nonlinear terms </a:t>
                </a:r>
                <a14:m>
                  <m:oMath xmlns:m="http://schemas.openxmlformats.org/officeDocument/2006/math">
                    <m:sSub>
                      <m:sSubPr>
                        <m:ctrlPr>
                          <a:rPr lang="es-ES" sz="3200" i="1">
                            <a:latin typeface="Cambria Math" panose="02040503050406030204" pitchFamily="18" charset="0"/>
                          </a:rPr>
                        </m:ctrlPr>
                      </m:sSubPr>
                      <m:e>
                        <m:r>
                          <a:rPr lang="es-ES" sz="3200" i="1">
                            <a:latin typeface="Cambria Math" panose="02040503050406030204" pitchFamily="18" charset="0"/>
                          </a:rPr>
                          <m:t>𝑢</m:t>
                        </m:r>
                      </m:e>
                      <m:sub>
                        <m:r>
                          <a:rPr lang="es-ES" sz="3200" b="0" i="1" smtClean="0">
                            <a:latin typeface="Cambria Math" panose="02040503050406030204" pitchFamily="18" charset="0"/>
                          </a:rPr>
                          <m:t>𝑖</m:t>
                        </m:r>
                      </m:sub>
                    </m:sSub>
                    <m:r>
                      <a:rPr lang="es-ES" sz="3200" i="1">
                        <a:latin typeface="Cambria Math" panose="02040503050406030204" pitchFamily="18" charset="0"/>
                      </a:rPr>
                      <m:t>𝑦</m:t>
                    </m:r>
                  </m:oMath>
                </a14:m>
                <a:r>
                  <a:rPr lang="en-US" sz="3200" noProof="0" dirty="0">
                    <a:latin typeface="Gill Sans Nova" panose="020B0602020104020203" pitchFamily="34" charset="0"/>
                  </a:rPr>
                  <a:t> of binary and continuous variables can be linearized as explained before.</a:t>
                </a:r>
              </a:p>
            </p:txBody>
          </p:sp>
        </mc:Choice>
        <mc:Fallback xmlns="">
          <p:sp>
            <p:nvSpPr>
              <p:cNvPr id="9" name="Marcador de contenido 2">
                <a:extLst>
                  <a:ext uri="{FF2B5EF4-FFF2-40B4-BE49-F238E27FC236}">
                    <a16:creationId xmlns:a16="http://schemas.microsoft.com/office/drawing/2014/main" id="{A6733C7A-3302-C953-CF3A-A509B5A21818}"/>
                  </a:ext>
                </a:extLst>
              </p:cNvPr>
              <p:cNvSpPr>
                <a:spLocks noGrp="1" noRot="1" noChangeAspect="1" noMove="1" noResize="1" noEditPoints="1" noAdjustHandles="1" noChangeArrowheads="1" noChangeShapeType="1" noTextEdit="1"/>
              </p:cNvSpPr>
              <p:nvPr>
                <p:ph idx="1"/>
              </p:nvPr>
            </p:nvSpPr>
            <p:spPr>
              <a:xfrm>
                <a:off x="629412" y="1450674"/>
                <a:ext cx="10933176" cy="4844248"/>
              </a:xfrm>
              <a:blipFill>
                <a:blip r:embed="rId3"/>
                <a:stretch>
                  <a:fillRect l="-1672" t="-3145" r="-1672" b="-4654"/>
                </a:stretch>
              </a:blipFill>
            </p:spPr>
            <p:txBody>
              <a:bodyPr/>
              <a:lstStyle/>
              <a:p>
                <a:r>
                  <a:rPr lang="es-ES">
                    <a:noFill/>
                  </a:rPr>
                  <a:t> </a:t>
                </a:r>
              </a:p>
            </p:txBody>
          </p:sp>
        </mc:Fallback>
      </mc:AlternateContent>
      <p:sp>
        <p:nvSpPr>
          <p:cNvPr id="5" name="Título 1">
            <a:extLst>
              <a:ext uri="{FF2B5EF4-FFF2-40B4-BE49-F238E27FC236}">
                <a16:creationId xmlns:a16="http://schemas.microsoft.com/office/drawing/2014/main" id="{098EE8A4-CFF3-DE2C-4D0B-A5C2BE0C0076}"/>
              </a:ext>
            </a:extLst>
          </p:cNvPr>
          <p:cNvSpPr>
            <a:spLocks noGrp="1"/>
          </p:cNvSpPr>
          <p:nvPr>
            <p:ph type="title"/>
          </p:nvPr>
        </p:nvSpPr>
        <p:spPr>
          <a:xfrm>
            <a:off x="420625" y="254955"/>
            <a:ext cx="9166137" cy="686433"/>
          </a:xfrm>
        </p:spPr>
        <p:txBody>
          <a:bodyPr>
            <a:noAutofit/>
          </a:bodyPr>
          <a:lstStyle/>
          <a:p>
            <a:r>
              <a:rPr lang="en-US" sz="4800" noProof="0" dirty="0">
                <a:latin typeface="Gill Sans Nova" panose="020B0602020104020203" pitchFamily="34" charset="0"/>
              </a:rPr>
              <a:t>Product of two continuous variables</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0FD215AA-8EAD-E8E7-0C00-4D40746BA2CD}"/>
              </a:ext>
            </a:extLst>
          </p:cNvPr>
          <p:cNvSpPr/>
          <p:nvPr/>
        </p:nvSpPr>
        <p:spPr>
          <a:xfrm>
            <a:off x="420624" y="941377"/>
            <a:ext cx="916613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08310122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AF60-2E07-0A77-2A46-564FCC0970B8}"/>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1465051E-89E7-CB28-BC6B-DC89128AA7D9}"/>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151</a:t>
            </a:fld>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BF373B12-ECC6-3426-C462-72614C85F7D8}"/>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noProof="0" dirty="0">
                    <a:latin typeface="Gill Sans Nova" panose="020B0602020104020203" pitchFamily="34" charset="0"/>
                  </a:rPr>
                  <a:t>We can also use a binary expansion linearization (</a:t>
                </a:r>
                <a:r>
                  <a:rPr lang="en-US" sz="3600" b="1" dirty="0">
                    <a:solidFill>
                      <a:srgbClr val="FF0000"/>
                    </a:solidFill>
                    <a:latin typeface="Gill Sans Nova" panose="020B0602020104020203" pitchFamily="34" charset="0"/>
                  </a:rPr>
                  <a:t>approximation</a:t>
                </a:r>
                <a:r>
                  <a:rPr lang="en-US" sz="3600" dirty="0">
                    <a:latin typeface="Gill Sans Nova" panose="020B0602020104020203" pitchFamily="34" charset="0"/>
                  </a:rPr>
                  <a:t>)</a:t>
                </a:r>
                <a:r>
                  <a:rPr lang="en-US" sz="3600" noProof="0" dirty="0">
                    <a:latin typeface="Gill Sans Nova" panose="020B0602020104020203" pitchFamily="34" charset="0"/>
                  </a:rPr>
                  <a:t>:</a:t>
                </a:r>
              </a:p>
              <a:p>
                <a:pPr marL="0" indent="0" algn="just">
                  <a:buClr>
                    <a:srgbClr val="0070C0"/>
                  </a:buClr>
                  <a:buSzPct val="100000"/>
                  <a:buNone/>
                </a:pPr>
                <a:endParaRPr lang="en-US" sz="3200" noProof="0" dirty="0">
                  <a:latin typeface="Gill Sans Nova" panose="020B0602020104020203" pitchFamily="34" charset="0"/>
                </a:endParaRPr>
              </a:p>
              <a:p>
                <a:pPr marL="0" indent="0" algn="just">
                  <a:buClr>
                    <a:srgbClr val="0070C0"/>
                  </a:buClr>
                  <a:buSzPct val="100000"/>
                  <a:buNone/>
                </a:pPr>
                <a14:m>
                  <m:oMathPara xmlns:m="http://schemas.openxmlformats.org/officeDocument/2006/math">
                    <m:oMath>
                      <m:r>
                        <a:rPr lang="es-ES" sz="3200" i="1">
                          <a:latin typeface="Cambria Math" panose="02040503050406030204" pitchFamily="18" charset="0"/>
                        </a:rPr>
                        <m:t>𝑥</m:t>
                      </m:r>
                      <m:r>
                        <a:rPr lang="es-ES" sz="3200" i="1">
                          <a:latin typeface="Cambria Math" panose="02040503050406030204" pitchFamily="18" charset="0"/>
                        </a:rPr>
                        <m:t>=</m:t>
                      </m:r>
                      <m:bar>
                        <m:barPr>
                          <m:pos m:val="bot"/>
                          <m:ctrlPr>
                            <a:rPr lang="es-ES" sz="3200" b="0" i="1" smtClean="0">
                              <a:latin typeface="Cambria Math" panose="02040503050406030204" pitchFamily="18" charset="0"/>
                            </a:rPr>
                          </m:ctrlPr>
                        </m:barPr>
                        <m:e>
                          <m:r>
                            <a:rPr lang="es-ES" sz="3200" b="0" i="1" smtClean="0">
                              <a:latin typeface="Cambria Math" panose="02040503050406030204" pitchFamily="18" charset="0"/>
                            </a:rPr>
                            <m:t>𝑋</m:t>
                          </m:r>
                        </m:e>
                      </m:bar>
                      <m:r>
                        <a:rPr lang="es-ES" sz="3200" b="0" i="1" smtClean="0">
                          <a:latin typeface="Cambria Math" panose="02040503050406030204" pitchFamily="18" charset="0"/>
                        </a:rPr>
                        <m:t>+</m:t>
                      </m:r>
                      <m:d>
                        <m:dPr>
                          <m:ctrlPr>
                            <a:rPr lang="es-ES" sz="3200" b="0" i="1" smtClean="0">
                              <a:latin typeface="Cambria Math" panose="02040503050406030204" pitchFamily="18" charset="0"/>
                            </a:rPr>
                          </m:ctrlPr>
                        </m:dPr>
                        <m:e>
                          <m:bar>
                            <m:barPr>
                              <m:pos m:val="top"/>
                              <m:ctrlPr>
                                <a:rPr lang="es-ES" sz="3200" b="0" i="1" smtClean="0">
                                  <a:latin typeface="Cambria Math" panose="02040503050406030204" pitchFamily="18" charset="0"/>
                                </a:rPr>
                              </m:ctrlPr>
                            </m:barPr>
                            <m:e>
                              <m:r>
                                <a:rPr lang="es-ES" sz="3200" b="0" i="1" smtClean="0">
                                  <a:latin typeface="Cambria Math" panose="02040503050406030204" pitchFamily="18" charset="0"/>
                                </a:rPr>
                                <m:t>𝑋</m:t>
                              </m:r>
                            </m:e>
                          </m:bar>
                          <m:r>
                            <a:rPr lang="es-ES" sz="3200" b="0" i="1" smtClean="0">
                              <a:latin typeface="Cambria Math" panose="02040503050406030204" pitchFamily="18" charset="0"/>
                            </a:rPr>
                            <m:t>−</m:t>
                          </m:r>
                          <m:bar>
                            <m:barPr>
                              <m:pos m:val="bot"/>
                              <m:ctrlPr>
                                <a:rPr lang="es-ES" sz="3200" b="0" i="1" smtClean="0">
                                  <a:latin typeface="Cambria Math" panose="02040503050406030204" pitchFamily="18" charset="0"/>
                                </a:rPr>
                              </m:ctrlPr>
                            </m:barPr>
                            <m:e>
                              <m:r>
                                <a:rPr lang="es-ES" sz="3200" b="0" i="1" smtClean="0">
                                  <a:latin typeface="Cambria Math" panose="02040503050406030204" pitchFamily="18" charset="0"/>
                                </a:rPr>
                                <m:t>𝑋</m:t>
                              </m:r>
                            </m:e>
                          </m:bar>
                        </m:e>
                      </m:d>
                      <m:nary>
                        <m:naryPr>
                          <m:chr m:val="∑"/>
                          <m:ctrlPr>
                            <a:rPr lang="es-ES" sz="3200" b="0" i="1" smtClean="0">
                              <a:latin typeface="Cambria Math" panose="02040503050406030204" pitchFamily="18" charset="0"/>
                            </a:rPr>
                          </m:ctrlPr>
                        </m:naryPr>
                        <m:sub>
                          <m:r>
                            <m:rPr>
                              <m:brk m:alnAt="23"/>
                            </m:rPr>
                            <a:rPr lang="es-ES" sz="3200" b="0" i="1" smtClean="0">
                              <a:latin typeface="Cambria Math" panose="02040503050406030204" pitchFamily="18" charset="0"/>
                            </a:rPr>
                            <m:t>𝑘</m:t>
                          </m:r>
                          <m:r>
                            <a:rPr lang="es-ES" sz="3200" b="0" i="1" smtClean="0">
                              <a:latin typeface="Cambria Math" panose="02040503050406030204" pitchFamily="18" charset="0"/>
                            </a:rPr>
                            <m:t>=1</m:t>
                          </m:r>
                        </m:sub>
                        <m:sup>
                          <m:r>
                            <a:rPr lang="es-ES" sz="3200" b="0" i="1" smtClean="0">
                              <a:latin typeface="Cambria Math" panose="02040503050406030204" pitchFamily="18" charset="0"/>
                            </a:rPr>
                            <m:t>𝐾</m:t>
                          </m:r>
                        </m:sup>
                        <m:e>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2</m:t>
                              </m:r>
                            </m:e>
                            <m:sup>
                              <m:r>
                                <a:rPr lang="es-ES" sz="3200" b="0" i="1" smtClean="0">
                                  <a:latin typeface="Cambria Math" panose="02040503050406030204" pitchFamily="18" charset="0"/>
                                </a:rPr>
                                <m:t>−</m:t>
                              </m:r>
                              <m:r>
                                <a:rPr lang="es-ES" sz="3200" b="0" i="1" smtClean="0">
                                  <a:latin typeface="Cambria Math" panose="02040503050406030204" pitchFamily="18" charset="0"/>
                                </a:rPr>
                                <m:t>𝑘</m:t>
                              </m:r>
                            </m:sup>
                          </m:sSup>
                          <m:sSub>
                            <m:sSubPr>
                              <m:ctrlPr>
                                <a:rPr lang="es-ES" sz="3200" b="0" i="1" smtClean="0">
                                  <a:latin typeface="Cambria Math" panose="02040503050406030204" pitchFamily="18" charset="0"/>
                                </a:rPr>
                              </m:ctrlPr>
                            </m:sSubPr>
                            <m:e>
                              <m:r>
                                <a:rPr lang="es-ES" sz="3200" b="0" i="1" smtClean="0">
                                  <a:latin typeface="Cambria Math" panose="02040503050406030204" pitchFamily="18" charset="0"/>
                                </a:rPr>
                                <m:t>𝑢</m:t>
                              </m:r>
                            </m:e>
                            <m:sub>
                              <m:r>
                                <a:rPr lang="es-ES" sz="3200" b="0" i="1" smtClean="0">
                                  <a:latin typeface="Cambria Math" panose="02040503050406030204" pitchFamily="18" charset="0"/>
                                </a:rPr>
                                <m:t>𝑘</m:t>
                              </m:r>
                            </m:sub>
                          </m:sSub>
                        </m:e>
                      </m:nary>
                    </m:oMath>
                  </m:oMathPara>
                </a14:m>
                <a:endParaRPr lang="es-ES" sz="3200" dirty="0">
                  <a:latin typeface="Gill Sans Nova" panose="020B0602020104020203" pitchFamily="34" charset="0"/>
                </a:endParaRPr>
              </a:p>
              <a:p>
                <a:pPr marL="0" indent="0" algn="just">
                  <a:buClr>
                    <a:srgbClr val="0070C0"/>
                  </a:buClr>
                  <a:buSzPct val="100000"/>
                  <a:buNone/>
                </a:pPr>
                <a:endParaRPr lang="es-ES" sz="3200" dirty="0">
                  <a:latin typeface="Gill Sans Nova" panose="020B0602020104020203" pitchFamily="34" charset="0"/>
                </a:endParaRPr>
              </a:p>
              <a:p>
                <a:pPr marL="0" indent="0" algn="just">
                  <a:buClr>
                    <a:srgbClr val="0070C0"/>
                  </a:buClr>
                  <a:buSzPct val="100000"/>
                  <a:buNone/>
                </a:pPr>
                <a14:m>
                  <m:oMathPara xmlns:m="http://schemas.openxmlformats.org/officeDocument/2006/math">
                    <m:oMath>
                      <m:sSub>
                        <m:sSubPr>
                          <m:ctrlPr>
                            <a:rPr lang="es-ES" sz="3200" i="1">
                              <a:latin typeface="Cambria Math" panose="02040503050406030204" pitchFamily="18" charset="0"/>
                            </a:rPr>
                          </m:ctrlPr>
                        </m:sSubPr>
                        <m:e>
                          <m:r>
                            <a:rPr lang="es-ES" sz="3200" i="1">
                              <a:latin typeface="Cambria Math" panose="02040503050406030204" pitchFamily="18" charset="0"/>
                            </a:rPr>
                            <m:t>𝑢</m:t>
                          </m:r>
                        </m:e>
                        <m:sub>
                          <m:r>
                            <a:rPr lang="es-ES" sz="3200" i="1">
                              <a:latin typeface="Cambria Math" panose="02040503050406030204" pitchFamily="18" charset="0"/>
                            </a:rPr>
                            <m:t>𝑘</m:t>
                          </m:r>
                        </m:sub>
                      </m:sSub>
                      <m:r>
                        <a:rPr lang="es-ES" sz="3200" b="0" i="1" smtClean="0">
                          <a:latin typeface="Cambria Math" panose="02040503050406030204" pitchFamily="18" charset="0"/>
                        </a:rPr>
                        <m:t>∈</m:t>
                      </m:r>
                      <m:d>
                        <m:dPr>
                          <m:begChr m:val="{"/>
                          <m:endChr m:val="}"/>
                          <m:ctrlPr>
                            <a:rPr lang="es-ES" sz="3200" b="0" i="1" smtClean="0">
                              <a:latin typeface="Cambria Math" panose="02040503050406030204" pitchFamily="18" charset="0"/>
                            </a:rPr>
                          </m:ctrlPr>
                        </m:dPr>
                        <m:e>
                          <m:r>
                            <a:rPr lang="es-ES" sz="3200" b="0" i="1" smtClean="0">
                              <a:latin typeface="Cambria Math" panose="02040503050406030204" pitchFamily="18" charset="0"/>
                            </a:rPr>
                            <m:t>0, 1</m:t>
                          </m:r>
                        </m:e>
                      </m:d>
                      <m:r>
                        <a:rPr lang="es-ES" sz="3200" b="0" i="1" smtClean="0">
                          <a:latin typeface="Cambria Math" panose="02040503050406030204" pitchFamily="18" charset="0"/>
                        </a:rPr>
                        <m:t>, </m:t>
                      </m:r>
                      <m:r>
                        <a:rPr lang="es-ES" sz="3200" b="0" i="1" smtClean="0">
                          <a:latin typeface="Cambria Math" panose="02040503050406030204" pitchFamily="18" charset="0"/>
                        </a:rPr>
                        <m:t>𝑘</m:t>
                      </m:r>
                      <m:r>
                        <a:rPr lang="es-ES" sz="3200" b="0" i="1" smtClean="0">
                          <a:latin typeface="Cambria Math" panose="02040503050406030204" pitchFamily="18" charset="0"/>
                        </a:rPr>
                        <m:t>=1,…,</m:t>
                      </m:r>
                      <m:r>
                        <a:rPr lang="es-ES" sz="3200" b="0" i="1" smtClean="0">
                          <a:latin typeface="Cambria Math" panose="02040503050406030204" pitchFamily="18" charset="0"/>
                        </a:rPr>
                        <m:t>𝐾</m:t>
                      </m:r>
                    </m:oMath>
                  </m:oMathPara>
                </a14:m>
                <a:endParaRPr lang="es-ES" sz="3200" dirty="0">
                  <a:latin typeface="Gill Sans Nova" panose="020B0602020104020203" pitchFamily="34" charset="0"/>
                </a:endParaRPr>
              </a:p>
              <a:p>
                <a:pPr marL="0" indent="0" algn="just">
                  <a:buClr>
                    <a:srgbClr val="0070C0"/>
                  </a:buClr>
                  <a:buSzPct val="100000"/>
                  <a:buNone/>
                </a:pPr>
                <a:endParaRPr lang="en-US" sz="3200" noProof="0" dirty="0">
                  <a:latin typeface="Gill Sans Nova" panose="020B0602020104020203" pitchFamily="34" charset="0"/>
                </a:endParaRPr>
              </a:p>
            </p:txBody>
          </p:sp>
        </mc:Choice>
        <mc:Fallback xmlns="">
          <p:sp>
            <p:nvSpPr>
              <p:cNvPr id="9" name="Marcador de contenido 2">
                <a:extLst>
                  <a:ext uri="{FF2B5EF4-FFF2-40B4-BE49-F238E27FC236}">
                    <a16:creationId xmlns:a16="http://schemas.microsoft.com/office/drawing/2014/main" id="{BF373B12-ECC6-3426-C462-72614C85F7D8}"/>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r="-1672"/>
                </a:stretch>
              </a:blipFill>
            </p:spPr>
            <p:txBody>
              <a:bodyPr/>
              <a:lstStyle/>
              <a:p>
                <a:r>
                  <a:rPr lang="es-ES">
                    <a:noFill/>
                  </a:rPr>
                  <a:t> </a:t>
                </a:r>
              </a:p>
            </p:txBody>
          </p:sp>
        </mc:Fallback>
      </mc:AlternateContent>
      <p:sp>
        <p:nvSpPr>
          <p:cNvPr id="5" name="Título 1">
            <a:extLst>
              <a:ext uri="{FF2B5EF4-FFF2-40B4-BE49-F238E27FC236}">
                <a16:creationId xmlns:a16="http://schemas.microsoft.com/office/drawing/2014/main" id="{FCB4DAED-3604-81A4-A024-B49FFC6031AC}"/>
              </a:ext>
            </a:extLst>
          </p:cNvPr>
          <p:cNvSpPr>
            <a:spLocks noGrp="1"/>
          </p:cNvSpPr>
          <p:nvPr>
            <p:ph type="title"/>
          </p:nvPr>
        </p:nvSpPr>
        <p:spPr>
          <a:xfrm>
            <a:off x="420625" y="254955"/>
            <a:ext cx="9166137" cy="686433"/>
          </a:xfrm>
        </p:spPr>
        <p:txBody>
          <a:bodyPr>
            <a:noAutofit/>
          </a:bodyPr>
          <a:lstStyle/>
          <a:p>
            <a:r>
              <a:rPr lang="en-US" sz="4800" noProof="0" dirty="0">
                <a:latin typeface="Gill Sans Nova" panose="020B0602020104020203" pitchFamily="34" charset="0"/>
              </a:rPr>
              <a:t>Product of two continuous variables</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9A826372-BB46-3605-50BC-13F43DA23320}"/>
              </a:ext>
            </a:extLst>
          </p:cNvPr>
          <p:cNvSpPr/>
          <p:nvPr/>
        </p:nvSpPr>
        <p:spPr>
          <a:xfrm>
            <a:off x="420624" y="941377"/>
            <a:ext cx="916613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9259577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A6CCC-F198-AAC0-3F95-B78D0575FA3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907EAC28-9A3E-DB23-B497-35F2D799567C}"/>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b="0" i="1" smtClean="0">
                                  <a:latin typeface="Cambria Math" panose="02040503050406030204" pitchFamily="18" charset="0"/>
                                </a:rPr>
                                <m:t>,</m:t>
                              </m:r>
                              <m:r>
                                <a:rPr lang="es-ES" sz="3600" b="0" i="1" smtClean="0">
                                  <a:latin typeface="Cambria Math" panose="02040503050406030204" pitchFamily="18" charset="0"/>
                                </a:rPr>
                                <m:t>𝑤</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i="1">
                          <a:latin typeface="Cambria Math" panose="02040503050406030204" pitchFamily="18" charset="0"/>
                        </a:rPr>
                        <m:t>+</m:t>
                      </m:r>
                      <m:r>
                        <a:rPr lang="es-ES" sz="3600" i="1">
                          <a:latin typeface="Cambria Math" panose="02040503050406030204" pitchFamily="18" charset="0"/>
                        </a:rPr>
                        <m:t>𝐷</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𝒘</m:t>
                          </m:r>
                        </m:e>
                      </m:d>
                    </m:oMath>
                  </m:oMathPara>
                </a14:m>
                <a:endParaRPr lang="en-US" sz="3600"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𝑊</m:t>
                          </m:r>
                        </m:e>
                      </m:bar>
                      <m:r>
                        <a:rPr lang="es-ES" sz="3600" i="1">
                          <a:latin typeface="Cambria Math" panose="02040503050406030204" pitchFamily="18" charset="0"/>
                        </a:rPr>
                        <m:t>≤</m:t>
                      </m:r>
                      <m:r>
                        <a:rPr lang="es-ES" sz="3600" b="0" i="1" smtClean="0">
                          <a:latin typeface="Cambria Math" panose="02040503050406030204" pitchFamily="18" charset="0"/>
                        </a:rPr>
                        <m:t>𝑤</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𝑊</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𝐶</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𝒘</m:t>
                          </m:r>
                        </m:e>
                      </m:d>
                    </m:oMath>
                  </m:oMathPara>
                </a14:m>
                <a:endParaRPr lang="en-US" sz="3600" b="1"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d>
                      <m:dPr>
                        <m:begChr m:val="|"/>
                        <m:endChr m:val="|"/>
                        <m:ctrlPr>
                          <a:rPr lang="es-ES" sz="3600" b="0" i="1" smtClean="0">
                            <a:latin typeface="Cambria Math" panose="02040503050406030204" pitchFamily="18" charset="0"/>
                          </a:rPr>
                        </m:ctrlPr>
                      </m:dPr>
                      <m:e>
                        <m:r>
                          <a:rPr lang="es-ES" sz="3600" b="0" i="1" smtClean="0">
                            <a:latin typeface="Cambria Math" panose="02040503050406030204" pitchFamily="18" charset="0"/>
                          </a:rPr>
                          <m:t>𝑤</m:t>
                        </m:r>
                      </m:e>
                    </m:d>
                  </m:oMath>
                </a14:m>
                <a:endParaRPr lang="en-US" sz="3600" dirty="0">
                  <a:latin typeface="Gill Sans Nova" panose="020B0602020104020203" pitchFamily="34" charset="0"/>
                </a:endParaRPr>
              </a:p>
            </p:txBody>
          </p:sp>
        </mc:Choice>
        <mc:Fallback xmlns="">
          <p:sp>
            <p:nvSpPr>
              <p:cNvPr id="3" name="Marcador de contenido 2">
                <a:extLst>
                  <a:ext uri="{FF2B5EF4-FFF2-40B4-BE49-F238E27FC236}">
                    <a16:creationId xmlns:a16="http://schemas.microsoft.com/office/drawing/2014/main" id="{907EAC28-9A3E-DB23-B497-35F2D799567C}"/>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b="-7006"/>
                </a:stretch>
              </a:blipFill>
            </p:spPr>
            <p:txBody>
              <a:bodyPr/>
              <a:lstStyle/>
              <a:p>
                <a:r>
                  <a:rPr lang="es-ES">
                    <a:noFill/>
                  </a:rPr>
                  <a:t> </a:t>
                </a:r>
              </a:p>
            </p:txBody>
          </p:sp>
        </mc:Fallback>
      </mc:AlternateContent>
      <p:sp>
        <p:nvSpPr>
          <p:cNvPr id="16" name="Título 1">
            <a:extLst>
              <a:ext uri="{FF2B5EF4-FFF2-40B4-BE49-F238E27FC236}">
                <a16:creationId xmlns:a16="http://schemas.microsoft.com/office/drawing/2014/main" id="{5F547AD6-AEE1-DA95-74C4-42DB1398FBD3}"/>
              </a:ext>
            </a:extLst>
          </p:cNvPr>
          <p:cNvSpPr>
            <a:spLocks noGrp="1"/>
          </p:cNvSpPr>
          <p:nvPr>
            <p:ph type="title"/>
          </p:nvPr>
        </p:nvSpPr>
        <p:spPr>
          <a:xfrm>
            <a:off x="420626" y="254955"/>
            <a:ext cx="3833874" cy="686433"/>
          </a:xfrm>
        </p:spPr>
        <p:txBody>
          <a:bodyPr>
            <a:noAutofit/>
          </a:bodyPr>
          <a:lstStyle/>
          <a:p>
            <a:r>
              <a:rPr lang="en-US" sz="4800" noProof="0" dirty="0">
                <a:latin typeface="Gill Sans Nova" panose="020B0602020104020203" pitchFamily="34" charset="0"/>
              </a:rPr>
              <a:t>Absolute value</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D0E3CD6E-E96E-AD7D-2446-487A6E247AC3}"/>
              </a:ext>
            </a:extLst>
          </p:cNvPr>
          <p:cNvSpPr/>
          <p:nvPr/>
        </p:nvSpPr>
        <p:spPr>
          <a:xfrm>
            <a:off x="420625" y="941378"/>
            <a:ext cx="3833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1935E87F-C085-4453-D516-0399242B7C02}"/>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152</a:t>
            </a:fld>
            <a:endParaRPr lang="en-US" noProof="0" dirty="0"/>
          </a:p>
        </p:txBody>
      </p:sp>
    </p:spTree>
    <p:extLst>
      <p:ext uri="{BB962C8B-B14F-4D97-AF65-F5344CB8AC3E}">
        <p14:creationId xmlns:p14="http://schemas.microsoft.com/office/powerpoint/2010/main" val="236810562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9C3A0-F350-7288-0BDA-246E7FE8D414}"/>
            </a:ext>
          </a:extLst>
        </p:cNvPr>
        <p:cNvGrpSpPr/>
        <p:nvPr/>
      </p:nvGrpSpPr>
      <p:grpSpPr>
        <a:xfrm>
          <a:off x="0" y="0"/>
          <a:ext cx="0" cy="0"/>
          <a:chOff x="0" y="0"/>
          <a:chExt cx="0" cy="0"/>
        </a:xfrm>
      </p:grpSpPr>
      <p:sp>
        <p:nvSpPr>
          <p:cNvPr id="16" name="Título 1">
            <a:extLst>
              <a:ext uri="{FF2B5EF4-FFF2-40B4-BE49-F238E27FC236}">
                <a16:creationId xmlns:a16="http://schemas.microsoft.com/office/drawing/2014/main" id="{99C14EEE-C86C-C821-EAA6-702DC3BD68DB}"/>
              </a:ext>
            </a:extLst>
          </p:cNvPr>
          <p:cNvSpPr>
            <a:spLocks noGrp="1"/>
          </p:cNvSpPr>
          <p:nvPr>
            <p:ph type="title"/>
          </p:nvPr>
        </p:nvSpPr>
        <p:spPr>
          <a:xfrm>
            <a:off x="420626" y="254955"/>
            <a:ext cx="3833874" cy="686433"/>
          </a:xfrm>
        </p:spPr>
        <p:txBody>
          <a:bodyPr>
            <a:noAutofit/>
          </a:bodyPr>
          <a:lstStyle/>
          <a:p>
            <a:r>
              <a:rPr lang="en-US" sz="4800" noProof="0" dirty="0">
                <a:latin typeface="Gill Sans Nova" panose="020B0602020104020203" pitchFamily="34" charset="0"/>
              </a:rPr>
              <a:t>Absolute value</a:t>
            </a:r>
            <a:endParaRPr lang="en-US" sz="4000" noProof="0" dirty="0">
              <a:latin typeface="Gill Sans Nova" panose="020B0602020104020203" pitchFamily="34" charset="0"/>
            </a:endParaRPr>
          </a:p>
        </p:txBody>
      </p:sp>
      <p:sp>
        <p:nvSpPr>
          <p:cNvPr id="18" name="Rectángulo 17">
            <a:extLst>
              <a:ext uri="{FF2B5EF4-FFF2-40B4-BE49-F238E27FC236}">
                <a16:creationId xmlns:a16="http://schemas.microsoft.com/office/drawing/2014/main" id="{534A4D35-3459-7424-4908-D78F967249CB}"/>
              </a:ext>
            </a:extLst>
          </p:cNvPr>
          <p:cNvSpPr/>
          <p:nvPr/>
        </p:nvSpPr>
        <p:spPr>
          <a:xfrm>
            <a:off x="420625" y="941378"/>
            <a:ext cx="3833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Marcador de número de diapositiva 5">
            <a:extLst>
              <a:ext uri="{FF2B5EF4-FFF2-40B4-BE49-F238E27FC236}">
                <a16:creationId xmlns:a16="http://schemas.microsoft.com/office/drawing/2014/main" id="{FDD9BE0A-B74C-A496-417E-1ACD1121398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153</a:t>
            </a:fld>
            <a:endParaRPr lang="en-US" noProof="0" dirty="0"/>
          </a:p>
        </p:txBody>
      </p:sp>
      <mc:AlternateContent xmlns:mc="http://schemas.openxmlformats.org/markup-compatibility/2006" xmlns:a14="http://schemas.microsoft.com/office/drawing/2010/main">
        <mc:Choice Requires="a14">
          <p:sp>
            <p:nvSpPr>
              <p:cNvPr id="8" name="Marcador de contenido 2">
                <a:extLst>
                  <a:ext uri="{FF2B5EF4-FFF2-40B4-BE49-F238E27FC236}">
                    <a16:creationId xmlns:a16="http://schemas.microsoft.com/office/drawing/2014/main" id="{0201FEA7-4366-3F88-C3B7-DD6DA7AAE605}"/>
                  </a:ext>
                </a:extLst>
              </p:cNvPr>
              <p:cNvSpPr>
                <a:spLocks noGrp="1"/>
              </p:cNvSpPr>
              <p:nvPr>
                <p:ph idx="1"/>
              </p:nvPr>
            </p:nvSpPr>
            <p:spPr>
              <a:xfrm>
                <a:off x="629412" y="1387978"/>
                <a:ext cx="5606288" cy="4788985"/>
              </a:xfrm>
            </p:spPr>
            <p:txBody>
              <a:bodyPr>
                <a:noAutofit/>
              </a:bodyPr>
              <a:lstStyle/>
              <a:p>
                <a:pPr marL="0" indent="0">
                  <a:buClr>
                    <a:srgbClr val="0070C0"/>
                  </a:buClr>
                  <a:buSzPct val="100000"/>
                  <a:buNone/>
                </a:pPr>
                <a14:m>
                  <m:oMathPara xmlns:m="http://schemas.openxmlformats.org/officeDocument/2006/math">
                    <m:oMathParaPr>
                      <m:jc m:val="left"/>
                    </m:oMathParaPr>
                    <m:o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b="0" i="1" smtClean="0">
                                  <a:latin typeface="Cambria Math" panose="02040503050406030204" pitchFamily="18" charset="0"/>
                                </a:rPr>
                                <m:t>,</m:t>
                              </m:r>
                              <m:r>
                                <a:rPr lang="es-ES" sz="3600" b="0" i="1" smtClean="0">
                                  <a:latin typeface="Cambria Math" panose="02040503050406030204" pitchFamily="18" charset="0"/>
                                </a:rPr>
                                <m:t>𝑤</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b="0" i="1" smtClean="0">
                              <a:latin typeface="Cambria Math" panose="02040503050406030204" pitchFamily="18" charset="0"/>
                            </a:rPr>
                          </m:ctrlPr>
                        </m:dPr>
                        <m:e>
                          <m:r>
                            <a:rPr lang="es-ES" sz="3600" b="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0" i="1" smtClean="0">
                          <a:latin typeface="Cambria Math" panose="02040503050406030204" pitchFamily="18" charset="0"/>
                        </a:rPr>
                        <m:t>+</m:t>
                      </m:r>
                      <m:r>
                        <a:rPr lang="es-ES" sz="3600" b="0" i="1" smtClean="0">
                          <a:latin typeface="Cambria Math" panose="02040503050406030204" pitchFamily="18" charset="0"/>
                        </a:rPr>
                        <m:t>𝐷</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𝒘</m:t>
                          </m:r>
                        </m:e>
                      </m:d>
                    </m:oMath>
                  </m:oMathPara>
                </a14:m>
                <a:endParaRPr lang="en-US" sz="3600" i="1" dirty="0">
                  <a:latin typeface="Gill Sans Nova" panose="020B0602020104020203" pitchFamily="34" charset="0"/>
                </a:endParaRPr>
              </a:p>
              <a:p>
                <a:pPr marL="0" indent="0">
                  <a:buClr>
                    <a:srgbClr val="0070C0"/>
                  </a:buClr>
                  <a:buSzPct val="10000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𝑋</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r>
                        <a:rPr lang="es-ES" sz="3600" i="1">
                          <a:latin typeface="Cambria Math" panose="02040503050406030204" pitchFamily="18" charset="0"/>
                        </a:rPr>
                        <m:t>≤</m:t>
                      </m:r>
                      <m:r>
                        <a:rPr lang="es-ES" sz="3600" b="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𝑌</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b="0" i="1" smtClean="0">
                              <a:latin typeface="Cambria Math" panose="02040503050406030204" pitchFamily="18" charset="0"/>
                            </a:rPr>
                          </m:ctrlPr>
                        </m:barPr>
                        <m:e>
                          <m:r>
                            <a:rPr lang="es-ES" sz="3600" b="0" i="1" smtClean="0">
                              <a:latin typeface="Cambria Math" panose="02040503050406030204" pitchFamily="18" charset="0"/>
                            </a:rPr>
                            <m:t>𝑊</m:t>
                          </m:r>
                        </m:e>
                      </m:bar>
                      <m:r>
                        <a:rPr lang="es-ES" sz="3600" i="1">
                          <a:latin typeface="Cambria Math" panose="02040503050406030204" pitchFamily="18" charset="0"/>
                        </a:rPr>
                        <m:t>≤</m:t>
                      </m:r>
                      <m:r>
                        <a:rPr lang="es-ES" sz="3600" b="0" i="1" smtClean="0">
                          <a:latin typeface="Cambria Math" panose="02040503050406030204" pitchFamily="18" charset="0"/>
                        </a:rPr>
                        <m:t>𝑤</m:t>
                      </m:r>
                      <m:r>
                        <a:rPr lang="es-ES" sz="3600" i="1">
                          <a:latin typeface="Cambria Math" panose="02040503050406030204" pitchFamily="18" charset="0"/>
                        </a:rPr>
                        <m:t>≤</m:t>
                      </m:r>
                      <m:bar>
                        <m:barPr>
                          <m:pos m:val="top"/>
                          <m:ctrlPr>
                            <a:rPr lang="es-ES" sz="3600" b="0" i="1" smtClean="0">
                              <a:latin typeface="Cambria Math" panose="02040503050406030204" pitchFamily="18" charset="0"/>
                            </a:rPr>
                          </m:ctrlPr>
                        </m:barPr>
                        <m:e>
                          <m:r>
                            <a:rPr lang="es-ES" sz="3600" b="0" i="1" smtClean="0">
                              <a:latin typeface="Cambria Math" panose="02040503050406030204" pitchFamily="18" charset="0"/>
                            </a:rPr>
                            <m:t>𝑊</m:t>
                          </m:r>
                        </m:e>
                      </m:ba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latin typeface="Cambria Math" panose="02040503050406030204" pitchFamily="18" charset="0"/>
                        </a:rPr>
                        <m:t>𝑔</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b="0" i="1" smtClean="0">
                              <a:latin typeface="Cambria Math" panose="02040503050406030204" pitchFamily="18" charset="0"/>
                            </a:rPr>
                            <m:t>,</m:t>
                          </m:r>
                          <m:r>
                            <a:rPr lang="es-ES" sz="3600" b="0" i="1" smtClean="0">
                              <a:latin typeface="Cambria Math" panose="02040503050406030204" pitchFamily="18" charset="0"/>
                            </a:rPr>
                            <m:t>𝑦</m:t>
                          </m:r>
                        </m:e>
                      </m:d>
                      <m:r>
                        <a:rPr lang="es-ES" sz="3600" b="1" i="1" smtClean="0">
                          <a:latin typeface="Cambria Math" panose="02040503050406030204" pitchFamily="18" charset="0"/>
                        </a:rPr>
                        <m:t>≤</m:t>
                      </m:r>
                      <m:r>
                        <a:rPr lang="es-ES" sz="3600" b="0" i="1" smtClean="0">
                          <a:solidFill>
                            <a:schemeClr val="tx1"/>
                          </a:solidFill>
                          <a:latin typeface="Cambria Math" panose="02040503050406030204" pitchFamily="18" charset="0"/>
                        </a:rPr>
                        <m:t>𝐶</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𝒘</m:t>
                          </m:r>
                        </m:e>
                      </m:d>
                    </m:oMath>
                  </m:oMathPara>
                </a14:m>
                <a:endParaRPr lang="en-US" sz="3600" b="1" dirty="0">
                  <a:latin typeface="Gill Sans Nova" panose="020B0602020104020203" pitchFamily="34" charset="0"/>
                </a:endParaRPr>
              </a:p>
              <a:p>
                <a:pPr marL="0" indent="0">
                  <a:buClr>
                    <a:srgbClr val="0070C0"/>
                  </a:buClr>
                  <a:buSzPct val="100000"/>
                  <a:buNone/>
                </a:pPr>
                <a:endParaRPr lang="en-US" sz="3600" dirty="0">
                  <a:latin typeface="Gill Sans Nova" panose="020B0602020104020203" pitchFamily="34" charset="0"/>
                </a:endParaRPr>
              </a:p>
              <a:p>
                <a:pPr marL="0" indent="0">
                  <a:buClr>
                    <a:srgbClr val="0070C0"/>
                  </a:buClr>
                  <a:buSzPct val="100000"/>
                  <a:buNone/>
                </a:pPr>
                <a:r>
                  <a:rPr lang="en-US" sz="3600" dirty="0">
                    <a:latin typeface="Gill Sans Nova" panose="020B0602020104020203" pitchFamily="34" charset="0"/>
                  </a:rPr>
                  <a:t>Nonlinear term: </a:t>
                </a:r>
                <a14:m>
                  <m:oMath xmlns:m="http://schemas.openxmlformats.org/officeDocument/2006/math">
                    <m:d>
                      <m:dPr>
                        <m:begChr m:val="|"/>
                        <m:endChr m:val="|"/>
                        <m:ctrlPr>
                          <a:rPr lang="es-ES" sz="3600" b="0" i="1" smtClean="0">
                            <a:latin typeface="Cambria Math" panose="02040503050406030204" pitchFamily="18" charset="0"/>
                          </a:rPr>
                        </m:ctrlPr>
                      </m:dPr>
                      <m:e>
                        <m:r>
                          <a:rPr lang="es-ES" sz="3600" b="0" i="1" smtClean="0">
                            <a:latin typeface="Cambria Math" panose="02040503050406030204" pitchFamily="18" charset="0"/>
                          </a:rPr>
                          <m:t>𝑤</m:t>
                        </m:r>
                      </m:e>
                    </m:d>
                  </m:oMath>
                </a14:m>
                <a:endParaRPr lang="en-US" sz="3600" dirty="0">
                  <a:latin typeface="Gill Sans Nova" panose="020B0602020104020203" pitchFamily="34" charset="0"/>
                </a:endParaRPr>
              </a:p>
            </p:txBody>
          </p:sp>
        </mc:Choice>
        <mc:Fallback xmlns="">
          <p:sp>
            <p:nvSpPr>
              <p:cNvPr id="8" name="Marcador de contenido 2">
                <a:extLst>
                  <a:ext uri="{FF2B5EF4-FFF2-40B4-BE49-F238E27FC236}">
                    <a16:creationId xmlns:a16="http://schemas.microsoft.com/office/drawing/2014/main" id="{0201FEA7-4366-3F88-C3B7-DD6DA7AAE605}"/>
                  </a:ext>
                </a:extLst>
              </p:cNvPr>
              <p:cNvSpPr>
                <a:spLocks noGrp="1" noRot="1" noChangeAspect="1" noMove="1" noResize="1" noEditPoints="1" noAdjustHandles="1" noChangeArrowheads="1" noChangeShapeType="1" noTextEdit="1"/>
              </p:cNvSpPr>
              <p:nvPr>
                <p:ph idx="1"/>
              </p:nvPr>
            </p:nvSpPr>
            <p:spPr>
              <a:xfrm>
                <a:off x="629412" y="1387978"/>
                <a:ext cx="5606288" cy="4788985"/>
              </a:xfrm>
              <a:blipFill>
                <a:blip r:embed="rId3"/>
                <a:stretch>
                  <a:fillRect l="-3261" b="-7006"/>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Marcador de contenido 2">
                <a:extLst>
                  <a:ext uri="{FF2B5EF4-FFF2-40B4-BE49-F238E27FC236}">
                    <a16:creationId xmlns:a16="http://schemas.microsoft.com/office/drawing/2014/main" id="{51608172-CE54-4C69-B862-1BB2AD3B9BBB}"/>
                  </a:ext>
                </a:extLst>
              </p:cNvPr>
              <p:cNvSpPr txBox="1">
                <a:spLocks/>
              </p:cNvSpPr>
              <p:nvPr/>
            </p:nvSpPr>
            <p:spPr>
              <a:xfrm>
                <a:off x="6285300" y="1006943"/>
                <a:ext cx="5606287" cy="54700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None/>
                </a:pPr>
                <a14:m>
                  <m:oMath xmlns:m="http://schemas.openxmlformats.org/officeDocument/2006/math">
                    <m:func>
                      <m:funcPr>
                        <m:ctrlPr>
                          <a:rPr lang="es-ES" sz="3600" i="1">
                            <a:latin typeface="Cambria Math" panose="02040503050406030204" pitchFamily="18" charset="0"/>
                          </a:rPr>
                        </m:ctrlPr>
                      </m:funcPr>
                      <m:fName>
                        <m:limLow>
                          <m:limLowPr>
                            <m:ctrlPr>
                              <a:rPr lang="es-ES" sz="3600" i="1">
                                <a:latin typeface="Cambria Math" panose="02040503050406030204" pitchFamily="18" charset="0"/>
                              </a:rPr>
                            </m:ctrlPr>
                          </m:limLowPr>
                          <m:e>
                            <m:r>
                              <a:rPr lang="es-ES" sz="3600" i="1">
                                <a:latin typeface="Cambria Math" panose="02040503050406030204" pitchFamily="18" charset="0"/>
                              </a:rPr>
                              <m:t>𝑚𝑖𝑛</m:t>
                            </m:r>
                          </m:e>
                          <m:lim>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𝑏</m:t>
                            </m:r>
                            <m:r>
                              <a:rPr lang="es-ES" sz="3600" b="0" i="1" smtClean="0">
                                <a:latin typeface="Cambria Math" panose="02040503050406030204" pitchFamily="18" charset="0"/>
                              </a:rPr>
                              <m:t>,</m:t>
                            </m:r>
                            <m:r>
                              <a:rPr lang="es-ES" sz="3600" i="1">
                                <a:latin typeface="Cambria Math" panose="02040503050406030204" pitchFamily="18" charset="0"/>
                              </a:rPr>
                              <m:t>𝑥</m:t>
                            </m:r>
                            <m:r>
                              <a:rPr lang="es-ES" sz="3600" i="1">
                                <a:latin typeface="Cambria Math" panose="02040503050406030204" pitchFamily="18" charset="0"/>
                              </a:rPr>
                              <m:t>,</m:t>
                            </m:r>
                            <m:r>
                              <a:rPr lang="es-ES" sz="3600" i="1">
                                <a:latin typeface="Cambria Math" panose="02040503050406030204" pitchFamily="18" charset="0"/>
                              </a:rPr>
                              <m:t>𝑦</m:t>
                            </m:r>
                            <m:r>
                              <a:rPr lang="es-ES" sz="3600" i="1" smtClean="0">
                                <a:latin typeface="Cambria Math" panose="02040503050406030204" pitchFamily="18" charset="0"/>
                              </a:rPr>
                              <m:t>,</m:t>
                            </m:r>
                            <m:r>
                              <a:rPr lang="es-ES" sz="3600" b="0" i="1" smtClean="0">
                                <a:latin typeface="Cambria Math" panose="02040503050406030204" pitchFamily="18" charset="0"/>
                              </a:rPr>
                              <m:t>𝑤</m:t>
                            </m:r>
                          </m:lim>
                        </m:limLow>
                      </m:fName>
                      <m:e/>
                    </m:func>
                    <m:r>
                      <a:rPr lang="es-ES" sz="3600" i="1">
                        <a:latin typeface="Cambria Math" panose="02040503050406030204" pitchFamily="18" charset="0"/>
                      </a:rPr>
                      <m:t>𝑧</m:t>
                    </m:r>
                    <m:r>
                      <a:rPr lang="es-ES" sz="3600" i="1">
                        <a:latin typeface="Cambria Math" panose="02040503050406030204" pitchFamily="18" charset="0"/>
                      </a:rPr>
                      <m:t>=</m:t>
                    </m:r>
                    <m:r>
                      <a:rPr lang="es-ES" sz="3600" i="1" smtClean="0">
                        <a:latin typeface="Cambria Math" panose="02040503050406030204" pitchFamily="18" charset="0"/>
                      </a:rPr>
                      <m:t>𝑓</m:t>
                    </m:r>
                    <m:d>
                      <m:dPr>
                        <m:ctrlPr>
                          <a:rPr lang="es-ES" sz="3600" i="1" smtClean="0">
                            <a:latin typeface="Cambria Math" panose="02040503050406030204" pitchFamily="18" charset="0"/>
                          </a:rPr>
                        </m:ctrlPr>
                      </m:dPr>
                      <m:e>
                        <m:r>
                          <a:rPr lang="es-ES" sz="3600" i="1" smtClean="0">
                            <a:latin typeface="Cambria Math" panose="02040503050406030204" pitchFamily="18" charset="0"/>
                          </a:rPr>
                          <m:t>𝑥</m:t>
                        </m:r>
                        <m:r>
                          <a:rPr lang="es-ES" sz="3600" i="1" smtClean="0">
                            <a:latin typeface="Cambria Math" panose="02040503050406030204" pitchFamily="18" charset="0"/>
                          </a:rPr>
                          <m:t>,</m:t>
                        </m:r>
                        <m:r>
                          <a:rPr lang="es-ES" sz="3600" i="1" smtClean="0">
                            <a:latin typeface="Cambria Math" panose="02040503050406030204" pitchFamily="18" charset="0"/>
                          </a:rPr>
                          <m:t>𝑦</m:t>
                        </m:r>
                      </m:e>
                    </m:d>
                  </m:oMath>
                </a14:m>
                <a:r>
                  <a:rPr lang="es-ES" sz="3600" dirty="0"/>
                  <a:t> </a:t>
                </a:r>
                <a14:m>
                  <m:oMath xmlns:m="http://schemas.openxmlformats.org/officeDocument/2006/math">
                    <m:r>
                      <a:rPr lang="es-ES" sz="3600" i="1">
                        <a:latin typeface="Cambria Math" panose="02040503050406030204" pitchFamily="18" charset="0"/>
                      </a:rPr>
                      <m:t>+</m:t>
                    </m:r>
                    <m:r>
                      <a:rPr lang="es-ES" sz="3600" i="1">
                        <a:latin typeface="Cambria Math" panose="02040503050406030204" pitchFamily="18" charset="0"/>
                      </a:rPr>
                      <m:t>𝐷</m:t>
                    </m:r>
                    <m:r>
                      <a:rPr lang="es-ES" sz="3600" b="1" i="1">
                        <a:solidFill>
                          <a:srgbClr val="0070C0"/>
                        </a:solidFill>
                        <a:latin typeface="Cambria Math" panose="02040503050406030204" pitchFamily="18" charset="0"/>
                      </a:rPr>
                      <m:t>𝒂</m:t>
                    </m:r>
                  </m:oMath>
                </a14:m>
                <a:endParaRPr lang="en-US" sz="3600"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600" dirty="0" err="1">
                    <a:latin typeface="Gill Sans Nova" panose="020B0602020104020203" pitchFamily="34" charset="0"/>
                  </a:rPr>
                  <a:t>s.t.</a:t>
                </a:r>
                <a:r>
                  <a:rPr lang="en-US" sz="3600" dirty="0">
                    <a:latin typeface="Gill Sans Nova" panose="020B0602020104020203" pitchFamily="34" charset="0"/>
                  </a:rPr>
                  <a:t>:</a:t>
                </a: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r>
                        <a:rPr lang="es-ES" sz="3600" i="1">
                          <a:latin typeface="Cambria Math" panose="02040503050406030204" pitchFamily="18" charset="0"/>
                        </a:rPr>
                        <m:t>≤</m:t>
                      </m:r>
                      <m:r>
                        <a:rPr lang="es-ES" sz="3600" i="1" smtClean="0">
                          <a:latin typeface="Cambria Math" panose="02040503050406030204" pitchFamily="18" charset="0"/>
                        </a:rPr>
                        <m:t>𝑥</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𝑋</m:t>
                          </m:r>
                        </m:e>
                      </m:bar>
                    </m:oMath>
                  </m:oMathPara>
                </a14:m>
                <a:endParaRPr lang="es-ES" sz="3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bar>
                        <m:barPr>
                          <m:pos m:val="bot"/>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r>
                        <a:rPr lang="es-ES" sz="3600" i="1">
                          <a:latin typeface="Cambria Math" panose="02040503050406030204" pitchFamily="18" charset="0"/>
                        </a:rPr>
                        <m:t>≤</m:t>
                      </m:r>
                      <m:r>
                        <a:rPr lang="es-ES" sz="3600" i="1" smtClean="0">
                          <a:latin typeface="Cambria Math" panose="02040503050406030204" pitchFamily="18" charset="0"/>
                        </a:rPr>
                        <m:t>𝑦</m:t>
                      </m:r>
                      <m:r>
                        <a:rPr lang="es-ES" sz="3600" i="1">
                          <a:latin typeface="Cambria Math" panose="02040503050406030204" pitchFamily="18" charset="0"/>
                        </a:rPr>
                        <m:t>≤</m:t>
                      </m:r>
                      <m:bar>
                        <m:barPr>
                          <m:pos m:val="top"/>
                          <m:ctrlPr>
                            <a:rPr lang="es-ES" sz="3600" i="1" smtClean="0">
                              <a:latin typeface="Cambria Math" panose="02040503050406030204" pitchFamily="18" charset="0"/>
                            </a:rPr>
                          </m:ctrlPr>
                        </m:barPr>
                        <m:e>
                          <m:r>
                            <a:rPr lang="es-ES" sz="3600" i="1" smtClean="0">
                              <a:latin typeface="Cambria Math" panose="02040503050406030204" pitchFamily="18" charset="0"/>
                            </a:rPr>
                            <m:t>𝑌</m:t>
                          </m:r>
                        </m:e>
                      </m:bar>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bar>
                        <m:barPr>
                          <m:pos m:val="bot"/>
                          <m:ctrlPr>
                            <a:rPr lang="es-ES" sz="3600" i="1">
                              <a:latin typeface="Cambria Math" panose="02040503050406030204" pitchFamily="18" charset="0"/>
                            </a:rPr>
                          </m:ctrlPr>
                        </m:barPr>
                        <m:e>
                          <m:r>
                            <a:rPr lang="es-ES" sz="3600" i="1">
                              <a:latin typeface="Cambria Math" panose="02040503050406030204" pitchFamily="18" charset="0"/>
                            </a:rPr>
                            <m:t>𝑊</m:t>
                          </m:r>
                        </m:e>
                      </m:ba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bar>
                        <m:barPr>
                          <m:pos m:val="top"/>
                          <m:ctrlPr>
                            <a:rPr lang="es-ES" sz="3600" i="1">
                              <a:latin typeface="Cambria Math" panose="02040503050406030204" pitchFamily="18" charset="0"/>
                            </a:rPr>
                          </m:ctrlPr>
                        </m:barPr>
                        <m:e>
                          <m:r>
                            <a:rPr lang="es-ES" sz="3600" i="1">
                              <a:latin typeface="Cambria Math" panose="02040503050406030204" pitchFamily="18" charset="0"/>
                            </a:rPr>
                            <m:t>𝑊</m:t>
                          </m:r>
                        </m:e>
                      </m:bar>
                    </m:oMath>
                  </m:oMathPara>
                </a14:m>
                <a:endParaRPr lang="es-ES" sz="3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b="0" i="1" smtClean="0">
                          <a:solidFill>
                            <a:schemeClr val="tx1"/>
                          </a:solidFill>
                          <a:latin typeface="Cambria Math" panose="02040503050406030204" pitchFamily="18" charset="0"/>
                        </a:rPr>
                        <m:t>𝑔</m:t>
                      </m:r>
                      <m:d>
                        <m:dPr>
                          <m:ctrlPr>
                            <a:rPr lang="es-ES" sz="3600" b="0" i="1">
                              <a:solidFill>
                                <a:schemeClr val="tx1"/>
                              </a:solidFill>
                              <a:latin typeface="Cambria Math" panose="02040503050406030204" pitchFamily="18" charset="0"/>
                            </a:rPr>
                          </m:ctrlPr>
                        </m:dPr>
                        <m:e>
                          <m:r>
                            <a:rPr lang="es-ES" sz="3600" b="0" i="1">
                              <a:solidFill>
                                <a:schemeClr val="tx1"/>
                              </a:solidFill>
                              <a:latin typeface="Cambria Math" panose="02040503050406030204" pitchFamily="18" charset="0"/>
                            </a:rPr>
                            <m:t>𝑥</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𝑦</m:t>
                          </m:r>
                        </m:e>
                      </m:d>
                      <m:r>
                        <a:rPr lang="es-ES" sz="3600" b="0" i="1">
                          <a:solidFill>
                            <a:schemeClr val="tx1"/>
                          </a:solidFill>
                          <a:latin typeface="Cambria Math" panose="02040503050406030204" pitchFamily="18" charset="0"/>
                        </a:rPr>
                        <m:t>≤</m:t>
                      </m:r>
                      <m:r>
                        <a:rPr lang="es-ES" sz="3600" b="0" i="1" smtClean="0">
                          <a:solidFill>
                            <a:schemeClr val="tx1"/>
                          </a:solidFill>
                          <a:latin typeface="Cambria Math" panose="02040503050406030204" pitchFamily="18" charset="0"/>
                        </a:rPr>
                        <m:t>𝐶</m:t>
                      </m:r>
                      <m:r>
                        <a:rPr lang="es-ES" sz="3600" b="1" i="1" smtClean="0">
                          <a:solidFill>
                            <a:srgbClr val="0070C0"/>
                          </a:solidFill>
                          <a:latin typeface="Cambria Math" panose="02040503050406030204" pitchFamily="18" charset="0"/>
                        </a:rPr>
                        <m:t>𝒂</m:t>
                      </m:r>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𝒃</m:t>
                      </m:r>
                      <m:r>
                        <a:rPr lang="es-ES" sz="3600" b="1" i="1" smtClean="0">
                          <a:solidFill>
                            <a:srgbClr val="0070C0"/>
                          </a:solidFill>
                          <a:latin typeface="Cambria Math" panose="02040503050406030204" pitchFamily="18" charset="0"/>
                        </a:rPr>
                        <m:t>∈</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𝟎</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𝟏</m:t>
                          </m:r>
                        </m:e>
                      </m:d>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smtClean="0">
                          <a:solidFill>
                            <a:srgbClr val="0070C0"/>
                          </a:solidFill>
                          <a:latin typeface="Cambria Math" panose="02040503050406030204" pitchFamily="18" charset="0"/>
                        </a:rPr>
                        <m:t>𝟎</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𝒂</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𝒘</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𝑴</m:t>
                      </m:r>
                      <m:d>
                        <m:dPr>
                          <m:ctrlPr>
                            <a:rPr lang="es-ES" sz="3600" b="1" i="1" smtClean="0">
                              <a:solidFill>
                                <a:srgbClr val="0070C0"/>
                              </a:solidFill>
                              <a:latin typeface="Cambria Math" panose="02040503050406030204" pitchFamily="18" charset="0"/>
                            </a:rPr>
                          </m:ctrlPr>
                        </m:dPr>
                        <m:e>
                          <m:r>
                            <a:rPr lang="es-ES" sz="3600" b="1" i="1" smtClean="0">
                              <a:solidFill>
                                <a:srgbClr val="0070C0"/>
                              </a:solidFill>
                              <a:latin typeface="Cambria Math" panose="02040503050406030204" pitchFamily="18" charset="0"/>
                            </a:rPr>
                            <m:t>𝟏</m:t>
                          </m:r>
                          <m:r>
                            <a:rPr lang="es-ES" sz="3600" b="1" i="1" smtClean="0">
                              <a:solidFill>
                                <a:srgbClr val="0070C0"/>
                              </a:solidFill>
                              <a:latin typeface="Cambria Math" panose="02040503050406030204" pitchFamily="18" charset="0"/>
                            </a:rPr>
                            <m:t>−</m:t>
                          </m:r>
                          <m:r>
                            <a:rPr lang="es-ES" sz="3600" b="1" i="1" smtClean="0">
                              <a:solidFill>
                                <a:srgbClr val="0070C0"/>
                              </a:solidFill>
                              <a:latin typeface="Cambria Math" panose="02040503050406030204" pitchFamily="18" charset="0"/>
                            </a:rPr>
                            <m:t>𝒃</m:t>
                          </m:r>
                        </m:e>
                      </m:d>
                    </m:oMath>
                  </m:oMathPara>
                </a14:m>
                <a:endParaRPr lang="en-US" sz="36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b="1" i="1">
                          <a:solidFill>
                            <a:srgbClr val="0070C0"/>
                          </a:solidFill>
                          <a:latin typeface="Cambria Math" panose="02040503050406030204" pitchFamily="18" charset="0"/>
                        </a:rPr>
                        <m:t>𝟎</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𝒂</m:t>
                      </m:r>
                      <m:r>
                        <a:rPr lang="es-ES" sz="3600" b="1" i="1" smtClean="0">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𝒘</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𝑴𝒃</m:t>
                      </m:r>
                    </m:oMath>
                  </m:oMathPara>
                </a14:m>
                <a:endParaRPr lang="en-US" sz="3600" b="1" dirty="0">
                  <a:solidFill>
                    <a:srgbClr val="0070C0"/>
                  </a:solidFill>
                  <a:latin typeface="Gill Sans Nova" panose="020B0602020104020203" pitchFamily="34" charset="0"/>
                </a:endParaRPr>
              </a:p>
            </p:txBody>
          </p:sp>
        </mc:Choice>
        <mc:Fallback xmlns="">
          <p:sp>
            <p:nvSpPr>
              <p:cNvPr id="10" name="Marcador de contenido 2">
                <a:extLst>
                  <a:ext uri="{FF2B5EF4-FFF2-40B4-BE49-F238E27FC236}">
                    <a16:creationId xmlns:a16="http://schemas.microsoft.com/office/drawing/2014/main" id="{51608172-CE54-4C69-B862-1BB2AD3B9BBB}"/>
                  </a:ext>
                </a:extLst>
              </p:cNvPr>
              <p:cNvSpPr txBox="1">
                <a:spLocks noRot="1" noChangeAspect="1" noMove="1" noResize="1" noEditPoints="1" noAdjustHandles="1" noChangeArrowheads="1" noChangeShapeType="1" noTextEdit="1"/>
              </p:cNvSpPr>
              <p:nvPr/>
            </p:nvSpPr>
            <p:spPr>
              <a:xfrm>
                <a:off x="6285300" y="1006943"/>
                <a:ext cx="5606287" cy="5470023"/>
              </a:xfrm>
              <a:prstGeom prst="rect">
                <a:avLst/>
              </a:prstGeom>
              <a:blipFill>
                <a:blip r:embed="rId4"/>
                <a:stretch>
                  <a:fillRect l="-3261"/>
                </a:stretch>
              </a:blipFill>
            </p:spPr>
            <p:txBody>
              <a:bodyPr/>
              <a:lstStyle/>
              <a:p>
                <a:r>
                  <a:rPr lang="es-ES">
                    <a:noFill/>
                  </a:rPr>
                  <a:t> </a:t>
                </a:r>
              </a:p>
            </p:txBody>
          </p:sp>
        </mc:Fallback>
      </mc:AlternateContent>
    </p:spTree>
    <p:extLst>
      <p:ext uri="{BB962C8B-B14F-4D97-AF65-F5344CB8AC3E}">
        <p14:creationId xmlns:p14="http://schemas.microsoft.com/office/powerpoint/2010/main" val="376543753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EA364-6EEE-63AD-2D25-9B5BE8EC75F6}"/>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94033038-A440-CE93-089C-E6D0B2A15BA0}"/>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154</a:t>
            </a:fld>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5300426-38F2-0714-BE0F-BCDA4381A47E}"/>
                  </a:ext>
                </a:extLst>
              </p:cNvPr>
              <p:cNvSpPr>
                <a:spLocks noGrp="1"/>
              </p:cNvSpPr>
              <p:nvPr>
                <p:ph idx="1"/>
              </p:nvPr>
            </p:nvSpPr>
            <p:spPr>
              <a:xfrm>
                <a:off x="629412" y="1386038"/>
                <a:ext cx="10933176" cy="4925861"/>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i="1">
                        <a:latin typeface="Cambria Math" panose="02040503050406030204" pitchFamily="18" charset="0"/>
                      </a:rPr>
                      <m:t>𝑏</m:t>
                    </m:r>
                    <m:r>
                      <a:rPr lang="es-ES" sz="3600" i="1">
                        <a:latin typeface="Cambria Math" panose="02040503050406030204" pitchFamily="18" charset="0"/>
                      </a:rPr>
                      <m:t>=1</m:t>
                    </m:r>
                  </m:oMath>
                </a14:m>
                <a:r>
                  <a:rPr lang="en-US" sz="36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d>
                        <m:dPr>
                          <m:ctrlPr>
                            <a:rPr lang="es-ES" sz="3600" i="1">
                              <a:latin typeface="Cambria Math" panose="02040503050406030204" pitchFamily="18" charset="0"/>
                            </a:rPr>
                          </m:ctrlPr>
                        </m:dPr>
                        <m:e>
                          <m:r>
                            <a:rPr lang="es-ES" sz="3600" i="1">
                              <a:latin typeface="Cambria Math" panose="02040503050406030204" pitchFamily="18" charset="0"/>
                            </a:rPr>
                            <m:t>1−1</m:t>
                          </m:r>
                        </m:e>
                      </m:d>
                      <m:r>
                        <a:rPr lang="es-ES" sz="3600" i="1" smtClean="0">
                          <a:solidFill>
                            <a:srgbClr val="0070C0"/>
                          </a:solidFill>
                          <a:latin typeface="Cambria Math" panose="02040503050406030204" pitchFamily="18" charset="0"/>
                        </a:rPr>
                        <m:t>→</m:t>
                      </m:r>
                      <m:r>
                        <a:rPr lang="es-ES" sz="3600" i="1">
                          <a:latin typeface="Cambria Math" panose="02040503050406030204" pitchFamily="18" charset="0"/>
                        </a:rPr>
                        <m:t>0≤</m:t>
                      </m:r>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≤0→</m:t>
                      </m:r>
                      <m:r>
                        <a:rPr lang="es-ES" sz="3600" b="1" i="1">
                          <a:solidFill>
                            <a:srgbClr val="0070C0"/>
                          </a:solidFill>
                          <a:latin typeface="Cambria Math" panose="02040503050406030204" pitchFamily="18" charset="0"/>
                        </a:rPr>
                        <m:t>𝒂</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𝒘</m:t>
                      </m:r>
                    </m:oMath>
                  </m:oMathPara>
                </a14:m>
                <a:endParaRPr lang="es-ES" sz="3600" b="1"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𝑎</m:t>
                      </m:r>
                      <m:r>
                        <a:rPr lang="es-ES" sz="3600" b="0" i="1" smtClean="0">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b="0" i="1" smtClean="0">
                          <a:latin typeface="Cambria Math" panose="02040503050406030204" pitchFamily="18" charset="0"/>
                        </a:rPr>
                        <m:t>·1</m:t>
                      </m:r>
                      <m:r>
                        <a:rPr lang="es-ES" sz="3600" i="1" smtClean="0">
                          <a:solidFill>
                            <a:srgbClr val="0070C0"/>
                          </a:solidFill>
                          <a:latin typeface="Cambria Math" panose="02040503050406030204" pitchFamily="18" charset="0"/>
                        </a:rPr>
                        <m:t>→</m:t>
                      </m:r>
                      <m:r>
                        <a:rPr lang="es-ES" sz="3600" i="1">
                          <a:latin typeface="Cambria Math" panose="02040503050406030204" pitchFamily="18" charset="0"/>
                        </a:rPr>
                        <m:t>0≤</m:t>
                      </m:r>
                      <m:r>
                        <a:rPr lang="es-ES" sz="3600" i="1">
                          <a:latin typeface="Cambria Math" panose="02040503050406030204" pitchFamily="18" charset="0"/>
                        </a:rPr>
                        <m:t>𝑎</m:t>
                      </m:r>
                      <m:r>
                        <a:rPr lang="es-ES" sz="3600" b="0" i="1" smtClean="0">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b="0" i="1" smtClean="0">
                          <a:solidFill>
                            <a:srgbClr val="0070C0"/>
                          </a:solidFill>
                          <a:latin typeface="Cambria Math" panose="02040503050406030204" pitchFamily="18" charset="0"/>
                        </a:rPr>
                        <m:t>→</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 </m:t>
                      </m:r>
                      <m:r>
                        <a:rPr lang="es-ES" sz="3600" b="0" i="1" smtClean="0">
                          <a:latin typeface="Cambria Math" panose="02040503050406030204" pitchFamily="18" charset="0"/>
                        </a:rPr>
                        <m:t>  </m:t>
                      </m:r>
                      <m:r>
                        <a:rPr lang="es-ES" sz="3600" b="0" i="1" smtClean="0">
                          <a:solidFill>
                            <a:srgbClr val="0070C0"/>
                          </a:solidFill>
                          <a:latin typeface="Cambria Math" panose="02040503050406030204" pitchFamily="18" charset="0"/>
                        </a:rPr>
                        <m:t>→</m:t>
                      </m:r>
                      <m:r>
                        <a:rPr lang="es-ES" sz="3600" b="0" i="1" smtClean="0">
                          <a:latin typeface="Cambria Math" panose="02040503050406030204" pitchFamily="18" charset="0"/>
                        </a:rPr>
                        <m:t>0≤2</m:t>
                      </m:r>
                      <m:r>
                        <a:rPr lang="es-ES" sz="3600" b="0" i="1" smtClean="0">
                          <a:latin typeface="Cambria Math" panose="02040503050406030204" pitchFamily="18" charset="0"/>
                        </a:rPr>
                        <m:t>𝑤</m:t>
                      </m:r>
                      <m:r>
                        <a:rPr lang="es-ES" sz="3600" b="0" i="1" smtClean="0">
                          <a:latin typeface="Cambria Math" panose="02040503050406030204" pitchFamily="18" charset="0"/>
                        </a:rPr>
                        <m:t>≤</m:t>
                      </m:r>
                      <m:r>
                        <a:rPr lang="es-ES" sz="3600" b="0" i="1" smtClean="0">
                          <a:latin typeface="Cambria Math" panose="02040503050406030204" pitchFamily="18" charset="0"/>
                        </a:rPr>
                        <m:t>𝑀</m:t>
                      </m:r>
                      <m:r>
                        <a:rPr lang="es-ES" sz="3600" b="0" i="1" smtClean="0">
                          <a:solidFill>
                            <a:srgbClr val="0070C0"/>
                          </a:solidFill>
                          <a:latin typeface="Cambria Math" panose="02040503050406030204" pitchFamily="18" charset="0"/>
                        </a:rPr>
                        <m:t>→</m:t>
                      </m:r>
                      <m:r>
                        <a:rPr lang="es-ES" sz="3600" b="0" i="1" smtClean="0">
                          <a:latin typeface="Cambria Math" panose="02040503050406030204" pitchFamily="18" charset="0"/>
                        </a:rPr>
                        <m:t>0≤</m:t>
                      </m:r>
                      <m:r>
                        <a:rPr lang="es-ES" sz="3600" b="0" i="1" smtClean="0">
                          <a:latin typeface="Cambria Math" panose="02040503050406030204" pitchFamily="18" charset="0"/>
                        </a:rPr>
                        <m:t>𝑤</m:t>
                      </m:r>
                      <m:r>
                        <a:rPr lang="es-ES" sz="3600" b="0" i="1" smtClean="0">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/2</m:t>
                      </m:r>
                    </m:oMath>
                  </m:oMathPara>
                </a14:m>
                <a:endParaRPr lang="en-US" sz="3600" dirty="0">
                  <a:latin typeface="Gill Sans Nova" panose="020B0602020104020203" pitchFamily="34" charset="0"/>
                </a:endParaRPr>
              </a:p>
              <a:p>
                <a:pPr marL="0" indent="0">
                  <a:buClr>
                    <a:srgbClr val="0070C0"/>
                  </a:buClr>
                  <a:buSzPct val="100000"/>
                  <a:buNone/>
                </a:pPr>
                <a:endParaRPr lang="en-US" sz="1800" dirty="0">
                  <a:solidFill>
                    <a:schemeClr val="tx1"/>
                  </a:solidFill>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noProof="0" dirty="0">
                    <a:latin typeface="Gill Sans Nova" panose="020B0602020104020203" pitchFamily="34" charset="0"/>
                  </a:rPr>
                  <a:t> Can </a:t>
                </a:r>
                <a14:m>
                  <m:oMath xmlns:m="http://schemas.openxmlformats.org/officeDocument/2006/math">
                    <m:r>
                      <a:rPr lang="es-ES" sz="3600" i="1">
                        <a:latin typeface="Cambria Math" panose="02040503050406030204" pitchFamily="18" charset="0"/>
                      </a:rPr>
                      <m:t>𝑤</m:t>
                    </m:r>
                  </m:oMath>
                </a14:m>
                <a:r>
                  <a:rPr lang="en-US" sz="3600" noProof="0" dirty="0">
                    <a:latin typeface="Gill Sans Nova" panose="020B0602020104020203" pitchFamily="34" charset="0"/>
                  </a:rPr>
                  <a:t> be </a:t>
                </a:r>
                <a14:m>
                  <m:oMath xmlns:m="http://schemas.openxmlformats.org/officeDocument/2006/math">
                    <m:r>
                      <a:rPr lang="es-ES" sz="3600" b="0" i="1" noProof="0" smtClean="0">
                        <a:latin typeface="Cambria Math" panose="02040503050406030204" pitchFamily="18" charset="0"/>
                      </a:rPr>
                      <m:t>&lt;0?</m:t>
                    </m:r>
                    <m:r>
                      <a:rPr lang="es-ES" sz="3600" b="1" i="1" smtClean="0">
                        <a:solidFill>
                          <a:srgbClr val="FF0000"/>
                        </a:solidFill>
                        <a:latin typeface="Cambria Math" panose="02040503050406030204" pitchFamily="18" charset="0"/>
                      </a:rPr>
                      <m:t>𝟎</m:t>
                    </m:r>
                    <m:r>
                      <a:rPr lang="es-ES" sz="3600" b="1" i="1" smtClean="0">
                        <a:solidFill>
                          <a:srgbClr val="FF0000"/>
                        </a:solidFill>
                        <a:latin typeface="Cambria Math" panose="02040503050406030204" pitchFamily="18" charset="0"/>
                      </a:rPr>
                      <m:t>≤</m:t>
                    </m:r>
                    <m:r>
                      <a:rPr lang="es-ES" sz="3600" b="1" i="1" smtClean="0">
                        <a:solidFill>
                          <a:srgbClr val="FF0000"/>
                        </a:solidFill>
                        <a:latin typeface="Cambria Math" panose="02040503050406030204" pitchFamily="18" charset="0"/>
                      </a:rPr>
                      <m:t>𝒘</m:t>
                    </m:r>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/2→</m:t>
                    </m:r>
                  </m:oMath>
                </a14:m>
                <a:r>
                  <a:rPr lang="en-US" sz="3600" dirty="0">
                    <a:latin typeface="Gill Sans Nova" panose="020B0602020104020203" pitchFamily="34" charset="0"/>
                  </a:rPr>
                  <a:t> Not possible</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Can </a:t>
                </a:r>
                <a14:m>
                  <m:oMath xmlns:m="http://schemas.openxmlformats.org/officeDocument/2006/math">
                    <m:r>
                      <a:rPr lang="es-ES" sz="3600" i="1">
                        <a:latin typeface="Cambria Math" panose="02040503050406030204" pitchFamily="18" charset="0"/>
                      </a:rPr>
                      <m:t>𝑤</m:t>
                    </m:r>
                  </m:oMath>
                </a14:m>
                <a:r>
                  <a:rPr lang="en-US" sz="3600" dirty="0">
                    <a:latin typeface="Gill Sans Nova" panose="020B0602020104020203" pitchFamily="34" charset="0"/>
                  </a:rPr>
                  <a:t> be </a:t>
                </a:r>
                <a14:m>
                  <m:oMath xmlns:m="http://schemas.openxmlformats.org/officeDocument/2006/math">
                    <m:r>
                      <a:rPr lang="es-ES" sz="3600" b="0" i="1" smtClean="0">
                        <a:latin typeface="Cambria Math" panose="02040503050406030204" pitchFamily="18" charset="0"/>
                      </a:rPr>
                      <m:t>&gt;</m:t>
                    </m:r>
                    <m:r>
                      <a:rPr lang="es-ES" sz="3600" i="1">
                        <a:latin typeface="Cambria Math" panose="02040503050406030204" pitchFamily="18" charset="0"/>
                      </a:rPr>
                      <m:t>0</m:t>
                    </m:r>
                    <m:r>
                      <a:rPr lang="es-ES" sz="3600" b="0" i="0" smtClean="0">
                        <a:latin typeface="Cambria Math" panose="02040503050406030204" pitchFamily="18" charset="0"/>
                      </a:rPr>
                      <m:t>?</m:t>
                    </m:r>
                    <m:r>
                      <a:rPr lang="es-ES" sz="3600" i="1">
                        <a:latin typeface="Cambria Math" panose="02040503050406030204" pitchFamily="18" charset="0"/>
                      </a:rPr>
                      <m:t>0≤</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/2→</m:t>
                    </m:r>
                  </m:oMath>
                </a14:m>
                <a:r>
                  <a:rPr lang="en-US" sz="3600" dirty="0">
                    <a:latin typeface="Gill Sans Nova" panose="020B0602020104020203" pitchFamily="34" charset="0"/>
                  </a:rPr>
                  <a:t> OK</a:t>
                </a: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Then, </a:t>
                </a:r>
                <a14:m>
                  <m:oMath xmlns:m="http://schemas.openxmlformats.org/officeDocument/2006/math">
                    <m:r>
                      <a:rPr lang="es-ES" sz="3600" i="1">
                        <a:latin typeface="Cambria Math" panose="02040503050406030204" pitchFamily="18" charset="0"/>
                      </a:rPr>
                      <m:t>𝑏</m:t>
                    </m:r>
                    <m:r>
                      <a:rPr lang="es-ES" sz="3600" i="1">
                        <a:latin typeface="Cambria Math" panose="02040503050406030204" pitchFamily="18" charset="0"/>
                      </a:rPr>
                      <m:t>=1</m:t>
                    </m:r>
                  </m:oMath>
                </a14:m>
                <a:r>
                  <a:rPr lang="en-US" sz="3600" dirty="0">
                    <a:latin typeface="Gill Sans Nova" panose="020B0602020104020203" pitchFamily="34" charset="0"/>
                  </a:rPr>
                  <a:t> if </a:t>
                </a:r>
                <a14:m>
                  <m:oMath xmlns:m="http://schemas.openxmlformats.org/officeDocument/2006/math">
                    <m:r>
                      <a:rPr lang="es-ES" sz="3600" i="1">
                        <a:latin typeface="Cambria Math" panose="02040503050406030204" pitchFamily="18" charset="0"/>
                      </a:rPr>
                      <m:t>𝑤</m:t>
                    </m:r>
                    <m:r>
                      <a:rPr lang="es-ES" sz="3600" i="1">
                        <a:latin typeface="Cambria Math" panose="02040503050406030204" pitchFamily="18" charset="0"/>
                      </a:rPr>
                      <m:t>&gt;0</m:t>
                    </m:r>
                  </m:oMath>
                </a14:m>
                <a:r>
                  <a:rPr lang="en-US" sz="3600" dirty="0">
                    <a:latin typeface="Gill Sans Nova" panose="020B0602020104020203" pitchFamily="34" charset="0"/>
                  </a:rPr>
                  <a:t>.</a:t>
                </a:r>
              </a:p>
            </p:txBody>
          </p:sp>
        </mc:Choice>
        <mc:Fallback xmlns="">
          <p:sp>
            <p:nvSpPr>
              <p:cNvPr id="3" name="Marcador de contenido 2">
                <a:extLst>
                  <a:ext uri="{FF2B5EF4-FFF2-40B4-BE49-F238E27FC236}">
                    <a16:creationId xmlns:a16="http://schemas.microsoft.com/office/drawing/2014/main" id="{05300426-38F2-0714-BE0F-BCDA4381A47E}"/>
                  </a:ext>
                </a:extLst>
              </p:cNvPr>
              <p:cNvSpPr>
                <a:spLocks noGrp="1" noRot="1" noChangeAspect="1" noMove="1" noResize="1" noEditPoints="1" noAdjustHandles="1" noChangeArrowheads="1" noChangeShapeType="1" noTextEdit="1"/>
              </p:cNvSpPr>
              <p:nvPr>
                <p:ph idx="1"/>
              </p:nvPr>
            </p:nvSpPr>
            <p:spPr>
              <a:xfrm>
                <a:off x="629412" y="1386038"/>
                <a:ext cx="10933176" cy="4925861"/>
              </a:xfrm>
              <a:blipFill>
                <a:blip r:embed="rId3"/>
                <a:stretch>
                  <a:fillRect l="-1672" t="-2970"/>
                </a:stretch>
              </a:blipFill>
            </p:spPr>
            <p:txBody>
              <a:bodyPr/>
              <a:lstStyle/>
              <a:p>
                <a:r>
                  <a:rPr lang="es-ES">
                    <a:noFill/>
                  </a:rPr>
                  <a:t> </a:t>
                </a:r>
              </a:p>
            </p:txBody>
          </p:sp>
        </mc:Fallback>
      </mc:AlternateContent>
      <p:sp>
        <p:nvSpPr>
          <p:cNvPr id="6" name="Título 1">
            <a:extLst>
              <a:ext uri="{FF2B5EF4-FFF2-40B4-BE49-F238E27FC236}">
                <a16:creationId xmlns:a16="http://schemas.microsoft.com/office/drawing/2014/main" id="{C6B23879-B7AF-020C-3932-8BD1DD6DE526}"/>
              </a:ext>
            </a:extLst>
          </p:cNvPr>
          <p:cNvSpPr>
            <a:spLocks noGrp="1"/>
          </p:cNvSpPr>
          <p:nvPr>
            <p:ph type="title"/>
          </p:nvPr>
        </p:nvSpPr>
        <p:spPr>
          <a:xfrm>
            <a:off x="420626" y="254955"/>
            <a:ext cx="3833874" cy="686433"/>
          </a:xfrm>
        </p:spPr>
        <p:txBody>
          <a:bodyPr>
            <a:noAutofit/>
          </a:bodyPr>
          <a:lstStyle/>
          <a:p>
            <a:r>
              <a:rPr lang="en-US" sz="4800" noProof="0" dirty="0">
                <a:latin typeface="Gill Sans Nova" panose="020B0602020104020203" pitchFamily="34" charset="0"/>
              </a:rPr>
              <a:t>Absolute value</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0708461C-3C96-687F-49FC-6FFAFEC0E154}"/>
              </a:ext>
            </a:extLst>
          </p:cNvPr>
          <p:cNvSpPr/>
          <p:nvPr/>
        </p:nvSpPr>
        <p:spPr>
          <a:xfrm>
            <a:off x="420625" y="941378"/>
            <a:ext cx="3833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75601626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B0774-2CB4-5D62-CB14-837A691DDFEB}"/>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0319AD69-BF50-124B-5685-43622468C65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155</a:t>
            </a:fld>
            <a:endParaRPr lang="en-US" noProof="0" dirty="0"/>
          </a:p>
        </p:txBody>
      </p:sp>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27AEE6CF-E65B-F77C-03CB-EE1CF42D8CD9}"/>
                  </a:ext>
                </a:extLst>
              </p:cNvPr>
              <p:cNvSpPr>
                <a:spLocks noGrp="1"/>
              </p:cNvSpPr>
              <p:nvPr>
                <p:ph idx="1"/>
              </p:nvPr>
            </p:nvSpPr>
            <p:spPr>
              <a:xfrm>
                <a:off x="629412" y="1386038"/>
                <a:ext cx="10933176" cy="4925861"/>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b="0" i="1" smtClean="0">
                        <a:latin typeface="Cambria Math" panose="02040503050406030204" pitchFamily="18" charset="0"/>
                      </a:rPr>
                      <m:t>𝑏</m:t>
                    </m:r>
                    <m:r>
                      <a:rPr lang="es-ES" sz="3600" b="0" i="1" smtClean="0">
                        <a:latin typeface="Cambria Math" panose="02040503050406030204" pitchFamily="18" charset="0"/>
                      </a:rPr>
                      <m:t>=0</m:t>
                    </m:r>
                  </m:oMath>
                </a14:m>
                <a:r>
                  <a:rPr lang="en-US" sz="3600" noProof="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600" b="0" i="1">
                          <a:solidFill>
                            <a:schemeClr val="tx1"/>
                          </a:solidFill>
                          <a:latin typeface="Cambria Math" panose="02040503050406030204" pitchFamily="18" charset="0"/>
                        </a:rPr>
                        <m:t>0≤</m:t>
                      </m:r>
                      <m:r>
                        <a:rPr lang="es-ES" sz="3600" b="0" i="1">
                          <a:solidFill>
                            <a:schemeClr val="tx1"/>
                          </a:solidFill>
                          <a:latin typeface="Cambria Math" panose="02040503050406030204" pitchFamily="18" charset="0"/>
                        </a:rPr>
                        <m:t>𝑎</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𝑤</m:t>
                      </m:r>
                      <m:r>
                        <a:rPr lang="es-ES" sz="3600" b="0" i="1">
                          <a:solidFill>
                            <a:schemeClr val="tx1"/>
                          </a:solidFill>
                          <a:latin typeface="Cambria Math" panose="02040503050406030204" pitchFamily="18" charset="0"/>
                        </a:rPr>
                        <m:t>≤</m:t>
                      </m:r>
                      <m:r>
                        <a:rPr lang="es-ES" sz="3600" b="0" i="1">
                          <a:solidFill>
                            <a:schemeClr val="tx1"/>
                          </a:solidFill>
                          <a:latin typeface="Cambria Math" panose="02040503050406030204" pitchFamily="18" charset="0"/>
                        </a:rPr>
                        <m:t>𝑀</m:t>
                      </m:r>
                      <m:r>
                        <a:rPr lang="es-ES" sz="3600" b="0" i="1" smtClean="0">
                          <a:solidFill>
                            <a:schemeClr val="tx1"/>
                          </a:solidFill>
                          <a:latin typeface="Cambria Math" panose="02040503050406030204" pitchFamily="18" charset="0"/>
                        </a:rPr>
                        <m:t>·0</m:t>
                      </m:r>
                      <m:r>
                        <a:rPr lang="es-ES" sz="3600" b="0" i="1" smtClean="0">
                          <a:solidFill>
                            <a:srgbClr val="0070C0"/>
                          </a:solidFill>
                          <a:latin typeface="Cambria Math" panose="02040503050406030204" pitchFamily="18" charset="0"/>
                        </a:rPr>
                        <m:t>→</m:t>
                      </m:r>
                      <m:r>
                        <a:rPr lang="es-ES" sz="3600" i="1">
                          <a:latin typeface="Cambria Math" panose="02040503050406030204" pitchFamily="18" charset="0"/>
                        </a:rPr>
                        <m:t>0≤</m:t>
                      </m:r>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≤0→</m:t>
                      </m:r>
                      <m:r>
                        <a:rPr lang="es-ES" sz="3600" b="1" i="1">
                          <a:solidFill>
                            <a:srgbClr val="0070C0"/>
                          </a:solidFill>
                          <a:latin typeface="Cambria Math" panose="02040503050406030204" pitchFamily="18" charset="0"/>
                        </a:rPr>
                        <m:t>𝒂</m:t>
                      </m:r>
                      <m:r>
                        <a:rPr lang="es-ES" sz="3600" b="1" i="1">
                          <a:solidFill>
                            <a:srgbClr val="0070C0"/>
                          </a:solidFill>
                          <a:latin typeface="Cambria Math" panose="02040503050406030204" pitchFamily="18" charset="0"/>
                        </a:rPr>
                        <m:t>=−</m:t>
                      </m:r>
                      <m:r>
                        <a:rPr lang="es-ES" sz="3600" b="1" i="1">
                          <a:solidFill>
                            <a:srgbClr val="0070C0"/>
                          </a:solidFill>
                          <a:latin typeface="Cambria Math" panose="02040503050406030204" pitchFamily="18" charset="0"/>
                        </a:rPr>
                        <m:t>𝒘</m:t>
                      </m:r>
                    </m:oMath>
                  </m:oMathPara>
                </a14:m>
                <a:endParaRPr lang="en-US" sz="3600" b="1" dirty="0">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0≤</m:t>
                      </m:r>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d>
                        <m:dPr>
                          <m:ctrlPr>
                            <a:rPr lang="es-ES" sz="3600" i="1">
                              <a:latin typeface="Cambria Math" panose="02040503050406030204" pitchFamily="18" charset="0"/>
                            </a:rPr>
                          </m:ctrlPr>
                        </m:dPr>
                        <m:e>
                          <m:r>
                            <a:rPr lang="es-ES" sz="3600" i="1">
                              <a:latin typeface="Cambria Math" panose="02040503050406030204" pitchFamily="18" charset="0"/>
                            </a:rPr>
                            <m:t>1−0</m:t>
                          </m:r>
                        </m:e>
                      </m:d>
                      <m:r>
                        <a:rPr lang="es-ES" sz="3600" i="1" smtClean="0">
                          <a:solidFill>
                            <a:srgbClr val="0070C0"/>
                          </a:solidFill>
                          <a:latin typeface="Cambria Math" panose="02040503050406030204" pitchFamily="18" charset="0"/>
                        </a:rPr>
                        <m:t>→</m:t>
                      </m:r>
                      <m:r>
                        <a:rPr lang="es-ES" sz="3600" i="1">
                          <a:latin typeface="Cambria Math" panose="02040503050406030204" pitchFamily="18" charset="0"/>
                        </a:rPr>
                        <m:t>0≤</m:t>
                      </m:r>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r>
                        <a:rPr lang="es-ES" sz="3600" i="1">
                          <a:latin typeface="Cambria Math" panose="02040503050406030204" pitchFamily="18" charset="0"/>
                        </a:rPr>
                        <m:t>≤</m:t>
                      </m:r>
                      <m:r>
                        <a:rPr lang="es-ES" sz="3600" i="1">
                          <a:latin typeface="Cambria Math" panose="02040503050406030204" pitchFamily="18" charset="0"/>
                        </a:rPr>
                        <m:t>𝑀</m:t>
                      </m:r>
                      <m:r>
                        <a:rPr lang="es-ES" sz="3600" b="0" i="1" smtClean="0">
                          <a:solidFill>
                            <a:srgbClr val="0070C0"/>
                          </a:solidFill>
                          <a:latin typeface="Cambria Math" panose="02040503050406030204" pitchFamily="18" charset="0"/>
                        </a:rPr>
                        <m:t>→</m:t>
                      </m:r>
                    </m:oMath>
                  </m:oMathPara>
                </a14:m>
                <a:endParaRPr lang="es-ES" sz="36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600" i="1">
                          <a:latin typeface="Cambria Math" panose="02040503050406030204" pitchFamily="18" charset="0"/>
                        </a:rPr>
                        <m:t> </m:t>
                      </m:r>
                      <m:r>
                        <a:rPr lang="es-ES" sz="3600" b="0" i="1" smtClean="0">
                          <a:latin typeface="Cambria Math" panose="02040503050406030204" pitchFamily="18" charset="0"/>
                        </a:rPr>
                        <m:t>  </m:t>
                      </m:r>
                      <m:r>
                        <a:rPr lang="es-ES" sz="3600" b="0" i="1" smtClean="0">
                          <a:solidFill>
                            <a:srgbClr val="0070C0"/>
                          </a:solidFill>
                          <a:latin typeface="Cambria Math" panose="02040503050406030204" pitchFamily="18" charset="0"/>
                        </a:rPr>
                        <m:t>→</m:t>
                      </m:r>
                      <m:r>
                        <a:rPr lang="es-ES" sz="3600" b="0" i="1" smtClean="0">
                          <a:latin typeface="Cambria Math" panose="02040503050406030204" pitchFamily="18" charset="0"/>
                        </a:rPr>
                        <m:t>0≤−2</m:t>
                      </m:r>
                      <m:r>
                        <a:rPr lang="es-ES" sz="3600" b="0" i="1" smtClean="0">
                          <a:latin typeface="Cambria Math" panose="02040503050406030204" pitchFamily="18" charset="0"/>
                        </a:rPr>
                        <m:t>𝑤</m:t>
                      </m:r>
                      <m:r>
                        <a:rPr lang="es-ES" sz="3600" b="0" i="1" smtClean="0">
                          <a:latin typeface="Cambria Math" panose="02040503050406030204" pitchFamily="18" charset="0"/>
                        </a:rPr>
                        <m:t>≤</m:t>
                      </m:r>
                      <m:r>
                        <a:rPr lang="es-ES" sz="3600" b="0" i="1" smtClean="0">
                          <a:latin typeface="Cambria Math" panose="02040503050406030204" pitchFamily="18" charset="0"/>
                        </a:rPr>
                        <m:t>𝑀</m:t>
                      </m:r>
                      <m:r>
                        <a:rPr lang="es-ES" sz="3600" b="0" i="1" smtClean="0">
                          <a:solidFill>
                            <a:srgbClr val="0070C0"/>
                          </a:solidFill>
                          <a:latin typeface="Cambria Math" panose="02040503050406030204" pitchFamily="18" charset="0"/>
                        </a:rPr>
                        <m:t>→</m:t>
                      </m:r>
                      <m:r>
                        <a:rPr lang="es-ES" sz="3600" b="0" i="1" smtClean="0">
                          <a:latin typeface="Cambria Math" panose="02040503050406030204" pitchFamily="18" charset="0"/>
                        </a:rPr>
                        <m:t>−</m:t>
                      </m:r>
                      <m:r>
                        <a:rPr lang="es-ES" sz="3600" b="0" i="1" smtClean="0">
                          <a:latin typeface="Cambria Math" panose="02040503050406030204" pitchFamily="18" charset="0"/>
                        </a:rPr>
                        <m:t>𝑀</m:t>
                      </m:r>
                      <m:r>
                        <a:rPr lang="es-ES" sz="3600" b="0" i="1" smtClean="0">
                          <a:latin typeface="Cambria Math" panose="02040503050406030204" pitchFamily="18" charset="0"/>
                        </a:rPr>
                        <m:t>≤2</m:t>
                      </m:r>
                      <m:r>
                        <a:rPr lang="es-ES" sz="3600" b="0" i="1" smtClean="0">
                          <a:latin typeface="Cambria Math" panose="02040503050406030204" pitchFamily="18" charset="0"/>
                        </a:rPr>
                        <m:t>𝑤</m:t>
                      </m:r>
                      <m:r>
                        <a:rPr lang="es-ES" sz="3600" b="0" i="1" smtClean="0">
                          <a:latin typeface="Cambria Math" panose="02040503050406030204" pitchFamily="18" charset="0"/>
                        </a:rPr>
                        <m:t>≤0→−</m:t>
                      </m:r>
                      <m:r>
                        <a:rPr lang="es-ES" sz="3600" b="0" i="1" smtClean="0">
                          <a:latin typeface="Cambria Math" panose="02040503050406030204" pitchFamily="18" charset="0"/>
                        </a:rPr>
                        <m:t>𝑀</m:t>
                      </m:r>
                      <m:r>
                        <a:rPr lang="es-ES" sz="3600" b="0" i="1" smtClean="0">
                          <a:latin typeface="Cambria Math" panose="02040503050406030204" pitchFamily="18" charset="0"/>
                        </a:rPr>
                        <m:t>/2≤</m:t>
                      </m:r>
                      <m:r>
                        <a:rPr lang="es-ES" sz="3600" b="0" i="1" smtClean="0">
                          <a:latin typeface="Cambria Math" panose="02040503050406030204" pitchFamily="18" charset="0"/>
                        </a:rPr>
                        <m:t>𝑤</m:t>
                      </m:r>
                      <m:r>
                        <a:rPr lang="es-ES" sz="3600" b="0" i="1" smtClean="0">
                          <a:latin typeface="Cambria Math" panose="02040503050406030204" pitchFamily="18" charset="0"/>
                        </a:rPr>
                        <m:t>≤0</m:t>
                      </m:r>
                    </m:oMath>
                  </m:oMathPara>
                </a14:m>
                <a:endParaRPr lang="en-US" sz="3600" dirty="0">
                  <a:latin typeface="Gill Sans Nova" panose="020B0602020104020203" pitchFamily="34" charset="0"/>
                </a:endParaRPr>
              </a:p>
              <a:p>
                <a:pPr marL="0" indent="0">
                  <a:buClr>
                    <a:srgbClr val="0070C0"/>
                  </a:buClr>
                  <a:buSzPct val="100000"/>
                  <a:buNone/>
                </a:pPr>
                <a:endParaRPr lang="en-US" sz="1800" dirty="0">
                  <a:solidFill>
                    <a:schemeClr val="tx1"/>
                  </a:solidFill>
                  <a:latin typeface="Gill Sans Nova" panose="020B0602020104020203" pitchFamily="34" charset="0"/>
                </a:endParaRPr>
              </a:p>
              <a:p>
                <a:pPr algn="just">
                  <a:buClr>
                    <a:srgbClr val="0070C0"/>
                  </a:buClr>
                  <a:buSzPct val="100000"/>
                  <a:buFont typeface="Wingdings" panose="05000000000000000000" pitchFamily="2" charset="2"/>
                  <a:buChar char="§"/>
                </a:pPr>
                <a:r>
                  <a:rPr lang="en-US" sz="3600" noProof="0" dirty="0">
                    <a:latin typeface="Gill Sans Nova" panose="020B0602020104020203" pitchFamily="34" charset="0"/>
                  </a:rPr>
                  <a:t> Can </a:t>
                </a:r>
                <a14:m>
                  <m:oMath xmlns:m="http://schemas.openxmlformats.org/officeDocument/2006/math">
                    <m:r>
                      <a:rPr lang="es-ES" sz="3600" i="1">
                        <a:latin typeface="Cambria Math" panose="02040503050406030204" pitchFamily="18" charset="0"/>
                      </a:rPr>
                      <m:t>𝑤</m:t>
                    </m:r>
                  </m:oMath>
                </a14:m>
                <a:r>
                  <a:rPr lang="en-US" sz="3600" noProof="0" dirty="0">
                    <a:latin typeface="Gill Sans Nova" panose="020B0602020104020203" pitchFamily="34" charset="0"/>
                  </a:rPr>
                  <a:t> be </a:t>
                </a:r>
                <a14:m>
                  <m:oMath xmlns:m="http://schemas.openxmlformats.org/officeDocument/2006/math">
                    <m:r>
                      <a:rPr lang="es-ES" sz="3600" b="0" i="1" noProof="0" smtClean="0">
                        <a:latin typeface="Cambria Math" panose="02040503050406030204" pitchFamily="18" charset="0"/>
                      </a:rPr>
                      <m:t>&gt;0?</m:t>
                    </m:r>
                  </m:oMath>
                </a14:m>
                <a:r>
                  <a:rPr lang="en-US" sz="3600" noProof="0" dirty="0">
                    <a:latin typeface="Gill Sans Nova" panose="020B0602020104020203" pitchFamily="34" charset="0"/>
                  </a:rPr>
                  <a:t> </a:t>
                </a:r>
                <a14:m>
                  <m:oMath xmlns:m="http://schemas.openxmlformats.org/officeDocument/2006/math">
                    <m:r>
                      <a:rPr lang="es-ES" sz="3600" i="1" smtClean="0">
                        <a:latin typeface="Cambria Math" panose="02040503050406030204" pitchFamily="18" charset="0"/>
                      </a:rPr>
                      <m:t>−</m:t>
                    </m:r>
                    <m:r>
                      <a:rPr lang="es-ES" sz="3600" i="1" smtClean="0">
                        <a:latin typeface="Cambria Math" panose="02040503050406030204" pitchFamily="18" charset="0"/>
                      </a:rPr>
                      <m:t>𝑀</m:t>
                    </m:r>
                    <m:r>
                      <a:rPr lang="es-ES" sz="3600" i="1" smtClean="0">
                        <a:latin typeface="Cambria Math" panose="02040503050406030204" pitchFamily="18" charset="0"/>
                      </a:rPr>
                      <m:t>/2≤</m:t>
                    </m:r>
                    <m:r>
                      <a:rPr lang="es-ES" sz="3600" b="1" i="1" smtClean="0">
                        <a:solidFill>
                          <a:srgbClr val="FF0000"/>
                        </a:solidFill>
                        <a:latin typeface="Cambria Math" panose="02040503050406030204" pitchFamily="18" charset="0"/>
                      </a:rPr>
                      <m:t>𝒘</m:t>
                    </m:r>
                    <m:r>
                      <a:rPr lang="es-ES" sz="3600" b="1" i="1" smtClean="0">
                        <a:solidFill>
                          <a:srgbClr val="FF0000"/>
                        </a:solidFill>
                        <a:latin typeface="Cambria Math" panose="02040503050406030204" pitchFamily="18" charset="0"/>
                      </a:rPr>
                      <m:t>≤</m:t>
                    </m:r>
                    <m:r>
                      <a:rPr lang="es-ES" sz="3600" b="1" i="1" smtClean="0">
                        <a:solidFill>
                          <a:srgbClr val="FF0000"/>
                        </a:solidFill>
                        <a:latin typeface="Cambria Math" panose="02040503050406030204" pitchFamily="18" charset="0"/>
                      </a:rPr>
                      <m:t>𝟎</m:t>
                    </m:r>
                    <m:r>
                      <a:rPr lang="es-ES" sz="3600" b="0" i="1" smtClean="0">
                        <a:solidFill>
                          <a:srgbClr val="0070C0"/>
                        </a:solidFill>
                        <a:latin typeface="Cambria Math" panose="02040503050406030204" pitchFamily="18" charset="0"/>
                      </a:rPr>
                      <m:t>→</m:t>
                    </m:r>
                  </m:oMath>
                </a14:m>
                <a:r>
                  <a:rPr lang="en-US" sz="3600" dirty="0">
                    <a:latin typeface="Gill Sans Nova" panose="020B0602020104020203" pitchFamily="34" charset="0"/>
                  </a:rPr>
                  <a:t> Not possible</a:t>
                </a:r>
              </a:p>
              <a:p>
                <a:pPr algn="just">
                  <a:buClr>
                    <a:srgbClr val="0070C0"/>
                  </a:buClr>
                  <a:buSzPct val="100000"/>
                  <a:buFont typeface="Wingdings" panose="05000000000000000000" pitchFamily="2" charset="2"/>
                  <a:buChar char="§"/>
                </a:pPr>
                <a:r>
                  <a:rPr lang="en-US" sz="3600" dirty="0">
                    <a:latin typeface="Gill Sans Nova" panose="020B0602020104020203" pitchFamily="34" charset="0"/>
                  </a:rPr>
                  <a:t> Can </a:t>
                </a:r>
                <a14:m>
                  <m:oMath xmlns:m="http://schemas.openxmlformats.org/officeDocument/2006/math">
                    <m:r>
                      <a:rPr lang="es-ES" sz="3600" i="1">
                        <a:latin typeface="Cambria Math" panose="02040503050406030204" pitchFamily="18" charset="0"/>
                      </a:rPr>
                      <m:t>𝑤</m:t>
                    </m:r>
                  </m:oMath>
                </a14:m>
                <a:r>
                  <a:rPr lang="en-US" sz="3600" dirty="0">
                    <a:latin typeface="Gill Sans Nova" panose="020B0602020104020203" pitchFamily="34" charset="0"/>
                  </a:rPr>
                  <a:t> be </a:t>
                </a:r>
                <a14:m>
                  <m:oMath xmlns:m="http://schemas.openxmlformats.org/officeDocument/2006/math">
                    <m:r>
                      <a:rPr lang="es-ES" sz="3600" b="0" i="1" smtClean="0">
                        <a:latin typeface="Cambria Math" panose="02040503050406030204" pitchFamily="18" charset="0"/>
                      </a:rPr>
                      <m:t>&lt;</m:t>
                    </m:r>
                    <m:r>
                      <a:rPr lang="es-ES" sz="3600" i="1">
                        <a:latin typeface="Cambria Math" panose="02040503050406030204" pitchFamily="18" charset="0"/>
                      </a:rPr>
                      <m:t>0</m:t>
                    </m:r>
                    <m:r>
                      <a:rPr lang="es-ES" sz="3600" b="0" i="0" smtClean="0">
                        <a:latin typeface="Cambria Math" panose="02040503050406030204" pitchFamily="18" charset="0"/>
                      </a:rPr>
                      <m:t>?</m:t>
                    </m:r>
                  </m:oMath>
                </a14:m>
                <a:r>
                  <a:rPr lang="en-US" sz="3600" dirty="0">
                    <a:latin typeface="Gill Sans Nova" panose="020B0602020104020203" pitchFamily="34" charset="0"/>
                  </a:rPr>
                  <a:t> </a:t>
                </a:r>
                <a14:m>
                  <m:oMath xmlns:m="http://schemas.openxmlformats.org/officeDocument/2006/math">
                    <m:r>
                      <a:rPr lang="es-ES" sz="3600" i="1">
                        <a:latin typeface="Cambria Math" panose="02040503050406030204" pitchFamily="18" charset="0"/>
                      </a:rPr>
                      <m:t>−</m:t>
                    </m:r>
                    <m:r>
                      <a:rPr lang="es-ES" sz="3600" i="1">
                        <a:latin typeface="Cambria Math" panose="02040503050406030204" pitchFamily="18" charset="0"/>
                      </a:rPr>
                      <m:t>𝑀</m:t>
                    </m:r>
                    <m:r>
                      <a:rPr lang="es-ES" sz="3600" i="1">
                        <a:latin typeface="Cambria Math" panose="02040503050406030204" pitchFamily="18" charset="0"/>
                      </a:rPr>
                      <m:t>/2≤</m:t>
                    </m:r>
                    <m:r>
                      <a:rPr lang="es-ES" sz="3600" b="0" i="1" smtClean="0">
                        <a:solidFill>
                          <a:schemeClr val="tx1"/>
                        </a:solidFill>
                        <a:latin typeface="Cambria Math" panose="02040503050406030204" pitchFamily="18" charset="0"/>
                      </a:rPr>
                      <m:t>𝑤</m:t>
                    </m:r>
                    <m:r>
                      <a:rPr lang="es-ES" sz="3600" b="0" i="1" smtClean="0">
                        <a:solidFill>
                          <a:schemeClr val="tx1"/>
                        </a:solidFill>
                        <a:latin typeface="Cambria Math" panose="02040503050406030204" pitchFamily="18" charset="0"/>
                      </a:rPr>
                      <m:t>≤0→</m:t>
                    </m:r>
                  </m:oMath>
                </a14:m>
                <a:r>
                  <a:rPr lang="en-US" sz="3600" dirty="0">
                    <a:latin typeface="Gill Sans Nova" panose="020B0602020104020203" pitchFamily="34" charset="0"/>
                  </a:rPr>
                  <a:t> OK</a:t>
                </a:r>
              </a:p>
              <a:p>
                <a:pPr marL="0" indent="0" algn="just">
                  <a:buClr>
                    <a:srgbClr val="0070C0"/>
                  </a:buClr>
                  <a:buSzPct val="100000"/>
                  <a:buNone/>
                </a:pPr>
                <a:endParaRPr lang="en-US" sz="180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Then, </a:t>
                </a:r>
                <a14:m>
                  <m:oMath xmlns:m="http://schemas.openxmlformats.org/officeDocument/2006/math">
                    <m:r>
                      <a:rPr lang="es-ES" sz="3600" i="1">
                        <a:latin typeface="Cambria Math" panose="02040503050406030204" pitchFamily="18" charset="0"/>
                      </a:rPr>
                      <m:t>𝑏</m:t>
                    </m:r>
                    <m:r>
                      <a:rPr lang="es-ES" sz="3600" i="1">
                        <a:latin typeface="Cambria Math" panose="02040503050406030204" pitchFamily="18" charset="0"/>
                      </a:rPr>
                      <m:t>=0</m:t>
                    </m:r>
                  </m:oMath>
                </a14:m>
                <a:r>
                  <a:rPr lang="en-US" sz="3600" dirty="0">
                    <a:latin typeface="Gill Sans Nova" panose="020B0602020104020203" pitchFamily="34" charset="0"/>
                  </a:rPr>
                  <a:t> if </a:t>
                </a:r>
                <a14:m>
                  <m:oMath xmlns:m="http://schemas.openxmlformats.org/officeDocument/2006/math">
                    <m:r>
                      <a:rPr lang="es-ES" sz="3600" i="1">
                        <a:latin typeface="Cambria Math" panose="02040503050406030204" pitchFamily="18" charset="0"/>
                      </a:rPr>
                      <m:t>𝑤</m:t>
                    </m:r>
                    <m:r>
                      <a:rPr lang="es-ES" sz="3600" b="0" i="1" smtClean="0">
                        <a:latin typeface="Cambria Math" panose="02040503050406030204" pitchFamily="18" charset="0"/>
                      </a:rPr>
                      <m:t>&lt;</m:t>
                    </m:r>
                    <m:r>
                      <a:rPr lang="es-ES" sz="3600" i="1">
                        <a:latin typeface="Cambria Math" panose="02040503050406030204" pitchFamily="18" charset="0"/>
                      </a:rPr>
                      <m:t>0</m:t>
                    </m:r>
                  </m:oMath>
                </a14:m>
                <a:r>
                  <a:rPr lang="en-US" sz="3600" dirty="0">
                    <a:latin typeface="Gill Sans Nova" panose="020B0602020104020203" pitchFamily="34" charset="0"/>
                  </a:rPr>
                  <a:t>.</a:t>
                </a:r>
              </a:p>
            </p:txBody>
          </p:sp>
        </mc:Choice>
        <mc:Fallback xmlns="">
          <p:sp>
            <p:nvSpPr>
              <p:cNvPr id="3" name="Marcador de contenido 2">
                <a:extLst>
                  <a:ext uri="{FF2B5EF4-FFF2-40B4-BE49-F238E27FC236}">
                    <a16:creationId xmlns:a16="http://schemas.microsoft.com/office/drawing/2014/main" id="{27AEE6CF-E65B-F77C-03CB-EE1CF42D8CD9}"/>
                  </a:ext>
                </a:extLst>
              </p:cNvPr>
              <p:cNvSpPr>
                <a:spLocks noGrp="1" noRot="1" noChangeAspect="1" noMove="1" noResize="1" noEditPoints="1" noAdjustHandles="1" noChangeArrowheads="1" noChangeShapeType="1" noTextEdit="1"/>
              </p:cNvSpPr>
              <p:nvPr>
                <p:ph idx="1"/>
              </p:nvPr>
            </p:nvSpPr>
            <p:spPr>
              <a:xfrm>
                <a:off x="629412" y="1386038"/>
                <a:ext cx="10933176" cy="4925861"/>
              </a:xfrm>
              <a:blipFill>
                <a:blip r:embed="rId3"/>
                <a:stretch>
                  <a:fillRect l="-1672" t="-2970"/>
                </a:stretch>
              </a:blipFill>
            </p:spPr>
            <p:txBody>
              <a:bodyPr/>
              <a:lstStyle/>
              <a:p>
                <a:r>
                  <a:rPr lang="es-ES">
                    <a:noFill/>
                  </a:rPr>
                  <a:t> </a:t>
                </a:r>
              </a:p>
            </p:txBody>
          </p:sp>
        </mc:Fallback>
      </mc:AlternateContent>
      <p:sp>
        <p:nvSpPr>
          <p:cNvPr id="7" name="Título 1">
            <a:extLst>
              <a:ext uri="{FF2B5EF4-FFF2-40B4-BE49-F238E27FC236}">
                <a16:creationId xmlns:a16="http://schemas.microsoft.com/office/drawing/2014/main" id="{AE2110BB-A32F-C324-E64A-C2B2B5773699}"/>
              </a:ext>
            </a:extLst>
          </p:cNvPr>
          <p:cNvSpPr>
            <a:spLocks noGrp="1"/>
          </p:cNvSpPr>
          <p:nvPr>
            <p:ph type="title"/>
          </p:nvPr>
        </p:nvSpPr>
        <p:spPr>
          <a:xfrm>
            <a:off x="420626" y="254955"/>
            <a:ext cx="3833874" cy="686433"/>
          </a:xfrm>
        </p:spPr>
        <p:txBody>
          <a:bodyPr>
            <a:noAutofit/>
          </a:bodyPr>
          <a:lstStyle/>
          <a:p>
            <a:r>
              <a:rPr lang="en-US" sz="4800" noProof="0" dirty="0">
                <a:latin typeface="Gill Sans Nova" panose="020B0602020104020203" pitchFamily="34" charset="0"/>
              </a:rPr>
              <a:t>Absolute value</a:t>
            </a:r>
            <a:endParaRPr lang="en-US" sz="4000" noProof="0" dirty="0">
              <a:latin typeface="Gill Sans Nova" panose="020B0602020104020203" pitchFamily="34" charset="0"/>
            </a:endParaRPr>
          </a:p>
        </p:txBody>
      </p:sp>
      <p:sp>
        <p:nvSpPr>
          <p:cNvPr id="8" name="Rectángulo 7">
            <a:extLst>
              <a:ext uri="{FF2B5EF4-FFF2-40B4-BE49-F238E27FC236}">
                <a16:creationId xmlns:a16="http://schemas.microsoft.com/office/drawing/2014/main" id="{1AE56D3C-26D4-8C42-B58F-3404EDBE1BB5}"/>
              </a:ext>
            </a:extLst>
          </p:cNvPr>
          <p:cNvSpPr/>
          <p:nvPr/>
        </p:nvSpPr>
        <p:spPr>
          <a:xfrm>
            <a:off x="420625" y="941378"/>
            <a:ext cx="3833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26708332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84D8-5D13-E5C9-DD35-84C44819B1FA}"/>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F176AB8B-748A-F1BC-00F1-D30E3E7C6DE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156</a:t>
            </a:fld>
            <a:endParaRPr lang="en-US" noProof="0" dirty="0"/>
          </a:p>
        </p:txBody>
      </p:sp>
      <p:sp>
        <p:nvSpPr>
          <p:cNvPr id="6" name="Título 1">
            <a:extLst>
              <a:ext uri="{FF2B5EF4-FFF2-40B4-BE49-F238E27FC236}">
                <a16:creationId xmlns:a16="http://schemas.microsoft.com/office/drawing/2014/main" id="{83C06F75-5B5E-A5F8-3D6A-60E60EC73CB3}"/>
              </a:ext>
            </a:extLst>
          </p:cNvPr>
          <p:cNvSpPr>
            <a:spLocks noGrp="1"/>
          </p:cNvSpPr>
          <p:nvPr>
            <p:ph type="title"/>
          </p:nvPr>
        </p:nvSpPr>
        <p:spPr>
          <a:xfrm>
            <a:off x="420626" y="254955"/>
            <a:ext cx="3833874" cy="686433"/>
          </a:xfrm>
        </p:spPr>
        <p:txBody>
          <a:bodyPr>
            <a:noAutofit/>
          </a:bodyPr>
          <a:lstStyle/>
          <a:p>
            <a:r>
              <a:rPr lang="en-US" sz="4800" noProof="0" dirty="0">
                <a:latin typeface="Gill Sans Nova" panose="020B0602020104020203" pitchFamily="34" charset="0"/>
              </a:rPr>
              <a:t>Absolute value</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14AE695E-276B-22A7-C4E0-2FF0D69CD007}"/>
              </a:ext>
            </a:extLst>
          </p:cNvPr>
          <p:cNvSpPr/>
          <p:nvPr/>
        </p:nvSpPr>
        <p:spPr>
          <a:xfrm>
            <a:off x="420625" y="941378"/>
            <a:ext cx="3833874"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4819F0FC-DEF7-A7F7-BD19-5539CF283E86}"/>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i="1">
                        <a:latin typeface="Cambria Math" panose="02040503050406030204" pitchFamily="18" charset="0"/>
                      </a:rPr>
                      <m:t>𝑤</m:t>
                    </m:r>
                    <m:r>
                      <a:rPr lang="es-ES" sz="3600" b="0" i="1" smtClean="0">
                        <a:latin typeface="Cambria Math" panose="02040503050406030204" pitchFamily="18" charset="0"/>
                      </a:rPr>
                      <m:t>&gt;</m:t>
                    </m:r>
                    <m:r>
                      <a:rPr lang="es-ES" sz="3600" i="1">
                        <a:latin typeface="Cambria Math" panose="02040503050406030204" pitchFamily="18" charset="0"/>
                      </a:rPr>
                      <m:t>0</m:t>
                    </m:r>
                  </m:oMath>
                </a14:m>
                <a:r>
                  <a:rPr lang="en-US" sz="3600" dirty="0">
                    <a:latin typeface="Gill Sans Nova" panose="020B0602020104020203" pitchFamily="34" charset="0"/>
                  </a:rPr>
                  <a:t>, then </a:t>
                </a:r>
                <a14:m>
                  <m:oMath xmlns:m="http://schemas.openxmlformats.org/officeDocument/2006/math">
                    <m:r>
                      <a:rPr lang="es-ES" sz="3600" b="0" i="1" smtClean="0">
                        <a:latin typeface="Cambria Math" panose="02040503050406030204" pitchFamily="18" charset="0"/>
                      </a:rPr>
                      <m:t>𝑎</m:t>
                    </m:r>
                    <m:r>
                      <a:rPr lang="es-ES" sz="3600" b="0" i="1" smtClean="0">
                        <a:latin typeface="Cambria Math" panose="02040503050406030204" pitchFamily="18" charset="0"/>
                      </a:rPr>
                      <m:t>=</m:t>
                    </m:r>
                    <m:r>
                      <a:rPr lang="es-ES" sz="3600" b="0" i="1" smtClean="0">
                        <a:latin typeface="Cambria Math" panose="02040503050406030204" pitchFamily="18" charset="0"/>
                      </a:rPr>
                      <m:t>𝑤</m:t>
                    </m:r>
                  </m:oMath>
                </a14:m>
                <a:r>
                  <a:rPr lang="en-US" sz="3600" dirty="0">
                    <a:latin typeface="Gill Sans Nova" panose="020B0602020104020203" pitchFamily="34" charset="0"/>
                  </a:rPr>
                  <a: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s-ES" sz="3600" dirty="0">
                    <a:latin typeface="Gill Sans Nova" panose="020B0602020104020203" pitchFamily="34" charset="0"/>
                  </a:rPr>
                  <a:t>If </a:t>
                </a:r>
                <a14:m>
                  <m:oMath xmlns:m="http://schemas.openxmlformats.org/officeDocument/2006/math">
                    <m:r>
                      <a:rPr lang="es-ES" sz="3600" i="1">
                        <a:latin typeface="Cambria Math" panose="02040503050406030204" pitchFamily="18" charset="0"/>
                      </a:rPr>
                      <m:t>𝑤</m:t>
                    </m:r>
                    <m:r>
                      <a:rPr lang="es-ES" sz="3600" i="1">
                        <a:latin typeface="Cambria Math" panose="02040503050406030204" pitchFamily="18" charset="0"/>
                      </a:rPr>
                      <m:t>&lt;0</m:t>
                    </m:r>
                  </m:oMath>
                </a14:m>
                <a:r>
                  <a:rPr lang="en-US" sz="3600" dirty="0">
                    <a:latin typeface="Gill Sans Nova" panose="020B0602020104020203" pitchFamily="34" charset="0"/>
                  </a:rPr>
                  <a:t>, then </a:t>
                </a:r>
                <a14:m>
                  <m:oMath xmlns:m="http://schemas.openxmlformats.org/officeDocument/2006/math">
                    <m:r>
                      <a:rPr lang="es-ES" sz="3600" i="1">
                        <a:latin typeface="Cambria Math" panose="02040503050406030204" pitchFamily="18" charset="0"/>
                      </a:rPr>
                      <m:t>𝑎</m:t>
                    </m:r>
                    <m:r>
                      <a:rPr lang="es-ES" sz="3600" i="1">
                        <a:latin typeface="Cambria Math" panose="02040503050406030204" pitchFamily="18" charset="0"/>
                      </a:rPr>
                      <m:t>=−</m:t>
                    </m:r>
                    <m:r>
                      <a:rPr lang="es-ES" sz="3600" i="1">
                        <a:latin typeface="Cambria Math" panose="02040503050406030204" pitchFamily="18" charset="0"/>
                      </a:rPr>
                      <m:t>𝑤</m:t>
                    </m:r>
                  </m:oMath>
                </a14:m>
                <a:r>
                  <a:rPr lang="en-US" sz="3600" noProof="0" dirty="0">
                    <a:latin typeface="Gill Sans Nova" panose="020B0602020104020203" pitchFamily="34" charset="0"/>
                  </a:rPr>
                  <a:t>.</a:t>
                </a:r>
              </a:p>
              <a:p>
                <a:pPr marL="0" indent="0" algn="just">
                  <a:buClr>
                    <a:srgbClr val="0070C0"/>
                  </a:buClr>
                  <a:buSzPct val="100000"/>
                  <a:buNone/>
                </a:pPr>
                <a:endParaRPr lang="en-US" sz="3600" noProof="0" dirty="0">
                  <a:latin typeface="Gill Sans Nova" panose="020B0602020104020203" pitchFamily="34" charset="0"/>
                </a:endParaRPr>
              </a:p>
              <a:p>
                <a:pPr marL="0" indent="0" algn="just">
                  <a:buClr>
                    <a:srgbClr val="0070C0"/>
                  </a:buClr>
                  <a:buSzPct val="100000"/>
                  <a:buNone/>
                </a:pPr>
                <a:r>
                  <a:rPr lang="en-US" sz="3600" dirty="0">
                    <a:latin typeface="Gill Sans Nova" panose="020B0602020104020203" pitchFamily="34" charset="0"/>
                  </a:rPr>
                  <a:t>This means that </a:t>
                </a:r>
                <a14:m>
                  <m:oMath xmlns:m="http://schemas.openxmlformats.org/officeDocument/2006/math">
                    <m:r>
                      <a:rPr lang="es-ES" sz="3600" b="1" i="1" smtClean="0">
                        <a:solidFill>
                          <a:srgbClr val="0070C0"/>
                        </a:solidFill>
                        <a:latin typeface="Cambria Math" panose="02040503050406030204" pitchFamily="18" charset="0"/>
                      </a:rPr>
                      <m:t>𝒂</m:t>
                    </m:r>
                    <m:r>
                      <a:rPr lang="es-ES" sz="3600" b="1" i="1" smtClean="0">
                        <a:solidFill>
                          <a:srgbClr val="0070C0"/>
                        </a:solidFill>
                        <a:latin typeface="Cambria Math" panose="02040503050406030204" pitchFamily="18" charset="0"/>
                      </a:rPr>
                      <m:t>=</m:t>
                    </m:r>
                    <m:d>
                      <m:dPr>
                        <m:begChr m:val="|"/>
                        <m:endChr m:val="|"/>
                        <m:ctrlPr>
                          <a:rPr lang="es-ES" sz="3600" b="1" i="1">
                            <a:solidFill>
                              <a:srgbClr val="0070C0"/>
                            </a:solidFill>
                            <a:latin typeface="Cambria Math" panose="02040503050406030204" pitchFamily="18" charset="0"/>
                          </a:rPr>
                        </m:ctrlPr>
                      </m:dPr>
                      <m:e>
                        <m:r>
                          <a:rPr lang="es-ES" sz="3600" b="1" i="1">
                            <a:solidFill>
                              <a:srgbClr val="0070C0"/>
                            </a:solidFill>
                            <a:latin typeface="Cambria Math" panose="02040503050406030204" pitchFamily="18" charset="0"/>
                          </a:rPr>
                          <m:t>𝒘</m:t>
                        </m:r>
                      </m:e>
                    </m:d>
                  </m:oMath>
                </a14:m>
                <a:r>
                  <a:rPr lang="en-US" sz="3600" noProof="0" dirty="0">
                    <a:latin typeface="Gill Sans Nova" panose="020B0602020104020203" pitchFamily="34" charset="0"/>
                  </a:rPr>
                  <a:t>.</a:t>
                </a:r>
              </a:p>
              <a:p>
                <a:pPr marL="0" indent="0" algn="just">
                  <a:buClr>
                    <a:srgbClr val="0070C0"/>
                  </a:buClr>
                  <a:buSzPct val="100000"/>
                  <a:buNone/>
                </a:pPr>
                <a:endParaRPr lang="en-US" sz="3200" noProof="0" dirty="0">
                  <a:latin typeface="Gill Sans Nova" panose="020B0602020104020203" pitchFamily="34" charset="0"/>
                </a:endParaRPr>
              </a:p>
            </p:txBody>
          </p:sp>
        </mc:Choice>
        <mc:Fallback xmlns="">
          <p:sp>
            <p:nvSpPr>
              <p:cNvPr id="9" name="Marcador de contenido 2">
                <a:extLst>
                  <a:ext uri="{FF2B5EF4-FFF2-40B4-BE49-F238E27FC236}">
                    <a16:creationId xmlns:a16="http://schemas.microsoft.com/office/drawing/2014/main" id="{4819F0FC-DEF7-A7F7-BD19-5539CF283E86}"/>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a:stretch>
              </a:blipFill>
            </p:spPr>
            <p:txBody>
              <a:bodyPr/>
              <a:lstStyle/>
              <a:p>
                <a:r>
                  <a:rPr lang="es-ES">
                    <a:noFill/>
                  </a:rPr>
                  <a:t> </a:t>
                </a:r>
              </a:p>
            </p:txBody>
          </p:sp>
        </mc:Fallback>
      </mc:AlternateContent>
    </p:spTree>
    <p:extLst>
      <p:ext uri="{BB962C8B-B14F-4D97-AF65-F5344CB8AC3E}">
        <p14:creationId xmlns:p14="http://schemas.microsoft.com/office/powerpoint/2010/main" val="207999665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293A2-61BE-66D5-E4B6-304FE06B077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07770302-8F95-973E-4BF5-ADBF48D7A572}"/>
                  </a:ext>
                </a:extLst>
              </p:cNvPr>
              <p:cNvSpPr>
                <a:spLocks noGrp="1"/>
              </p:cNvSpPr>
              <p:nvPr>
                <p:ph idx="1"/>
              </p:nvPr>
            </p:nvSpPr>
            <p:spPr>
              <a:xfrm>
                <a:off x="324375" y="1387978"/>
                <a:ext cx="5489287" cy="4788985"/>
              </a:xfrm>
            </p:spPr>
            <p:txBody>
              <a:bodyPr>
                <a:noAutofit/>
              </a:bodyPr>
              <a:lstStyle/>
              <a:p>
                <a:pPr marL="0" indent="0">
                  <a:buClr>
                    <a:srgbClr val="0070C0"/>
                  </a:buClr>
                  <a:buSzPct val="100000"/>
                  <a:buNone/>
                </a:pPr>
                <a:endParaRPr lang="es-ES" sz="1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200" i="1">
                              <a:latin typeface="Cambria Math" panose="02040503050406030204" pitchFamily="18" charset="0"/>
                            </a:rPr>
                          </m:ctrlPr>
                        </m:funcPr>
                        <m:fName>
                          <m:limLow>
                            <m:limLowPr>
                              <m:ctrlPr>
                                <a:rPr lang="es-ES" sz="3200" i="1">
                                  <a:latin typeface="Cambria Math" panose="02040503050406030204" pitchFamily="18" charset="0"/>
                                </a:rPr>
                              </m:ctrlPr>
                            </m:limLowPr>
                            <m:e>
                              <m:r>
                                <a:rPr lang="es-ES" sz="3200" i="1">
                                  <a:latin typeface="Cambria Math" panose="02040503050406030204" pitchFamily="18" charset="0"/>
                                </a:rPr>
                                <m:t>𝑚𝑖𝑛</m:t>
                              </m:r>
                            </m:e>
                            <m:lim>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lim>
                          </m:limLow>
                        </m:fName>
                        <m:e/>
                      </m:func>
                      <m:r>
                        <a:rPr lang="es-ES" sz="3200" i="1">
                          <a:latin typeface="Cambria Math" panose="02040503050406030204" pitchFamily="18" charset="0"/>
                        </a:rPr>
                        <m:t>𝑧</m:t>
                      </m:r>
                      <m:r>
                        <a:rPr lang="es-ES" sz="3200" i="1">
                          <a:latin typeface="Cambria Math" panose="02040503050406030204" pitchFamily="18" charset="0"/>
                        </a:rPr>
                        <m:t>=</m:t>
                      </m:r>
                      <m:r>
                        <a:rPr lang="es-ES" sz="3200" i="1" smtClean="0">
                          <a:latin typeface="Cambria Math" panose="02040503050406030204" pitchFamily="18" charset="0"/>
                        </a:rPr>
                        <m:t>𝑓</m:t>
                      </m:r>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m:t>
                          </m:r>
                          <m:r>
                            <a:rPr lang="es-ES" sz="3200" b="0" i="1" smtClean="0">
                              <a:latin typeface="Cambria Math" panose="02040503050406030204" pitchFamily="18" charset="0"/>
                            </a:rPr>
                            <m:t>𝑦</m:t>
                          </m:r>
                        </m:e>
                      </m:d>
                      <m:r>
                        <a:rPr lang="es-ES" sz="3200" i="1">
                          <a:latin typeface="Cambria Math" panose="02040503050406030204" pitchFamily="18" charset="0"/>
                        </a:rPr>
                        <m:t>+</m:t>
                      </m:r>
                      <m:rad>
                        <m:radPr>
                          <m:degHide m:val="on"/>
                          <m:ctrlPr>
                            <a:rPr lang="en-US" sz="3200" b="1" i="1" smtClean="0">
                              <a:solidFill>
                                <a:srgbClr val="0070C0"/>
                              </a:solidFill>
                              <a:latin typeface="Cambria Math" panose="02040503050406030204" pitchFamily="18" charset="0"/>
                            </a:rPr>
                          </m:ctrlPr>
                        </m:radPr>
                        <m:deg/>
                        <m:e>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𝒙</m:t>
                              </m:r>
                            </m:e>
                            <m:sup>
                              <m:r>
                                <a:rPr lang="es-ES" sz="3200" b="1" i="1" smtClean="0">
                                  <a:solidFill>
                                    <a:srgbClr val="0070C0"/>
                                  </a:solidFill>
                                  <a:latin typeface="Cambria Math" panose="02040503050406030204" pitchFamily="18" charset="0"/>
                                </a:rPr>
                                <m:t>𝟐</m:t>
                              </m:r>
                            </m:sup>
                          </m:sSup>
                          <m:r>
                            <a:rPr lang="es-ES" sz="3200" b="1" i="1" smtClean="0">
                              <a:solidFill>
                                <a:srgbClr val="0070C0"/>
                              </a:solidFill>
                              <a:latin typeface="Cambria Math" panose="02040503050406030204" pitchFamily="18" charset="0"/>
                            </a:rPr>
                            <m:t>+</m:t>
                          </m:r>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𝒚</m:t>
                              </m:r>
                            </m:e>
                            <m:sup>
                              <m:r>
                                <a:rPr lang="es-ES" sz="3200" b="1" i="1" smtClean="0">
                                  <a:solidFill>
                                    <a:srgbClr val="0070C0"/>
                                  </a:solidFill>
                                  <a:latin typeface="Cambria Math" panose="02040503050406030204" pitchFamily="18" charset="0"/>
                                </a:rPr>
                                <m:t>𝟐</m:t>
                              </m:r>
                            </m:sup>
                          </m:sSup>
                        </m:e>
                      </m:rad>
                    </m:oMath>
                  </m:oMathPara>
                </a14:m>
                <a:endParaRPr lang="en-US" sz="3200" b="1" dirty="0">
                  <a:latin typeface="Gill Sans Nova" panose="020B0602020104020203" pitchFamily="34" charset="0"/>
                </a:endParaRPr>
              </a:p>
              <a:p>
                <a:pPr marL="0" indent="0">
                  <a:buClr>
                    <a:srgbClr val="0070C0"/>
                  </a:buClr>
                  <a:buSzPct val="100000"/>
                  <a:buNone/>
                </a:pPr>
                <a:r>
                  <a:rPr lang="en-US" sz="3200" dirty="0" err="1">
                    <a:latin typeface="Gill Sans Nova" panose="020B0602020104020203" pitchFamily="34" charset="0"/>
                  </a:rPr>
                  <a:t>s.t.</a:t>
                </a:r>
                <a:r>
                  <a:rPr lang="en-US" sz="32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200" i="1" smtClean="0">
                          <a:latin typeface="Cambria Math" panose="02040503050406030204" pitchFamily="18" charset="0"/>
                        </a:rPr>
                        <m:t>ℎ</m:t>
                      </m:r>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m:t>
                          </m:r>
                          <m:r>
                            <a:rPr lang="es-ES" sz="3200" b="0" i="1" smtClean="0">
                              <a:latin typeface="Cambria Math" panose="02040503050406030204" pitchFamily="18" charset="0"/>
                            </a:rPr>
                            <m:t>𝑦</m:t>
                          </m:r>
                        </m:e>
                      </m:d>
                      <m:r>
                        <a:rPr lang="es-ES" sz="3200" b="0" i="1" smtClean="0">
                          <a:latin typeface="Cambria Math" panose="02040503050406030204" pitchFamily="18" charset="0"/>
                        </a:rPr>
                        <m:t>=0</m:t>
                      </m:r>
                    </m:oMath>
                  </m:oMathPara>
                </a14:m>
                <a:endParaRPr lang="es-ES" sz="32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200" i="1">
                          <a:latin typeface="Cambria Math" panose="02040503050406030204" pitchFamily="18" charset="0"/>
                        </a:rPr>
                        <m:t>𝑔</m:t>
                      </m:r>
                      <m:d>
                        <m:dPr>
                          <m:ctrlPr>
                            <a:rPr lang="es-ES" sz="3200" i="1">
                              <a:latin typeface="Cambria Math" panose="02040503050406030204" pitchFamily="18" charset="0"/>
                            </a:rPr>
                          </m:ctrlPr>
                        </m:dPr>
                        <m:e>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e>
                      </m:d>
                      <m:r>
                        <a:rPr lang="es-ES" sz="3200" b="0" i="1" smtClean="0">
                          <a:latin typeface="Cambria Math" panose="02040503050406030204" pitchFamily="18" charset="0"/>
                        </a:rPr>
                        <m:t>≤</m:t>
                      </m:r>
                      <m:r>
                        <a:rPr lang="es-ES" sz="3200" i="1">
                          <a:latin typeface="Cambria Math" panose="02040503050406030204" pitchFamily="18" charset="0"/>
                        </a:rPr>
                        <m:t>0</m:t>
                      </m:r>
                    </m:oMath>
                  </m:oMathPara>
                </a14:m>
                <a:endParaRPr lang="en-US" sz="3200" dirty="0">
                  <a:latin typeface="Gill Sans Nova" panose="020B0602020104020203" pitchFamily="34" charset="0"/>
                </a:endParaRPr>
              </a:p>
              <a:p>
                <a:pPr marL="0" indent="0">
                  <a:buClr>
                    <a:srgbClr val="0070C0"/>
                  </a:buClr>
                  <a:buSzPct val="100000"/>
                  <a:buNone/>
                </a:pPr>
                <a:endParaRPr lang="en-US" sz="3200" dirty="0">
                  <a:latin typeface="Gill Sans Nova" panose="020B0602020104020203" pitchFamily="34" charset="0"/>
                </a:endParaRPr>
              </a:p>
              <a:p>
                <a:pPr marL="0" indent="0">
                  <a:buClr>
                    <a:srgbClr val="0070C0"/>
                  </a:buClr>
                  <a:buSzPct val="100000"/>
                  <a:buNone/>
                </a:pPr>
                <a:endParaRPr lang="en-US" sz="1600" dirty="0">
                  <a:latin typeface="Gill Sans Nova" panose="020B0602020104020203" pitchFamily="34" charset="0"/>
                </a:endParaRPr>
              </a:p>
              <a:p>
                <a:pPr marL="0" indent="0">
                  <a:buClr>
                    <a:srgbClr val="0070C0"/>
                  </a:buClr>
                  <a:buSzPct val="100000"/>
                  <a:buNone/>
                </a:pPr>
                <a:r>
                  <a:rPr lang="en-US" sz="3200" dirty="0">
                    <a:latin typeface="Gill Sans Nova" panose="020B0602020104020203" pitchFamily="34" charset="0"/>
                  </a:rPr>
                  <a:t>Nonlinear term: </a:t>
                </a:r>
                <a14:m>
                  <m:oMath xmlns:m="http://schemas.openxmlformats.org/officeDocument/2006/math">
                    <m:rad>
                      <m:radPr>
                        <m:degHide m:val="on"/>
                        <m:ctrlPr>
                          <a:rPr lang="en-US" sz="3200" i="1">
                            <a:latin typeface="Cambria Math" panose="02040503050406030204" pitchFamily="18" charset="0"/>
                          </a:rPr>
                        </m:ctrlPr>
                      </m:radPr>
                      <m:deg/>
                      <m:e>
                        <m:sSup>
                          <m:sSupPr>
                            <m:ctrlPr>
                              <a:rPr lang="es-ES" sz="3200" i="1">
                                <a:latin typeface="Cambria Math" panose="02040503050406030204" pitchFamily="18" charset="0"/>
                              </a:rPr>
                            </m:ctrlPr>
                          </m:sSupPr>
                          <m:e>
                            <m:r>
                              <a:rPr lang="es-ES" sz="3200" i="1">
                                <a:latin typeface="Cambria Math" panose="02040503050406030204" pitchFamily="18" charset="0"/>
                              </a:rPr>
                              <m:t>𝑥</m:t>
                            </m:r>
                          </m:e>
                          <m:sup>
                            <m:r>
                              <a:rPr lang="es-ES" sz="3200" i="1">
                                <a:latin typeface="Cambria Math" panose="02040503050406030204" pitchFamily="18" charset="0"/>
                              </a:rPr>
                              <m:t>2</m:t>
                            </m:r>
                          </m:sup>
                        </m:sSup>
                        <m:r>
                          <a:rPr lang="es-ES" sz="3200" i="1">
                            <a:latin typeface="Cambria Math" panose="02040503050406030204" pitchFamily="18" charset="0"/>
                          </a:rPr>
                          <m:t>+</m:t>
                        </m:r>
                        <m:sSup>
                          <m:sSupPr>
                            <m:ctrlPr>
                              <a:rPr lang="es-ES" sz="3200" i="1">
                                <a:latin typeface="Cambria Math" panose="02040503050406030204" pitchFamily="18" charset="0"/>
                              </a:rPr>
                            </m:ctrlPr>
                          </m:sSupPr>
                          <m:e>
                            <m:r>
                              <a:rPr lang="es-ES" sz="3200" i="1">
                                <a:latin typeface="Cambria Math" panose="02040503050406030204" pitchFamily="18" charset="0"/>
                              </a:rPr>
                              <m:t>𝑦</m:t>
                            </m:r>
                          </m:e>
                          <m:sup>
                            <m:r>
                              <a:rPr lang="es-ES" sz="3200" i="1">
                                <a:latin typeface="Cambria Math" panose="02040503050406030204" pitchFamily="18" charset="0"/>
                              </a:rPr>
                              <m:t>2</m:t>
                            </m:r>
                          </m:sup>
                        </m:sSup>
                      </m:e>
                    </m:rad>
                  </m:oMath>
                </a14:m>
                <a:endParaRPr lang="en-US" sz="3200" dirty="0">
                  <a:latin typeface="Gill Sans Nova" panose="020B0602020104020203" pitchFamily="34" charset="0"/>
                </a:endParaRPr>
              </a:p>
              <a:p>
                <a:pPr marL="0" indent="0">
                  <a:buClr>
                    <a:srgbClr val="0070C0"/>
                  </a:buClr>
                  <a:buSzPct val="100000"/>
                  <a:buNone/>
                </a:pPr>
                <a:r>
                  <a:rPr lang="en-US" sz="3200" dirty="0">
                    <a:latin typeface="Gill Sans Nova" panose="020B0602020104020203" pitchFamily="34" charset="0"/>
                  </a:rPr>
                  <a:t>This is an NLP problem.</a:t>
                </a:r>
              </a:p>
            </p:txBody>
          </p:sp>
        </mc:Choice>
        <mc:Fallback xmlns="">
          <p:sp>
            <p:nvSpPr>
              <p:cNvPr id="3" name="Marcador de contenido 2">
                <a:extLst>
                  <a:ext uri="{FF2B5EF4-FFF2-40B4-BE49-F238E27FC236}">
                    <a16:creationId xmlns:a16="http://schemas.microsoft.com/office/drawing/2014/main" id="{07770302-8F95-973E-4BF5-ADBF48D7A572}"/>
                  </a:ext>
                </a:extLst>
              </p:cNvPr>
              <p:cNvSpPr>
                <a:spLocks noGrp="1" noRot="1" noChangeAspect="1" noMove="1" noResize="1" noEditPoints="1" noAdjustHandles="1" noChangeArrowheads="1" noChangeShapeType="1" noTextEdit="1"/>
              </p:cNvSpPr>
              <p:nvPr>
                <p:ph idx="1"/>
              </p:nvPr>
            </p:nvSpPr>
            <p:spPr>
              <a:xfrm>
                <a:off x="324375" y="1387978"/>
                <a:ext cx="5489287" cy="4788985"/>
              </a:xfrm>
              <a:blipFill>
                <a:blip r:embed="rId3"/>
                <a:stretch>
                  <a:fillRect l="-2775" b="-764"/>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243D3BCD-75F2-01C6-E348-52B91B060398}"/>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157</a:t>
            </a:fld>
            <a:endParaRPr lang="en-US" noProof="0" dirty="0"/>
          </a:p>
        </p:txBody>
      </p:sp>
      <p:sp>
        <p:nvSpPr>
          <p:cNvPr id="6" name="Título 1">
            <a:extLst>
              <a:ext uri="{FF2B5EF4-FFF2-40B4-BE49-F238E27FC236}">
                <a16:creationId xmlns:a16="http://schemas.microsoft.com/office/drawing/2014/main" id="{F6E2000B-775C-91F9-389C-C9CCD618F6F7}"/>
              </a:ext>
            </a:extLst>
          </p:cNvPr>
          <p:cNvSpPr>
            <a:spLocks noGrp="1"/>
          </p:cNvSpPr>
          <p:nvPr>
            <p:ph type="title"/>
          </p:nvPr>
        </p:nvSpPr>
        <p:spPr>
          <a:xfrm>
            <a:off x="420626" y="254955"/>
            <a:ext cx="3150347" cy="686433"/>
          </a:xfrm>
        </p:spPr>
        <p:txBody>
          <a:bodyPr>
            <a:noAutofit/>
          </a:bodyPr>
          <a:lstStyle/>
          <a:p>
            <a:r>
              <a:rPr lang="en-US" sz="4800" noProof="0" dirty="0">
                <a:latin typeface="Gill Sans Nova" panose="020B0602020104020203" pitchFamily="34" charset="0"/>
              </a:rPr>
              <a:t>Square root</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6AB455EF-2D68-36E0-55E6-9D90F5659CF9}"/>
              </a:ext>
            </a:extLst>
          </p:cNvPr>
          <p:cNvSpPr/>
          <p:nvPr/>
        </p:nvSpPr>
        <p:spPr>
          <a:xfrm>
            <a:off x="420625" y="941377"/>
            <a:ext cx="315034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5795840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94C48-CFFA-EA75-8971-3BA87547240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77C7673F-AFC6-8974-00EA-EA2250DF8C88}"/>
                  </a:ext>
                </a:extLst>
              </p:cNvPr>
              <p:cNvSpPr>
                <a:spLocks noGrp="1"/>
              </p:cNvSpPr>
              <p:nvPr>
                <p:ph idx="1"/>
              </p:nvPr>
            </p:nvSpPr>
            <p:spPr>
              <a:xfrm>
                <a:off x="324375" y="1387978"/>
                <a:ext cx="5489287" cy="4788985"/>
              </a:xfrm>
            </p:spPr>
            <p:txBody>
              <a:bodyPr>
                <a:noAutofit/>
              </a:bodyPr>
              <a:lstStyle/>
              <a:p>
                <a:pPr marL="0" indent="0">
                  <a:buClr>
                    <a:srgbClr val="0070C0"/>
                  </a:buClr>
                  <a:buSzPct val="100000"/>
                  <a:buNone/>
                </a:pPr>
                <a:endParaRPr lang="es-ES" sz="16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func>
                        <m:funcPr>
                          <m:ctrlPr>
                            <a:rPr lang="es-ES" sz="3200" i="1">
                              <a:latin typeface="Cambria Math" panose="02040503050406030204" pitchFamily="18" charset="0"/>
                            </a:rPr>
                          </m:ctrlPr>
                        </m:funcPr>
                        <m:fName>
                          <m:limLow>
                            <m:limLowPr>
                              <m:ctrlPr>
                                <a:rPr lang="es-ES" sz="3200" i="1">
                                  <a:latin typeface="Cambria Math" panose="02040503050406030204" pitchFamily="18" charset="0"/>
                                </a:rPr>
                              </m:ctrlPr>
                            </m:limLowPr>
                            <m:e>
                              <m:r>
                                <a:rPr lang="es-ES" sz="3200" i="1">
                                  <a:latin typeface="Cambria Math" panose="02040503050406030204" pitchFamily="18" charset="0"/>
                                </a:rPr>
                                <m:t>𝑚𝑖𝑛</m:t>
                              </m:r>
                            </m:e>
                            <m:lim>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lim>
                          </m:limLow>
                        </m:fName>
                        <m:e/>
                      </m:func>
                      <m:r>
                        <a:rPr lang="es-ES" sz="3200" i="1">
                          <a:latin typeface="Cambria Math" panose="02040503050406030204" pitchFamily="18" charset="0"/>
                        </a:rPr>
                        <m:t>𝑧</m:t>
                      </m:r>
                      <m:r>
                        <a:rPr lang="es-ES" sz="3200" i="1">
                          <a:latin typeface="Cambria Math" panose="02040503050406030204" pitchFamily="18" charset="0"/>
                        </a:rPr>
                        <m:t>=</m:t>
                      </m:r>
                      <m:r>
                        <a:rPr lang="es-ES" sz="3200" i="1" smtClean="0">
                          <a:latin typeface="Cambria Math" panose="02040503050406030204" pitchFamily="18" charset="0"/>
                        </a:rPr>
                        <m:t>𝑓</m:t>
                      </m:r>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m:t>
                          </m:r>
                          <m:r>
                            <a:rPr lang="es-ES" sz="3200" b="0" i="1" smtClean="0">
                              <a:latin typeface="Cambria Math" panose="02040503050406030204" pitchFamily="18" charset="0"/>
                            </a:rPr>
                            <m:t>𝑦</m:t>
                          </m:r>
                        </m:e>
                      </m:d>
                      <m:r>
                        <a:rPr lang="es-ES" sz="3200" i="1">
                          <a:latin typeface="Cambria Math" panose="02040503050406030204" pitchFamily="18" charset="0"/>
                        </a:rPr>
                        <m:t>+</m:t>
                      </m:r>
                      <m:rad>
                        <m:radPr>
                          <m:degHide m:val="on"/>
                          <m:ctrlPr>
                            <a:rPr lang="en-US" sz="3200" b="1" i="1" smtClean="0">
                              <a:solidFill>
                                <a:srgbClr val="0070C0"/>
                              </a:solidFill>
                              <a:latin typeface="Cambria Math" panose="02040503050406030204" pitchFamily="18" charset="0"/>
                            </a:rPr>
                          </m:ctrlPr>
                        </m:radPr>
                        <m:deg/>
                        <m:e>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𝒙</m:t>
                              </m:r>
                            </m:e>
                            <m:sup>
                              <m:r>
                                <a:rPr lang="es-ES" sz="3200" b="1" i="1" smtClean="0">
                                  <a:solidFill>
                                    <a:srgbClr val="0070C0"/>
                                  </a:solidFill>
                                  <a:latin typeface="Cambria Math" panose="02040503050406030204" pitchFamily="18" charset="0"/>
                                </a:rPr>
                                <m:t>𝟐</m:t>
                              </m:r>
                            </m:sup>
                          </m:sSup>
                          <m:r>
                            <a:rPr lang="es-ES" sz="3200" b="1" i="1" smtClean="0">
                              <a:solidFill>
                                <a:srgbClr val="0070C0"/>
                              </a:solidFill>
                              <a:latin typeface="Cambria Math" panose="02040503050406030204" pitchFamily="18" charset="0"/>
                            </a:rPr>
                            <m:t>+</m:t>
                          </m:r>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𝒚</m:t>
                              </m:r>
                            </m:e>
                            <m:sup>
                              <m:r>
                                <a:rPr lang="es-ES" sz="3200" b="1" i="1" smtClean="0">
                                  <a:solidFill>
                                    <a:srgbClr val="0070C0"/>
                                  </a:solidFill>
                                  <a:latin typeface="Cambria Math" panose="02040503050406030204" pitchFamily="18" charset="0"/>
                                </a:rPr>
                                <m:t>𝟐</m:t>
                              </m:r>
                            </m:sup>
                          </m:sSup>
                        </m:e>
                      </m:rad>
                    </m:oMath>
                  </m:oMathPara>
                </a14:m>
                <a:endParaRPr lang="en-US" sz="3200" b="1" dirty="0">
                  <a:latin typeface="Gill Sans Nova" panose="020B0602020104020203" pitchFamily="34" charset="0"/>
                </a:endParaRPr>
              </a:p>
              <a:p>
                <a:pPr marL="0" indent="0">
                  <a:buClr>
                    <a:srgbClr val="0070C0"/>
                  </a:buClr>
                  <a:buSzPct val="100000"/>
                  <a:buNone/>
                </a:pPr>
                <a:r>
                  <a:rPr lang="en-US" sz="3200" dirty="0" err="1">
                    <a:latin typeface="Gill Sans Nova" panose="020B0602020104020203" pitchFamily="34" charset="0"/>
                  </a:rPr>
                  <a:t>s.t.</a:t>
                </a:r>
                <a:r>
                  <a:rPr lang="en-US" sz="3200" dirty="0">
                    <a:latin typeface="Gill Sans Nova" panose="020B0602020104020203" pitchFamily="34" charset="0"/>
                  </a:rPr>
                  <a:t>:</a:t>
                </a:r>
              </a:p>
              <a:p>
                <a:pPr marL="0" indent="0">
                  <a:buClr>
                    <a:srgbClr val="0070C0"/>
                  </a:buClr>
                  <a:buSzPct val="100000"/>
                  <a:buNone/>
                </a:pPr>
                <a14:m>
                  <m:oMathPara xmlns:m="http://schemas.openxmlformats.org/officeDocument/2006/math">
                    <m:oMathParaPr>
                      <m:jc m:val="left"/>
                    </m:oMathParaPr>
                    <m:oMath>
                      <m:r>
                        <a:rPr lang="es-ES" sz="3200" i="1" smtClean="0">
                          <a:latin typeface="Cambria Math" panose="02040503050406030204" pitchFamily="18" charset="0"/>
                        </a:rPr>
                        <m:t>ℎ</m:t>
                      </m:r>
                      <m:d>
                        <m:dPr>
                          <m:ctrlPr>
                            <a:rPr lang="es-ES" sz="3200" b="0" i="1" smtClean="0">
                              <a:latin typeface="Cambria Math" panose="02040503050406030204" pitchFamily="18" charset="0"/>
                            </a:rPr>
                          </m:ctrlPr>
                        </m:dPr>
                        <m:e>
                          <m:r>
                            <a:rPr lang="es-ES" sz="3200" b="0" i="1" smtClean="0">
                              <a:latin typeface="Cambria Math" panose="02040503050406030204" pitchFamily="18" charset="0"/>
                            </a:rPr>
                            <m:t>𝑥</m:t>
                          </m:r>
                          <m:r>
                            <a:rPr lang="es-ES" sz="3200" b="0" i="1" smtClean="0">
                              <a:latin typeface="Cambria Math" panose="02040503050406030204" pitchFamily="18" charset="0"/>
                            </a:rPr>
                            <m:t>,</m:t>
                          </m:r>
                          <m:r>
                            <a:rPr lang="es-ES" sz="3200" b="0" i="1" smtClean="0">
                              <a:latin typeface="Cambria Math" panose="02040503050406030204" pitchFamily="18" charset="0"/>
                            </a:rPr>
                            <m:t>𝑦</m:t>
                          </m:r>
                        </m:e>
                      </m:d>
                      <m:r>
                        <a:rPr lang="es-ES" sz="3200" b="0" i="1" smtClean="0">
                          <a:latin typeface="Cambria Math" panose="02040503050406030204" pitchFamily="18" charset="0"/>
                        </a:rPr>
                        <m:t>=0</m:t>
                      </m:r>
                    </m:oMath>
                  </m:oMathPara>
                </a14:m>
                <a:endParaRPr lang="es-ES" sz="3200" b="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r>
                        <a:rPr lang="es-ES" sz="3200" i="1">
                          <a:latin typeface="Cambria Math" panose="02040503050406030204" pitchFamily="18" charset="0"/>
                        </a:rPr>
                        <m:t>𝑔</m:t>
                      </m:r>
                      <m:d>
                        <m:dPr>
                          <m:ctrlPr>
                            <a:rPr lang="es-ES" sz="3200" i="1">
                              <a:latin typeface="Cambria Math" panose="02040503050406030204" pitchFamily="18" charset="0"/>
                            </a:rPr>
                          </m:ctrlPr>
                        </m:dPr>
                        <m:e>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e>
                      </m:d>
                      <m:r>
                        <a:rPr lang="es-ES" sz="3200" b="0" i="1" smtClean="0">
                          <a:latin typeface="Cambria Math" panose="02040503050406030204" pitchFamily="18" charset="0"/>
                        </a:rPr>
                        <m:t>≤</m:t>
                      </m:r>
                      <m:r>
                        <a:rPr lang="es-ES" sz="3200" i="1">
                          <a:latin typeface="Cambria Math" panose="02040503050406030204" pitchFamily="18" charset="0"/>
                        </a:rPr>
                        <m:t>0</m:t>
                      </m:r>
                    </m:oMath>
                  </m:oMathPara>
                </a14:m>
                <a:endParaRPr lang="en-US" sz="3200" dirty="0">
                  <a:latin typeface="Gill Sans Nova" panose="020B0602020104020203" pitchFamily="34" charset="0"/>
                </a:endParaRPr>
              </a:p>
              <a:p>
                <a:pPr marL="0" indent="0">
                  <a:buClr>
                    <a:srgbClr val="0070C0"/>
                  </a:buClr>
                  <a:buSzPct val="100000"/>
                  <a:buNone/>
                </a:pPr>
                <a:endParaRPr lang="en-US" sz="3200" dirty="0">
                  <a:latin typeface="Gill Sans Nova" panose="020B0602020104020203" pitchFamily="34" charset="0"/>
                </a:endParaRPr>
              </a:p>
              <a:p>
                <a:pPr marL="0" indent="0">
                  <a:buClr>
                    <a:srgbClr val="0070C0"/>
                  </a:buClr>
                  <a:buSzPct val="100000"/>
                  <a:buNone/>
                </a:pPr>
                <a:endParaRPr lang="en-US" sz="1600" dirty="0">
                  <a:latin typeface="Gill Sans Nova" panose="020B0602020104020203" pitchFamily="34" charset="0"/>
                </a:endParaRPr>
              </a:p>
              <a:p>
                <a:pPr marL="0" indent="0">
                  <a:buClr>
                    <a:srgbClr val="0070C0"/>
                  </a:buClr>
                  <a:buSzPct val="100000"/>
                  <a:buNone/>
                </a:pPr>
                <a:r>
                  <a:rPr lang="en-US" sz="3200" dirty="0">
                    <a:latin typeface="Gill Sans Nova" panose="020B0602020104020203" pitchFamily="34" charset="0"/>
                  </a:rPr>
                  <a:t>Nonlinear term: </a:t>
                </a:r>
                <a14:m>
                  <m:oMath xmlns:m="http://schemas.openxmlformats.org/officeDocument/2006/math">
                    <m:rad>
                      <m:radPr>
                        <m:degHide m:val="on"/>
                        <m:ctrlPr>
                          <a:rPr lang="en-US" sz="3200" i="1">
                            <a:latin typeface="Cambria Math" panose="02040503050406030204" pitchFamily="18" charset="0"/>
                          </a:rPr>
                        </m:ctrlPr>
                      </m:radPr>
                      <m:deg/>
                      <m:e>
                        <m:sSup>
                          <m:sSupPr>
                            <m:ctrlPr>
                              <a:rPr lang="es-ES" sz="3200" i="1">
                                <a:latin typeface="Cambria Math" panose="02040503050406030204" pitchFamily="18" charset="0"/>
                              </a:rPr>
                            </m:ctrlPr>
                          </m:sSupPr>
                          <m:e>
                            <m:r>
                              <a:rPr lang="es-ES" sz="3200" i="1">
                                <a:latin typeface="Cambria Math" panose="02040503050406030204" pitchFamily="18" charset="0"/>
                              </a:rPr>
                              <m:t>𝑥</m:t>
                            </m:r>
                          </m:e>
                          <m:sup>
                            <m:r>
                              <a:rPr lang="es-ES" sz="3200" i="1">
                                <a:latin typeface="Cambria Math" panose="02040503050406030204" pitchFamily="18" charset="0"/>
                              </a:rPr>
                              <m:t>2</m:t>
                            </m:r>
                          </m:sup>
                        </m:sSup>
                        <m:r>
                          <a:rPr lang="es-ES" sz="3200" i="1">
                            <a:latin typeface="Cambria Math" panose="02040503050406030204" pitchFamily="18" charset="0"/>
                          </a:rPr>
                          <m:t>+</m:t>
                        </m:r>
                        <m:sSup>
                          <m:sSupPr>
                            <m:ctrlPr>
                              <a:rPr lang="es-ES" sz="3200" i="1">
                                <a:latin typeface="Cambria Math" panose="02040503050406030204" pitchFamily="18" charset="0"/>
                              </a:rPr>
                            </m:ctrlPr>
                          </m:sSupPr>
                          <m:e>
                            <m:r>
                              <a:rPr lang="es-ES" sz="3200" i="1">
                                <a:latin typeface="Cambria Math" panose="02040503050406030204" pitchFamily="18" charset="0"/>
                              </a:rPr>
                              <m:t>𝑦</m:t>
                            </m:r>
                          </m:e>
                          <m:sup>
                            <m:r>
                              <a:rPr lang="es-ES" sz="3200" i="1">
                                <a:latin typeface="Cambria Math" panose="02040503050406030204" pitchFamily="18" charset="0"/>
                              </a:rPr>
                              <m:t>2</m:t>
                            </m:r>
                          </m:sup>
                        </m:sSup>
                      </m:e>
                    </m:rad>
                  </m:oMath>
                </a14:m>
                <a:endParaRPr lang="en-US" sz="3200" dirty="0">
                  <a:latin typeface="Gill Sans Nova" panose="020B0602020104020203" pitchFamily="34" charset="0"/>
                </a:endParaRPr>
              </a:p>
              <a:p>
                <a:pPr marL="0" indent="0">
                  <a:buClr>
                    <a:srgbClr val="0070C0"/>
                  </a:buClr>
                  <a:buSzPct val="100000"/>
                  <a:buNone/>
                </a:pPr>
                <a:r>
                  <a:rPr lang="en-US" sz="3200" dirty="0">
                    <a:latin typeface="Gill Sans Nova" panose="020B0602020104020203" pitchFamily="34" charset="0"/>
                  </a:rPr>
                  <a:t>This is an NLP problem.</a:t>
                </a:r>
              </a:p>
            </p:txBody>
          </p:sp>
        </mc:Choice>
        <mc:Fallback xmlns="">
          <p:sp>
            <p:nvSpPr>
              <p:cNvPr id="3" name="Marcador de contenido 2">
                <a:extLst>
                  <a:ext uri="{FF2B5EF4-FFF2-40B4-BE49-F238E27FC236}">
                    <a16:creationId xmlns:a16="http://schemas.microsoft.com/office/drawing/2014/main" id="{77C7673F-AFC6-8974-00EA-EA2250DF8C88}"/>
                  </a:ext>
                </a:extLst>
              </p:cNvPr>
              <p:cNvSpPr>
                <a:spLocks noGrp="1" noRot="1" noChangeAspect="1" noMove="1" noResize="1" noEditPoints="1" noAdjustHandles="1" noChangeArrowheads="1" noChangeShapeType="1" noTextEdit="1"/>
              </p:cNvSpPr>
              <p:nvPr>
                <p:ph idx="1"/>
              </p:nvPr>
            </p:nvSpPr>
            <p:spPr>
              <a:xfrm>
                <a:off x="324375" y="1387978"/>
                <a:ext cx="5489287" cy="4788985"/>
              </a:xfrm>
              <a:blipFill>
                <a:blip r:embed="rId3"/>
                <a:stretch>
                  <a:fillRect l="-2775" b="-764"/>
                </a:stretch>
              </a:blipFill>
            </p:spPr>
            <p:txBody>
              <a:bodyPr/>
              <a:lstStyle/>
              <a:p>
                <a:r>
                  <a:rPr lang="es-ES">
                    <a:noFill/>
                  </a:rPr>
                  <a:t> </a:t>
                </a:r>
              </a:p>
            </p:txBody>
          </p:sp>
        </mc:Fallback>
      </mc:AlternateContent>
      <p:sp>
        <p:nvSpPr>
          <p:cNvPr id="2" name="Marcador de número de diapositiva 5">
            <a:extLst>
              <a:ext uri="{FF2B5EF4-FFF2-40B4-BE49-F238E27FC236}">
                <a16:creationId xmlns:a16="http://schemas.microsoft.com/office/drawing/2014/main" id="{9201BD6D-7778-43B4-6573-BB52A53652D3}"/>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158</a:t>
            </a:fld>
            <a:endParaRPr lang="en-US" noProof="0" dirty="0"/>
          </a:p>
        </p:txBody>
      </p:sp>
      <p:sp>
        <p:nvSpPr>
          <p:cNvPr id="6" name="Título 1">
            <a:extLst>
              <a:ext uri="{FF2B5EF4-FFF2-40B4-BE49-F238E27FC236}">
                <a16:creationId xmlns:a16="http://schemas.microsoft.com/office/drawing/2014/main" id="{4B0ABD03-8939-2747-0706-11585B2CE089}"/>
              </a:ext>
            </a:extLst>
          </p:cNvPr>
          <p:cNvSpPr>
            <a:spLocks noGrp="1"/>
          </p:cNvSpPr>
          <p:nvPr>
            <p:ph type="title"/>
          </p:nvPr>
        </p:nvSpPr>
        <p:spPr>
          <a:xfrm>
            <a:off x="420626" y="254955"/>
            <a:ext cx="3150347" cy="686433"/>
          </a:xfrm>
        </p:spPr>
        <p:txBody>
          <a:bodyPr>
            <a:noAutofit/>
          </a:bodyPr>
          <a:lstStyle/>
          <a:p>
            <a:r>
              <a:rPr lang="en-US" sz="4800" noProof="0" dirty="0">
                <a:latin typeface="Gill Sans Nova" panose="020B0602020104020203" pitchFamily="34" charset="0"/>
              </a:rPr>
              <a:t>Square root</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D50EEE02-640A-3EF1-96C7-399BEDAAA926}"/>
              </a:ext>
            </a:extLst>
          </p:cNvPr>
          <p:cNvSpPr/>
          <p:nvPr/>
        </p:nvSpPr>
        <p:spPr>
          <a:xfrm>
            <a:off x="420625" y="941377"/>
            <a:ext cx="315034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EC0A9D5E-09C9-3F72-89D6-B37359454EDD}"/>
                  </a:ext>
                </a:extLst>
              </p:cNvPr>
              <p:cNvSpPr txBox="1">
                <a:spLocks/>
              </p:cNvSpPr>
              <p:nvPr/>
            </p:nvSpPr>
            <p:spPr>
              <a:xfrm>
                <a:off x="6185838" y="1387978"/>
                <a:ext cx="5681787" cy="4788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0070C0"/>
                  </a:buClr>
                  <a:buSzPct val="100000"/>
                  <a:buFont typeface="Arial" panose="020B0604020202020204" pitchFamily="34" charset="0"/>
                  <a:buNone/>
                </a:pPr>
                <a:endParaRPr lang="es-ES" sz="16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func>
                        <m:funcPr>
                          <m:ctrlPr>
                            <a:rPr lang="es-ES" sz="3200" i="1">
                              <a:latin typeface="Cambria Math" panose="02040503050406030204" pitchFamily="18" charset="0"/>
                            </a:rPr>
                          </m:ctrlPr>
                        </m:funcPr>
                        <m:fName>
                          <m:limLow>
                            <m:limLowPr>
                              <m:ctrlPr>
                                <a:rPr lang="es-ES" sz="3200" i="1">
                                  <a:latin typeface="Cambria Math" panose="02040503050406030204" pitchFamily="18" charset="0"/>
                                </a:rPr>
                              </m:ctrlPr>
                            </m:limLowPr>
                            <m:e>
                              <m:r>
                                <a:rPr lang="es-ES" sz="3200" i="1">
                                  <a:latin typeface="Cambria Math" panose="02040503050406030204" pitchFamily="18" charset="0"/>
                                </a:rPr>
                                <m:t>𝑚𝑖𝑛</m:t>
                              </m:r>
                            </m:e>
                            <m:lim>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r>
                                <a:rPr lang="es-ES" sz="3200" b="0" i="1" smtClean="0">
                                  <a:latin typeface="Cambria Math" panose="02040503050406030204" pitchFamily="18" charset="0"/>
                                </a:rPr>
                                <m:t>,</m:t>
                              </m:r>
                              <m:r>
                                <a:rPr lang="es-ES" sz="3200" b="1" i="1" smtClean="0">
                                  <a:solidFill>
                                    <a:srgbClr val="0070C0"/>
                                  </a:solidFill>
                                  <a:latin typeface="Cambria Math" panose="02040503050406030204" pitchFamily="18" charset="0"/>
                                </a:rPr>
                                <m:t>𝒘</m:t>
                              </m:r>
                            </m:lim>
                          </m:limLow>
                        </m:fName>
                        <m:e/>
                      </m:func>
                      <m:r>
                        <a:rPr lang="es-ES" sz="3200" i="1">
                          <a:latin typeface="Cambria Math" panose="02040503050406030204" pitchFamily="18" charset="0"/>
                        </a:rPr>
                        <m:t>𝑧</m:t>
                      </m:r>
                      <m:r>
                        <a:rPr lang="es-ES" sz="3200" i="1">
                          <a:latin typeface="Cambria Math" panose="02040503050406030204" pitchFamily="18" charset="0"/>
                        </a:rPr>
                        <m:t>=</m:t>
                      </m:r>
                      <m:r>
                        <a:rPr lang="es-ES" sz="3200" i="1" smtClean="0">
                          <a:latin typeface="Cambria Math" panose="02040503050406030204" pitchFamily="18" charset="0"/>
                        </a:rPr>
                        <m:t>𝑓</m:t>
                      </m:r>
                      <m:d>
                        <m:dPr>
                          <m:ctrlPr>
                            <a:rPr lang="es-ES" sz="3200" i="1" smtClean="0">
                              <a:latin typeface="Cambria Math" panose="02040503050406030204" pitchFamily="18" charset="0"/>
                            </a:rPr>
                          </m:ctrlPr>
                        </m:dPr>
                        <m:e>
                          <m:r>
                            <a:rPr lang="es-ES" sz="3200" i="1" smtClean="0">
                              <a:latin typeface="Cambria Math" panose="02040503050406030204" pitchFamily="18" charset="0"/>
                            </a:rPr>
                            <m:t>𝑥</m:t>
                          </m:r>
                          <m:r>
                            <a:rPr lang="es-ES" sz="3200" i="1" smtClean="0">
                              <a:latin typeface="Cambria Math" panose="02040503050406030204" pitchFamily="18" charset="0"/>
                            </a:rPr>
                            <m:t>,</m:t>
                          </m:r>
                          <m:r>
                            <a:rPr lang="es-ES" sz="3200" i="1" smtClean="0">
                              <a:latin typeface="Cambria Math" panose="02040503050406030204" pitchFamily="18" charset="0"/>
                            </a:rPr>
                            <m:t>𝑦</m:t>
                          </m:r>
                        </m:e>
                      </m:d>
                      <m:r>
                        <a:rPr lang="es-ES" sz="3200" i="1">
                          <a:latin typeface="Cambria Math" panose="02040503050406030204" pitchFamily="18" charset="0"/>
                        </a:rPr>
                        <m:t>+</m:t>
                      </m:r>
                      <m:r>
                        <a:rPr lang="es-ES" sz="3200" b="1" i="1" smtClean="0">
                          <a:solidFill>
                            <a:srgbClr val="0070C0"/>
                          </a:solidFill>
                          <a:latin typeface="Cambria Math" panose="02040503050406030204" pitchFamily="18" charset="0"/>
                        </a:rPr>
                        <m:t>𝒘</m:t>
                      </m:r>
                    </m:oMath>
                  </m:oMathPara>
                </a14:m>
                <a:endParaRPr lang="en-US" sz="3200" b="1" dirty="0">
                  <a:latin typeface="Gill Sans Nova" panose="020B0602020104020203" pitchFamily="34" charset="0"/>
                </a:endParaRPr>
              </a:p>
              <a:p>
                <a:pPr marL="0" indent="0">
                  <a:buClr>
                    <a:srgbClr val="0070C0"/>
                  </a:buClr>
                  <a:buSzPct val="100000"/>
                  <a:buFont typeface="Arial" panose="020B0604020202020204" pitchFamily="34" charset="0"/>
                  <a:buNone/>
                </a:pPr>
                <a:r>
                  <a:rPr lang="en-US" sz="3200" dirty="0" err="1">
                    <a:latin typeface="Gill Sans Nova" panose="020B0602020104020203" pitchFamily="34" charset="0"/>
                  </a:rPr>
                  <a:t>s.t.</a:t>
                </a:r>
                <a:r>
                  <a:rPr lang="en-US" sz="3200" dirty="0">
                    <a:latin typeface="Gill Sans Nova" panose="020B0602020104020203" pitchFamily="34" charset="0"/>
                  </a:rPr>
                  <a:t>:</a:t>
                </a: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200" i="1" smtClean="0">
                          <a:latin typeface="Cambria Math" panose="02040503050406030204" pitchFamily="18" charset="0"/>
                        </a:rPr>
                        <m:t>ℎ</m:t>
                      </m:r>
                      <m:d>
                        <m:dPr>
                          <m:ctrlPr>
                            <a:rPr lang="es-ES" sz="3200" i="1" smtClean="0">
                              <a:latin typeface="Cambria Math" panose="02040503050406030204" pitchFamily="18" charset="0"/>
                            </a:rPr>
                          </m:ctrlPr>
                        </m:dPr>
                        <m:e>
                          <m:r>
                            <a:rPr lang="es-ES" sz="3200" i="1" smtClean="0">
                              <a:latin typeface="Cambria Math" panose="02040503050406030204" pitchFamily="18" charset="0"/>
                            </a:rPr>
                            <m:t>𝑥</m:t>
                          </m:r>
                          <m:r>
                            <a:rPr lang="es-ES" sz="3200" i="1" smtClean="0">
                              <a:latin typeface="Cambria Math" panose="02040503050406030204" pitchFamily="18" charset="0"/>
                            </a:rPr>
                            <m:t>,</m:t>
                          </m:r>
                          <m:r>
                            <a:rPr lang="es-ES" sz="3200" i="1" smtClean="0">
                              <a:latin typeface="Cambria Math" panose="02040503050406030204" pitchFamily="18" charset="0"/>
                            </a:rPr>
                            <m:t>𝑦</m:t>
                          </m:r>
                        </m:e>
                      </m:d>
                      <m:r>
                        <a:rPr lang="es-ES" sz="3200" i="1" smtClean="0">
                          <a:latin typeface="Cambria Math" panose="02040503050406030204" pitchFamily="18" charset="0"/>
                        </a:rPr>
                        <m:t>=0</m:t>
                      </m:r>
                    </m:oMath>
                  </m:oMathPara>
                </a14:m>
                <a:endParaRPr lang="es-ES" sz="3200" i="1" dirty="0">
                  <a:latin typeface="Cambria Math" panose="02040503050406030204" pitchFamily="18" charset="0"/>
                </a:endParaRPr>
              </a:p>
              <a:p>
                <a:pPr marL="0" indent="0">
                  <a:buClr>
                    <a:srgbClr val="0070C0"/>
                  </a:buClr>
                  <a:buSzPct val="100000"/>
                  <a:buFont typeface="Arial" panose="020B0604020202020204" pitchFamily="34" charset="0"/>
                  <a:buNone/>
                </a:pPr>
                <a14:m>
                  <m:oMathPara xmlns:m="http://schemas.openxmlformats.org/officeDocument/2006/math">
                    <m:oMathParaPr>
                      <m:jc m:val="left"/>
                    </m:oMathParaPr>
                    <m:oMath>
                      <m:r>
                        <a:rPr lang="es-ES" sz="3200" i="1">
                          <a:latin typeface="Cambria Math" panose="02040503050406030204" pitchFamily="18" charset="0"/>
                        </a:rPr>
                        <m:t>𝑔</m:t>
                      </m:r>
                      <m:d>
                        <m:dPr>
                          <m:ctrlPr>
                            <a:rPr lang="es-ES" sz="3200" i="1">
                              <a:latin typeface="Cambria Math" panose="02040503050406030204" pitchFamily="18" charset="0"/>
                            </a:rPr>
                          </m:ctrlPr>
                        </m:dPr>
                        <m:e>
                          <m:r>
                            <a:rPr lang="es-ES" sz="3200" i="1">
                              <a:latin typeface="Cambria Math" panose="02040503050406030204" pitchFamily="18" charset="0"/>
                            </a:rPr>
                            <m:t>𝑥</m:t>
                          </m:r>
                          <m:r>
                            <a:rPr lang="es-ES" sz="3200" i="1">
                              <a:latin typeface="Cambria Math" panose="02040503050406030204" pitchFamily="18" charset="0"/>
                            </a:rPr>
                            <m:t>,</m:t>
                          </m:r>
                          <m:r>
                            <a:rPr lang="es-ES" sz="3200" i="1">
                              <a:latin typeface="Cambria Math" panose="02040503050406030204" pitchFamily="18" charset="0"/>
                            </a:rPr>
                            <m:t>𝑦</m:t>
                          </m:r>
                        </m:e>
                      </m:d>
                      <m:r>
                        <a:rPr lang="es-ES" sz="3200" i="1" smtClean="0">
                          <a:latin typeface="Cambria Math" panose="02040503050406030204" pitchFamily="18" charset="0"/>
                        </a:rPr>
                        <m:t>≤</m:t>
                      </m:r>
                      <m:r>
                        <a:rPr lang="es-ES" sz="3200" i="1">
                          <a:latin typeface="Cambria Math" panose="02040503050406030204" pitchFamily="18" charset="0"/>
                        </a:rPr>
                        <m:t>0</m:t>
                      </m:r>
                    </m:oMath>
                  </m:oMathPara>
                </a14:m>
                <a:endParaRPr lang="es-ES" sz="3200" i="1" dirty="0">
                  <a:latin typeface="Cambria Math" panose="02040503050406030204" pitchFamily="18" charset="0"/>
                </a:endParaRPr>
              </a:p>
              <a:p>
                <a:pPr marL="0" indent="0">
                  <a:buClr>
                    <a:srgbClr val="0070C0"/>
                  </a:buClr>
                  <a:buSzPct val="100000"/>
                  <a:buNone/>
                </a:pPr>
                <a14:m>
                  <m:oMathPara xmlns:m="http://schemas.openxmlformats.org/officeDocument/2006/math">
                    <m:oMathParaPr>
                      <m:jc m:val="left"/>
                    </m:oMathParaPr>
                    <m:oMath>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𝒙</m:t>
                          </m:r>
                        </m:e>
                        <m:sup>
                          <m:r>
                            <a:rPr lang="es-ES" sz="3200" b="1" i="1" smtClean="0">
                              <a:solidFill>
                                <a:srgbClr val="0070C0"/>
                              </a:solidFill>
                              <a:latin typeface="Cambria Math" panose="02040503050406030204" pitchFamily="18" charset="0"/>
                            </a:rPr>
                            <m:t>𝟐</m:t>
                          </m:r>
                        </m:sup>
                      </m:sSup>
                      <m:r>
                        <a:rPr lang="es-ES" sz="3200" b="1" i="1" smtClean="0">
                          <a:solidFill>
                            <a:srgbClr val="0070C0"/>
                          </a:solidFill>
                          <a:latin typeface="Cambria Math" panose="02040503050406030204" pitchFamily="18" charset="0"/>
                        </a:rPr>
                        <m:t>+</m:t>
                      </m:r>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𝒚</m:t>
                          </m:r>
                        </m:e>
                        <m:sup>
                          <m:r>
                            <a:rPr lang="es-ES" sz="3200" b="1" i="1" smtClean="0">
                              <a:solidFill>
                                <a:srgbClr val="0070C0"/>
                              </a:solidFill>
                              <a:latin typeface="Cambria Math" panose="02040503050406030204" pitchFamily="18" charset="0"/>
                            </a:rPr>
                            <m:t>𝟐</m:t>
                          </m:r>
                        </m:sup>
                      </m:sSup>
                      <m:r>
                        <a:rPr lang="es-ES" sz="3200" b="1" i="1" smtClean="0">
                          <a:solidFill>
                            <a:srgbClr val="0070C0"/>
                          </a:solidFill>
                          <a:latin typeface="Cambria Math" panose="02040503050406030204" pitchFamily="18" charset="0"/>
                        </a:rPr>
                        <m:t>≤</m:t>
                      </m:r>
                      <m:sSup>
                        <m:sSupPr>
                          <m:ctrlPr>
                            <a:rPr lang="es-ES" sz="3200" b="1" i="1" smtClean="0">
                              <a:solidFill>
                                <a:srgbClr val="0070C0"/>
                              </a:solidFill>
                              <a:latin typeface="Cambria Math" panose="02040503050406030204" pitchFamily="18" charset="0"/>
                            </a:rPr>
                          </m:ctrlPr>
                        </m:sSupPr>
                        <m:e>
                          <m:r>
                            <a:rPr lang="es-ES" sz="3200" b="1" i="1" smtClean="0">
                              <a:solidFill>
                                <a:srgbClr val="0070C0"/>
                              </a:solidFill>
                              <a:latin typeface="Cambria Math" panose="02040503050406030204" pitchFamily="18" charset="0"/>
                            </a:rPr>
                            <m:t>𝒘</m:t>
                          </m:r>
                        </m:e>
                        <m:sup>
                          <m:r>
                            <a:rPr lang="es-ES" sz="3200" b="1" i="1" smtClean="0">
                              <a:solidFill>
                                <a:srgbClr val="0070C0"/>
                              </a:solidFill>
                              <a:latin typeface="Cambria Math" panose="02040503050406030204" pitchFamily="18" charset="0"/>
                            </a:rPr>
                            <m:t>𝟐</m:t>
                          </m:r>
                        </m:sup>
                      </m:sSup>
                    </m:oMath>
                  </m:oMathPara>
                </a14:m>
                <a:endParaRPr lang="es-ES" sz="3200" b="1" dirty="0">
                  <a:solidFill>
                    <a:srgbClr val="0070C0"/>
                  </a:solidFill>
                  <a:latin typeface="Gill Sans Nova" panose="020B0602020104020203" pitchFamily="34" charset="0"/>
                </a:endParaRPr>
              </a:p>
              <a:p>
                <a:pPr marL="0" indent="0">
                  <a:buClr>
                    <a:srgbClr val="0070C0"/>
                  </a:buClr>
                  <a:buSzPct val="100000"/>
                  <a:buNone/>
                </a:pPr>
                <a14:m>
                  <m:oMathPara xmlns:m="http://schemas.openxmlformats.org/officeDocument/2006/math">
                    <m:oMathParaPr>
                      <m:jc m:val="left"/>
                    </m:oMathParaPr>
                    <m:oMath>
                      <m:r>
                        <a:rPr lang="es-ES" sz="3200" b="1" i="1">
                          <a:solidFill>
                            <a:srgbClr val="0070C0"/>
                          </a:solidFill>
                          <a:latin typeface="Cambria Math" panose="02040503050406030204" pitchFamily="18" charset="0"/>
                        </a:rPr>
                        <m:t>𝒘</m:t>
                      </m:r>
                      <m:r>
                        <a:rPr lang="es-ES" sz="3200" b="1" i="1" smtClean="0">
                          <a:solidFill>
                            <a:srgbClr val="0070C0"/>
                          </a:solidFill>
                          <a:latin typeface="Cambria Math" panose="02040503050406030204" pitchFamily="18" charset="0"/>
                        </a:rPr>
                        <m:t>≥</m:t>
                      </m:r>
                      <m:r>
                        <a:rPr lang="es-ES" sz="3200" b="1" i="1" smtClean="0">
                          <a:solidFill>
                            <a:srgbClr val="0070C0"/>
                          </a:solidFill>
                          <a:latin typeface="Cambria Math" panose="02040503050406030204" pitchFamily="18" charset="0"/>
                        </a:rPr>
                        <m:t>𝟎</m:t>
                      </m:r>
                    </m:oMath>
                  </m:oMathPara>
                </a14:m>
                <a:endParaRPr lang="en-US" sz="3200" b="1" dirty="0">
                  <a:solidFill>
                    <a:srgbClr val="0070C0"/>
                  </a:solidFill>
                  <a:latin typeface="Gill Sans Nova" panose="020B0602020104020203" pitchFamily="34" charset="0"/>
                </a:endParaRPr>
              </a:p>
              <a:p>
                <a:pPr marL="0" indent="0">
                  <a:buClr>
                    <a:srgbClr val="0070C0"/>
                  </a:buClr>
                  <a:buSzPct val="100000"/>
                  <a:buFont typeface="Arial" panose="020B0604020202020204" pitchFamily="34" charset="0"/>
                  <a:buNone/>
                </a:pPr>
                <a:endParaRPr lang="en-US" sz="600" dirty="0">
                  <a:latin typeface="Gill Sans Nova" panose="020B0602020104020203" pitchFamily="34" charset="0"/>
                </a:endParaRPr>
              </a:p>
              <a:p>
                <a:pPr marL="0" indent="0">
                  <a:buClr>
                    <a:srgbClr val="0070C0"/>
                  </a:buClr>
                  <a:buSzPct val="100000"/>
                  <a:buNone/>
                </a:pPr>
                <a:r>
                  <a:rPr lang="en-US" sz="3200" dirty="0">
                    <a:latin typeface="Gill Sans Nova" panose="020B0602020104020203" pitchFamily="34" charset="0"/>
                  </a:rPr>
                  <a:t>Nonlinear terms: </a:t>
                </a: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𝑥</m:t>
                        </m:r>
                      </m:e>
                      <m:sup>
                        <m:r>
                          <a:rPr lang="es-ES" sz="3200" i="1">
                            <a:latin typeface="Cambria Math" panose="02040503050406030204" pitchFamily="18" charset="0"/>
                          </a:rPr>
                          <m:t>2</m:t>
                        </m:r>
                      </m:sup>
                    </m:sSup>
                  </m:oMath>
                </a14:m>
                <a:r>
                  <a:rPr lang="en-US" sz="3200" dirty="0">
                    <a:latin typeface="Gill Sans Nova" panose="020B0602020104020203" pitchFamily="34" charset="0"/>
                  </a:rPr>
                  <a:t>, </a:t>
                </a:r>
                <a14:m>
                  <m:oMath xmlns:m="http://schemas.openxmlformats.org/officeDocument/2006/math">
                    <m:sSup>
                      <m:sSupPr>
                        <m:ctrlPr>
                          <a:rPr lang="es-ES" sz="3200" b="0" i="1" smtClean="0">
                            <a:latin typeface="Cambria Math" panose="02040503050406030204" pitchFamily="18" charset="0"/>
                          </a:rPr>
                        </m:ctrlPr>
                      </m:sSupPr>
                      <m:e>
                        <m:r>
                          <a:rPr lang="es-ES" sz="3200" b="0" i="1" smtClean="0">
                            <a:latin typeface="Cambria Math" panose="02040503050406030204" pitchFamily="18" charset="0"/>
                          </a:rPr>
                          <m:t>𝑦</m:t>
                        </m:r>
                      </m:e>
                      <m:sup>
                        <m:r>
                          <a:rPr lang="es-ES" sz="3200" i="1">
                            <a:latin typeface="Cambria Math" panose="02040503050406030204" pitchFamily="18" charset="0"/>
                          </a:rPr>
                          <m:t>2</m:t>
                        </m:r>
                      </m:sup>
                    </m:sSup>
                  </m:oMath>
                </a14:m>
                <a:r>
                  <a:rPr lang="en-US" sz="3200" dirty="0">
                    <a:latin typeface="Gill Sans Nova" panose="020B0602020104020203" pitchFamily="34" charset="0"/>
                  </a:rPr>
                  <a:t>, and </a:t>
                </a:r>
                <a14:m>
                  <m:oMath xmlns:m="http://schemas.openxmlformats.org/officeDocument/2006/math">
                    <m:sSup>
                      <m:sSupPr>
                        <m:ctrlPr>
                          <a:rPr lang="es-ES" sz="3200" i="1">
                            <a:latin typeface="Cambria Math" panose="02040503050406030204" pitchFamily="18" charset="0"/>
                          </a:rPr>
                        </m:ctrlPr>
                      </m:sSupPr>
                      <m:e>
                        <m:r>
                          <a:rPr lang="es-ES" sz="3200" i="1">
                            <a:latin typeface="Cambria Math" panose="02040503050406030204" pitchFamily="18" charset="0"/>
                          </a:rPr>
                          <m:t>𝑤</m:t>
                        </m:r>
                      </m:e>
                      <m:sup>
                        <m:r>
                          <a:rPr lang="es-ES" sz="3200" i="1">
                            <a:latin typeface="Cambria Math" panose="02040503050406030204" pitchFamily="18" charset="0"/>
                          </a:rPr>
                          <m:t>2</m:t>
                        </m:r>
                      </m:sup>
                    </m:sSup>
                  </m:oMath>
                </a14:m>
                <a:r>
                  <a:rPr lang="en-US" sz="3200" dirty="0">
                    <a:latin typeface="Gill Sans Nova" panose="020B0602020104020203" pitchFamily="34" charset="0"/>
                  </a:rPr>
                  <a:t>.</a:t>
                </a:r>
              </a:p>
              <a:p>
                <a:pPr marL="0" indent="0">
                  <a:buClr>
                    <a:srgbClr val="0070C0"/>
                  </a:buClr>
                  <a:buSzPct val="100000"/>
                  <a:buFont typeface="Arial" panose="020B0604020202020204" pitchFamily="34" charset="0"/>
                  <a:buNone/>
                </a:pPr>
                <a:r>
                  <a:rPr lang="en-US" sz="3200" dirty="0">
                    <a:latin typeface="Gill Sans Nova" panose="020B0602020104020203" pitchFamily="34" charset="0"/>
                  </a:rPr>
                  <a:t>This is a QCQP problem.</a:t>
                </a:r>
              </a:p>
            </p:txBody>
          </p:sp>
        </mc:Choice>
        <mc:Fallback xmlns="">
          <p:sp>
            <p:nvSpPr>
              <p:cNvPr id="9" name="Marcador de contenido 2">
                <a:extLst>
                  <a:ext uri="{FF2B5EF4-FFF2-40B4-BE49-F238E27FC236}">
                    <a16:creationId xmlns:a16="http://schemas.microsoft.com/office/drawing/2014/main" id="{EC0A9D5E-09C9-3F72-89D6-B37359454EDD}"/>
                  </a:ext>
                </a:extLst>
              </p:cNvPr>
              <p:cNvSpPr txBox="1">
                <a:spLocks noRot="1" noChangeAspect="1" noMove="1" noResize="1" noEditPoints="1" noAdjustHandles="1" noChangeArrowheads="1" noChangeShapeType="1" noTextEdit="1"/>
              </p:cNvSpPr>
              <p:nvPr/>
            </p:nvSpPr>
            <p:spPr>
              <a:xfrm>
                <a:off x="6185838" y="1387978"/>
                <a:ext cx="5681787" cy="4788985"/>
              </a:xfrm>
              <a:prstGeom prst="rect">
                <a:avLst/>
              </a:prstGeom>
              <a:blipFill>
                <a:blip r:embed="rId4"/>
                <a:stretch>
                  <a:fillRect l="-2790" r="-2682" b="-510"/>
                </a:stretch>
              </a:blipFill>
            </p:spPr>
            <p:txBody>
              <a:bodyPr/>
              <a:lstStyle/>
              <a:p>
                <a:r>
                  <a:rPr lang="es-ES">
                    <a:noFill/>
                  </a:rPr>
                  <a:t> </a:t>
                </a:r>
              </a:p>
            </p:txBody>
          </p:sp>
        </mc:Fallback>
      </mc:AlternateContent>
    </p:spTree>
    <p:extLst>
      <p:ext uri="{BB962C8B-B14F-4D97-AF65-F5344CB8AC3E}">
        <p14:creationId xmlns:p14="http://schemas.microsoft.com/office/powerpoint/2010/main" val="2118090541"/>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80282-CA6F-5769-D14E-F3429A17F898}"/>
            </a:ext>
          </a:extLst>
        </p:cNvPr>
        <p:cNvGrpSpPr/>
        <p:nvPr/>
      </p:nvGrpSpPr>
      <p:grpSpPr>
        <a:xfrm>
          <a:off x="0" y="0"/>
          <a:ext cx="0" cy="0"/>
          <a:chOff x="0" y="0"/>
          <a:chExt cx="0" cy="0"/>
        </a:xfrm>
      </p:grpSpPr>
      <p:sp>
        <p:nvSpPr>
          <p:cNvPr id="2" name="Marcador de número de diapositiva 5">
            <a:extLst>
              <a:ext uri="{FF2B5EF4-FFF2-40B4-BE49-F238E27FC236}">
                <a16:creationId xmlns:a16="http://schemas.microsoft.com/office/drawing/2014/main" id="{2CF83F8D-80FA-B449-6FF6-E6380A35088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159</a:t>
            </a:fld>
            <a:endParaRPr lang="en-US" noProof="0" dirty="0"/>
          </a:p>
        </p:txBody>
      </p:sp>
      <p:sp>
        <p:nvSpPr>
          <p:cNvPr id="6" name="Título 1">
            <a:extLst>
              <a:ext uri="{FF2B5EF4-FFF2-40B4-BE49-F238E27FC236}">
                <a16:creationId xmlns:a16="http://schemas.microsoft.com/office/drawing/2014/main" id="{93B6625F-AF47-D8DE-6496-AB77D5E927D6}"/>
              </a:ext>
            </a:extLst>
          </p:cNvPr>
          <p:cNvSpPr>
            <a:spLocks noGrp="1"/>
          </p:cNvSpPr>
          <p:nvPr>
            <p:ph type="title"/>
          </p:nvPr>
        </p:nvSpPr>
        <p:spPr>
          <a:xfrm>
            <a:off x="420626" y="254955"/>
            <a:ext cx="3150347" cy="686433"/>
          </a:xfrm>
        </p:spPr>
        <p:txBody>
          <a:bodyPr>
            <a:noAutofit/>
          </a:bodyPr>
          <a:lstStyle/>
          <a:p>
            <a:r>
              <a:rPr lang="en-US" sz="4800" noProof="0" dirty="0">
                <a:latin typeface="Gill Sans Nova" panose="020B0602020104020203" pitchFamily="34" charset="0"/>
              </a:rPr>
              <a:t>Square root</a:t>
            </a:r>
            <a:endParaRPr lang="en-US" sz="4000" noProof="0" dirty="0">
              <a:latin typeface="Gill Sans Nova" panose="020B0602020104020203" pitchFamily="34" charset="0"/>
            </a:endParaRPr>
          </a:p>
        </p:txBody>
      </p:sp>
      <p:sp>
        <p:nvSpPr>
          <p:cNvPr id="7" name="Rectángulo 6">
            <a:extLst>
              <a:ext uri="{FF2B5EF4-FFF2-40B4-BE49-F238E27FC236}">
                <a16:creationId xmlns:a16="http://schemas.microsoft.com/office/drawing/2014/main" id="{795D708F-DF30-FF7A-7CFC-954FED4A08DA}"/>
              </a:ext>
            </a:extLst>
          </p:cNvPr>
          <p:cNvSpPr/>
          <p:nvPr/>
        </p:nvSpPr>
        <p:spPr>
          <a:xfrm>
            <a:off x="420625" y="941377"/>
            <a:ext cx="3150347"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mc:AlternateContent xmlns:mc="http://schemas.openxmlformats.org/markup-compatibility/2006" xmlns:a14="http://schemas.microsoft.com/office/drawing/2010/main">
        <mc:Choice Requires="a14">
          <p:sp>
            <p:nvSpPr>
              <p:cNvPr id="9" name="Marcador de contenido 2">
                <a:extLst>
                  <a:ext uri="{FF2B5EF4-FFF2-40B4-BE49-F238E27FC236}">
                    <a16:creationId xmlns:a16="http://schemas.microsoft.com/office/drawing/2014/main" id="{9177C70E-E89F-B2E2-B077-57CC4B657393}"/>
                  </a:ext>
                </a:extLst>
              </p:cNvPr>
              <p:cNvSpPr>
                <a:spLocks noGrp="1"/>
              </p:cNvSpPr>
              <p:nvPr>
                <p:ph idx="1"/>
              </p:nvPr>
            </p:nvSpPr>
            <p:spPr>
              <a:xfrm>
                <a:off x="629412" y="1735809"/>
                <a:ext cx="10933176" cy="4576090"/>
              </a:xfrm>
            </p:spPr>
            <p:txBody>
              <a:bodyPr>
                <a:noAutofit/>
              </a:bodyPr>
              <a:lstStyle/>
              <a:p>
                <a:pPr marL="0" indent="0" algn="just">
                  <a:buClr>
                    <a:srgbClr val="0070C0"/>
                  </a:buClr>
                  <a:buSzPct val="100000"/>
                  <a:buNone/>
                </a:pPr>
                <a:r>
                  <a:rPr lang="en-US" sz="3600" dirty="0">
                    <a:latin typeface="Gill Sans Nova" panose="020B0602020104020203" pitchFamily="34" charset="0"/>
                  </a:rPr>
                  <a:t>The </a:t>
                </a:r>
                <a:r>
                  <a:rPr lang="en-US" sz="3600" dirty="0">
                    <a:solidFill>
                      <a:schemeClr val="tx1"/>
                    </a:solidFill>
                    <a:latin typeface="Gill Sans Nova" panose="020B0602020104020203" pitchFamily="34" charset="0"/>
                  </a:rPr>
                  <a:t>constraint </a:t>
                </a:r>
                <a14:m>
                  <m:oMath xmlns:m="http://schemas.openxmlformats.org/officeDocument/2006/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𝑥</m:t>
                        </m:r>
                      </m:e>
                      <m:sup>
                        <m:r>
                          <a:rPr lang="en-US" sz="3600" b="0" i="1" smtClean="0">
                            <a:solidFill>
                              <a:schemeClr val="tx1"/>
                            </a:solidFill>
                            <a:latin typeface="Cambria Math" panose="02040503050406030204" pitchFamily="18" charset="0"/>
                          </a:rPr>
                          <m:t>2</m:t>
                        </m:r>
                      </m:sup>
                    </m:sSup>
                    <m:r>
                      <a:rPr lang="en-US" sz="3600" b="0" i="1" smtClean="0">
                        <a:solidFill>
                          <a:schemeClr val="tx1"/>
                        </a:solidFill>
                        <a:latin typeface="Cambria Math" panose="02040503050406030204" pitchFamily="18"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𝑦</m:t>
                        </m:r>
                      </m:e>
                      <m:sup>
                        <m:r>
                          <a:rPr lang="en-US" sz="3600" b="0" i="1" smtClean="0">
                            <a:solidFill>
                              <a:schemeClr val="tx1"/>
                            </a:solidFill>
                            <a:latin typeface="Cambria Math" panose="02040503050406030204" pitchFamily="18" charset="0"/>
                          </a:rPr>
                          <m:t>2</m:t>
                        </m:r>
                      </m:sup>
                    </m:sSup>
                    <m:r>
                      <a:rPr lang="en-US" sz="3600" b="0" i="1" smtClean="0">
                        <a:solidFill>
                          <a:schemeClr val="tx1"/>
                        </a:solidFill>
                        <a:latin typeface="Cambria Math" panose="02040503050406030204" pitchFamily="18"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𝑤</m:t>
                        </m:r>
                      </m:e>
                      <m:sup>
                        <m:r>
                          <a:rPr lang="en-US" sz="3600" b="0" i="1" smtClean="0">
                            <a:solidFill>
                              <a:schemeClr val="tx1"/>
                            </a:solidFill>
                            <a:latin typeface="Cambria Math" panose="02040503050406030204" pitchFamily="18" charset="0"/>
                          </a:rPr>
                          <m:t>2</m:t>
                        </m:r>
                      </m:sup>
                    </m:sSup>
                  </m:oMath>
                </a14:m>
                <a:r>
                  <a:rPr lang="en-US" sz="3600" dirty="0">
                    <a:solidFill>
                      <a:schemeClr val="tx1"/>
                    </a:solidFill>
                    <a:latin typeface="Gill Sans Nova" panose="020B0602020104020203" pitchFamily="34" charset="0"/>
                  </a:rPr>
                  <a:t> </a:t>
                </a:r>
                <a:r>
                  <a:rPr lang="en-US" sz="3600" dirty="0">
                    <a:latin typeface="Gill Sans Nova" panose="020B0602020104020203" pitchFamily="34" charset="0"/>
                  </a:rPr>
                  <a:t>acts as </a:t>
                </a:r>
                <a14:m>
                  <m:oMath xmlns:m="http://schemas.openxmlformats.org/officeDocument/2006/math">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𝑥</m:t>
                        </m:r>
                      </m:e>
                      <m:sup>
                        <m:r>
                          <a:rPr lang="en-US" sz="3600" b="0" i="1" smtClean="0">
                            <a:solidFill>
                              <a:schemeClr val="tx1"/>
                            </a:solidFill>
                            <a:latin typeface="Cambria Math" panose="02040503050406030204" pitchFamily="18" charset="0"/>
                          </a:rPr>
                          <m:t>2</m:t>
                        </m:r>
                      </m:sup>
                    </m:sSup>
                    <m:r>
                      <a:rPr lang="en-US" sz="3600" b="0" i="1" smtClean="0">
                        <a:solidFill>
                          <a:schemeClr val="tx1"/>
                        </a:solidFill>
                        <a:latin typeface="Cambria Math" panose="02040503050406030204" pitchFamily="18"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𝑦</m:t>
                        </m:r>
                      </m:e>
                      <m:sup>
                        <m:r>
                          <a:rPr lang="en-US" sz="3600" b="0" i="1" smtClean="0">
                            <a:solidFill>
                              <a:schemeClr val="tx1"/>
                            </a:solidFill>
                            <a:latin typeface="Cambria Math" panose="02040503050406030204" pitchFamily="18" charset="0"/>
                          </a:rPr>
                          <m:t>2</m:t>
                        </m:r>
                      </m:sup>
                    </m:sSup>
                    <m:r>
                      <a:rPr lang="es-ES" sz="3600" b="0" i="1" smtClean="0">
                        <a:solidFill>
                          <a:schemeClr val="tx1"/>
                        </a:solidFill>
                        <a:latin typeface="Cambria Math" panose="02040503050406030204" pitchFamily="18" charset="0"/>
                      </a:rPr>
                      <m:t>=</m:t>
                    </m:r>
                    <m:sSup>
                      <m:sSupPr>
                        <m:ctrlPr>
                          <a:rPr lang="en-US" sz="3600" b="0" i="1" smtClean="0">
                            <a:solidFill>
                              <a:schemeClr val="tx1"/>
                            </a:solidFill>
                            <a:latin typeface="Cambria Math" panose="02040503050406030204" pitchFamily="18" charset="0"/>
                          </a:rPr>
                        </m:ctrlPr>
                      </m:sSupPr>
                      <m:e>
                        <m:r>
                          <a:rPr lang="en-US" sz="3600" b="0" i="1" smtClean="0">
                            <a:solidFill>
                              <a:schemeClr val="tx1"/>
                            </a:solidFill>
                            <a:latin typeface="Cambria Math" panose="02040503050406030204" pitchFamily="18" charset="0"/>
                          </a:rPr>
                          <m:t>𝑤</m:t>
                        </m:r>
                      </m:e>
                      <m:sup>
                        <m:r>
                          <a:rPr lang="en-US" sz="3600" b="0" i="1" smtClean="0">
                            <a:solidFill>
                              <a:schemeClr val="tx1"/>
                            </a:solidFill>
                            <a:latin typeface="Cambria Math" panose="02040503050406030204" pitchFamily="18" charset="0"/>
                          </a:rPr>
                          <m:t>2</m:t>
                        </m:r>
                      </m:sup>
                    </m:sSup>
                  </m:oMath>
                </a14:m>
                <a:r>
                  <a:rPr lang="en-US" sz="3600" dirty="0">
                    <a:solidFill>
                      <a:schemeClr val="tx1"/>
                    </a:solidFill>
                    <a:latin typeface="Gill Sans Nova" panose="020B0602020104020203" pitchFamily="34" charset="0"/>
                  </a:rPr>
                  <a:t> in practice because </a:t>
                </a:r>
                <a14:m>
                  <m:oMath xmlns:m="http://schemas.openxmlformats.org/officeDocument/2006/math">
                    <m:r>
                      <a:rPr lang="en-US" sz="3600" b="0" i="1" smtClean="0">
                        <a:solidFill>
                          <a:schemeClr val="tx1"/>
                        </a:solidFill>
                        <a:latin typeface="Cambria Math" panose="02040503050406030204" pitchFamily="18" charset="0"/>
                      </a:rPr>
                      <m:t>𝑤</m:t>
                    </m:r>
                  </m:oMath>
                </a14:m>
                <a:r>
                  <a:rPr lang="en-US" sz="3600" dirty="0">
                    <a:solidFill>
                      <a:schemeClr val="tx1"/>
                    </a:solidFill>
                    <a:latin typeface="Gill Sans Nova" panose="020B0602020104020203" pitchFamily="34" charset="0"/>
                  </a:rPr>
                  <a:t> is considered in the objective function (minimization problem). Hence, </a:t>
                </a:r>
                <a14:m>
                  <m:oMath xmlns:m="http://schemas.openxmlformats.org/officeDocument/2006/math">
                    <m:r>
                      <a:rPr lang="en-US" sz="3600" i="1">
                        <a:latin typeface="Cambria Math" panose="02040503050406030204" pitchFamily="18" charset="0"/>
                      </a:rPr>
                      <m:t>𝑤</m:t>
                    </m:r>
                    <m:r>
                      <a:rPr lang="es-ES" sz="3600" i="1">
                        <a:latin typeface="Cambria Math" panose="02040503050406030204" pitchFamily="18" charset="0"/>
                      </a:rPr>
                      <m:t>=</m:t>
                    </m:r>
                    <m:r>
                      <a:rPr lang="es-ES" sz="3600" b="0" i="1" smtClean="0">
                        <a:latin typeface="Cambria Math" panose="02040503050406030204" pitchFamily="18" charset="0"/>
                      </a:rPr>
                      <m:t>±</m:t>
                    </m:r>
                    <m:rad>
                      <m:radPr>
                        <m:degHide m:val="on"/>
                        <m:ctrlPr>
                          <a:rPr lang="en-U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2</m:t>
                            </m:r>
                          </m:sup>
                        </m:sSup>
                        <m:r>
                          <a:rPr lang="es-ES" sz="3600" i="1">
                            <a:latin typeface="Cambria Math" panose="02040503050406030204" pitchFamily="18" charset="0"/>
                          </a:rPr>
                          <m:t>+</m:t>
                        </m:r>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2</m:t>
                            </m:r>
                          </m:sup>
                        </m:sSup>
                      </m:e>
                    </m:rad>
                  </m:oMath>
                </a14:m>
                <a:r>
                  <a:rPr lang="en-US" sz="3600" dirty="0">
                    <a:solidFill>
                      <a:schemeClr val="tx1"/>
                    </a:solidFill>
                    <a:latin typeface="Gill Sans Nova" panose="020B0602020104020203" pitchFamily="34" charset="0"/>
                  </a:rPr>
                  <a:t>.</a:t>
                </a:r>
              </a:p>
              <a:p>
                <a:pPr marL="0" indent="0" algn="just">
                  <a:buClr>
                    <a:srgbClr val="0070C0"/>
                  </a:buClr>
                  <a:buSzPct val="100000"/>
                  <a:buNone/>
                </a:pPr>
                <a:endParaRPr lang="en-US" sz="1800" dirty="0">
                  <a:solidFill>
                    <a:schemeClr val="tx1"/>
                  </a:solidFill>
                  <a:latin typeface="Gill Sans Nova" panose="020B0602020104020203" pitchFamily="34" charset="0"/>
                </a:endParaRPr>
              </a:p>
              <a:p>
                <a:pPr marL="0" indent="0" algn="just">
                  <a:buClr>
                    <a:srgbClr val="0070C0"/>
                  </a:buClr>
                  <a:buSzPct val="100000"/>
                  <a:buNone/>
                </a:pPr>
                <a:r>
                  <a:rPr lang="en-US" sz="3600" dirty="0">
                    <a:solidFill>
                      <a:schemeClr val="tx1"/>
                    </a:solidFill>
                    <a:latin typeface="Gill Sans Nova" panose="020B0602020104020203" pitchFamily="34" charset="0"/>
                  </a:rPr>
                  <a:t>Moreover, constraint </a:t>
                </a:r>
                <a14:m>
                  <m:oMath xmlns:m="http://schemas.openxmlformats.org/officeDocument/2006/math">
                    <m:r>
                      <a:rPr lang="en-US" sz="3600" b="0" i="1">
                        <a:solidFill>
                          <a:schemeClr val="tx1"/>
                        </a:solidFill>
                        <a:latin typeface="Cambria Math" panose="02040503050406030204" pitchFamily="18" charset="0"/>
                      </a:rPr>
                      <m:t>𝑤</m:t>
                    </m:r>
                    <m:r>
                      <a:rPr lang="es-ES" sz="3600" b="0" i="1" smtClean="0">
                        <a:solidFill>
                          <a:schemeClr val="tx1"/>
                        </a:solidFill>
                        <a:latin typeface="Cambria Math" panose="02040503050406030204" pitchFamily="18" charset="0"/>
                      </a:rPr>
                      <m:t>≥0</m:t>
                    </m:r>
                  </m:oMath>
                </a14:m>
                <a:r>
                  <a:rPr lang="en-US" sz="3600" dirty="0">
                    <a:solidFill>
                      <a:schemeClr val="tx1"/>
                    </a:solidFill>
                    <a:latin typeface="Gill Sans Nova" panose="020B0602020104020203" pitchFamily="34" charset="0"/>
                  </a:rPr>
                  <a:t> should be </a:t>
                </a:r>
                <a:r>
                  <a:rPr lang="en-US" sz="3600" dirty="0">
                    <a:latin typeface="Gill Sans Nova" panose="020B0602020104020203" pitchFamily="34" charset="0"/>
                  </a:rPr>
                  <a:t>considered </a:t>
                </a:r>
                <a:r>
                  <a:rPr lang="en-US" sz="3600" dirty="0">
                    <a:solidFill>
                      <a:schemeClr val="tx1"/>
                    </a:solidFill>
                    <a:latin typeface="Gill Sans Nova" panose="020B0602020104020203" pitchFamily="34" charset="0"/>
                  </a:rPr>
                  <a:t>to prevent the solution </a:t>
                </a:r>
                <a14:m>
                  <m:oMath xmlns:m="http://schemas.openxmlformats.org/officeDocument/2006/math">
                    <m:r>
                      <a:rPr lang="en-US" sz="3600" i="1">
                        <a:latin typeface="Cambria Math" panose="02040503050406030204" pitchFamily="18" charset="0"/>
                      </a:rPr>
                      <m:t>𝑤</m:t>
                    </m:r>
                    <m:r>
                      <a:rPr lang="es-ES" sz="3600" i="1">
                        <a:latin typeface="Cambria Math" panose="02040503050406030204" pitchFamily="18" charset="0"/>
                      </a:rPr>
                      <m:t>=</m:t>
                    </m:r>
                    <m:r>
                      <a:rPr lang="es-ES" sz="3600" b="0" i="1" smtClean="0">
                        <a:latin typeface="Cambria Math" panose="02040503050406030204" pitchFamily="18" charset="0"/>
                      </a:rPr>
                      <m:t>−</m:t>
                    </m:r>
                    <m:rad>
                      <m:radPr>
                        <m:degHide m:val="on"/>
                        <m:ctrlPr>
                          <a:rPr lang="en-US" sz="3600" i="1">
                            <a:latin typeface="Cambria Math" panose="02040503050406030204" pitchFamily="18" charset="0"/>
                          </a:rPr>
                        </m:ctrlPr>
                      </m:radPr>
                      <m:deg/>
                      <m:e>
                        <m:sSup>
                          <m:sSupPr>
                            <m:ctrlPr>
                              <a:rPr lang="es-ES" sz="3600" i="1">
                                <a:latin typeface="Cambria Math" panose="02040503050406030204" pitchFamily="18" charset="0"/>
                              </a:rPr>
                            </m:ctrlPr>
                          </m:sSupPr>
                          <m:e>
                            <m:r>
                              <a:rPr lang="es-ES" sz="3600" i="1">
                                <a:latin typeface="Cambria Math" panose="02040503050406030204" pitchFamily="18" charset="0"/>
                              </a:rPr>
                              <m:t>𝑥</m:t>
                            </m:r>
                          </m:e>
                          <m:sup>
                            <m:r>
                              <a:rPr lang="es-ES" sz="3600" i="1">
                                <a:latin typeface="Cambria Math" panose="02040503050406030204" pitchFamily="18" charset="0"/>
                              </a:rPr>
                              <m:t>2</m:t>
                            </m:r>
                          </m:sup>
                        </m:sSup>
                        <m:r>
                          <a:rPr lang="es-ES" sz="3600" i="1">
                            <a:latin typeface="Cambria Math" panose="02040503050406030204" pitchFamily="18" charset="0"/>
                          </a:rPr>
                          <m:t>+</m:t>
                        </m:r>
                        <m:sSup>
                          <m:sSupPr>
                            <m:ctrlPr>
                              <a:rPr lang="es-ES" sz="3600" i="1">
                                <a:latin typeface="Cambria Math" panose="02040503050406030204" pitchFamily="18" charset="0"/>
                              </a:rPr>
                            </m:ctrlPr>
                          </m:sSupPr>
                          <m:e>
                            <m:r>
                              <a:rPr lang="es-ES" sz="3600" i="1">
                                <a:latin typeface="Cambria Math" panose="02040503050406030204" pitchFamily="18" charset="0"/>
                              </a:rPr>
                              <m:t>𝑦</m:t>
                            </m:r>
                          </m:e>
                          <m:sup>
                            <m:r>
                              <a:rPr lang="es-ES" sz="3600" i="1">
                                <a:latin typeface="Cambria Math" panose="02040503050406030204" pitchFamily="18" charset="0"/>
                              </a:rPr>
                              <m:t>2</m:t>
                            </m:r>
                          </m:sup>
                        </m:sSup>
                      </m:e>
                    </m:rad>
                  </m:oMath>
                </a14:m>
                <a:r>
                  <a:rPr lang="en-US" sz="3600" dirty="0">
                    <a:solidFill>
                      <a:schemeClr val="tx1"/>
                    </a:solidFill>
                    <a:latin typeface="Gill Sans Nova" panose="020B0602020104020203" pitchFamily="34" charset="0"/>
                  </a:rPr>
                  <a:t>.</a:t>
                </a:r>
              </a:p>
              <a:p>
                <a:pPr marL="0" indent="0" algn="just">
                  <a:buClr>
                    <a:srgbClr val="0070C0"/>
                  </a:buClr>
                  <a:buSzPct val="100000"/>
                  <a:buNone/>
                </a:pPr>
                <a:endParaRPr lang="en-US" sz="1800" dirty="0">
                  <a:solidFill>
                    <a:schemeClr val="tx1"/>
                  </a:solidFill>
                  <a:latin typeface="Gill Sans Nova" panose="020B0602020104020203" pitchFamily="34" charset="0"/>
                </a:endParaRPr>
              </a:p>
              <a:p>
                <a:pPr marL="0" indent="0" algn="just">
                  <a:buClr>
                    <a:srgbClr val="0070C0"/>
                  </a:buClr>
                  <a:buSzPct val="100000"/>
                  <a:buNone/>
                </a:pPr>
                <a:r>
                  <a:rPr lang="en-US" sz="3600" noProof="0" dirty="0">
                    <a:solidFill>
                      <a:schemeClr val="tx1"/>
                    </a:solidFill>
                    <a:latin typeface="Gill Sans Nova" panose="020B0602020104020203" pitchFamily="34" charset="0"/>
                  </a:rPr>
                  <a:t>Therefore, the solution is </a:t>
                </a:r>
                <a14:m>
                  <m:oMath xmlns:m="http://schemas.openxmlformats.org/officeDocument/2006/math">
                    <m:r>
                      <a:rPr lang="en-US" sz="3600" b="0" i="1">
                        <a:solidFill>
                          <a:schemeClr val="tx1"/>
                        </a:solidFill>
                        <a:latin typeface="Cambria Math" panose="02040503050406030204" pitchFamily="18" charset="0"/>
                      </a:rPr>
                      <m:t>𝑤</m:t>
                    </m:r>
                    <m:r>
                      <a:rPr lang="es-ES" sz="3600" b="0" i="1" smtClean="0">
                        <a:solidFill>
                          <a:schemeClr val="tx1"/>
                        </a:solidFill>
                        <a:latin typeface="Cambria Math" panose="02040503050406030204" pitchFamily="18" charset="0"/>
                      </a:rPr>
                      <m:t>=+</m:t>
                    </m:r>
                    <m:rad>
                      <m:radPr>
                        <m:degHide m:val="on"/>
                        <m:ctrlPr>
                          <a:rPr lang="en-US" sz="3600" i="1">
                            <a:solidFill>
                              <a:schemeClr val="tx1"/>
                            </a:solidFill>
                            <a:latin typeface="Cambria Math" panose="02040503050406030204" pitchFamily="18" charset="0"/>
                          </a:rPr>
                        </m:ctrlPr>
                      </m:radPr>
                      <m:deg/>
                      <m:e>
                        <m:sSup>
                          <m:sSupPr>
                            <m:ctrlPr>
                              <a:rPr lang="es-ES" sz="3600" b="0" i="1">
                                <a:solidFill>
                                  <a:schemeClr val="tx1"/>
                                </a:solidFill>
                                <a:latin typeface="Cambria Math" panose="02040503050406030204" pitchFamily="18" charset="0"/>
                              </a:rPr>
                            </m:ctrlPr>
                          </m:sSupPr>
                          <m:e>
                            <m:r>
                              <a:rPr lang="es-ES" sz="3600" b="0" i="1">
                                <a:solidFill>
                                  <a:schemeClr val="tx1"/>
                                </a:solidFill>
                                <a:latin typeface="Cambria Math" panose="02040503050406030204" pitchFamily="18" charset="0"/>
                              </a:rPr>
                              <m:t>𝑥</m:t>
                            </m:r>
                          </m:e>
                          <m:sup>
                            <m:r>
                              <a:rPr lang="es-ES" sz="3600" b="0" i="1">
                                <a:solidFill>
                                  <a:schemeClr val="tx1"/>
                                </a:solidFill>
                                <a:latin typeface="Cambria Math" panose="02040503050406030204" pitchFamily="18" charset="0"/>
                              </a:rPr>
                              <m:t>2</m:t>
                            </m:r>
                          </m:sup>
                        </m:sSup>
                        <m:r>
                          <a:rPr lang="es-ES" sz="3600" b="0" i="1">
                            <a:solidFill>
                              <a:schemeClr val="tx1"/>
                            </a:solidFill>
                            <a:latin typeface="Cambria Math" panose="02040503050406030204" pitchFamily="18" charset="0"/>
                          </a:rPr>
                          <m:t>+</m:t>
                        </m:r>
                        <m:sSup>
                          <m:sSupPr>
                            <m:ctrlPr>
                              <a:rPr lang="es-ES" sz="3600" b="0" i="1">
                                <a:solidFill>
                                  <a:schemeClr val="tx1"/>
                                </a:solidFill>
                                <a:latin typeface="Cambria Math" panose="02040503050406030204" pitchFamily="18" charset="0"/>
                              </a:rPr>
                            </m:ctrlPr>
                          </m:sSupPr>
                          <m:e>
                            <m:r>
                              <a:rPr lang="es-ES" sz="3600" b="0" i="1">
                                <a:solidFill>
                                  <a:schemeClr val="tx1"/>
                                </a:solidFill>
                                <a:latin typeface="Cambria Math" panose="02040503050406030204" pitchFamily="18" charset="0"/>
                              </a:rPr>
                              <m:t>𝑦</m:t>
                            </m:r>
                          </m:e>
                          <m:sup>
                            <m:r>
                              <a:rPr lang="es-ES" sz="3600" b="0" i="1">
                                <a:solidFill>
                                  <a:schemeClr val="tx1"/>
                                </a:solidFill>
                                <a:latin typeface="Cambria Math" panose="02040503050406030204" pitchFamily="18" charset="0"/>
                              </a:rPr>
                              <m:t>2</m:t>
                            </m:r>
                          </m:sup>
                        </m:sSup>
                      </m:e>
                    </m:rad>
                  </m:oMath>
                </a14:m>
                <a:r>
                  <a:rPr lang="en-US" sz="3600" noProof="0" dirty="0">
                    <a:solidFill>
                      <a:schemeClr val="tx1"/>
                    </a:solidFill>
                    <a:latin typeface="Gill Sans Nova" panose="020B0602020104020203" pitchFamily="34" charset="0"/>
                  </a:rPr>
                  <a:t>.</a:t>
                </a:r>
              </a:p>
            </p:txBody>
          </p:sp>
        </mc:Choice>
        <mc:Fallback xmlns="">
          <p:sp>
            <p:nvSpPr>
              <p:cNvPr id="9" name="Marcador de contenido 2">
                <a:extLst>
                  <a:ext uri="{FF2B5EF4-FFF2-40B4-BE49-F238E27FC236}">
                    <a16:creationId xmlns:a16="http://schemas.microsoft.com/office/drawing/2014/main" id="{9177C70E-E89F-B2E2-B077-57CC4B657393}"/>
                  </a:ext>
                </a:extLst>
              </p:cNvPr>
              <p:cNvSpPr>
                <a:spLocks noGrp="1" noRot="1" noChangeAspect="1" noMove="1" noResize="1" noEditPoints="1" noAdjustHandles="1" noChangeArrowheads="1" noChangeShapeType="1" noTextEdit="1"/>
              </p:cNvSpPr>
              <p:nvPr>
                <p:ph idx="1"/>
              </p:nvPr>
            </p:nvSpPr>
            <p:spPr>
              <a:xfrm>
                <a:off x="629412" y="1735809"/>
                <a:ext cx="10933176" cy="4576090"/>
              </a:xfrm>
              <a:blipFill>
                <a:blip r:embed="rId3"/>
                <a:stretch>
                  <a:fillRect l="-1672" t="-3333" r="-1672" b="-533"/>
                </a:stretch>
              </a:blipFill>
            </p:spPr>
            <p:txBody>
              <a:bodyPr/>
              <a:lstStyle/>
              <a:p>
                <a:r>
                  <a:rPr lang="es-ES">
                    <a:noFill/>
                  </a:rPr>
                  <a:t> </a:t>
                </a:r>
              </a:p>
            </p:txBody>
          </p:sp>
        </mc:Fallback>
      </mc:AlternateContent>
    </p:spTree>
    <p:extLst>
      <p:ext uri="{BB962C8B-B14F-4D97-AF65-F5344CB8AC3E}">
        <p14:creationId xmlns:p14="http://schemas.microsoft.com/office/powerpoint/2010/main" val="114600934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0757E-CF25-062D-5696-9EA5E0D8F30F}"/>
            </a:ext>
          </a:extLst>
        </p:cNvPr>
        <p:cNvGrpSpPr/>
        <p:nvPr/>
      </p:nvGrpSpPr>
      <p:grpSpPr>
        <a:xfrm>
          <a:off x="0" y="0"/>
          <a:ext cx="0" cy="0"/>
          <a:chOff x="0" y="0"/>
          <a:chExt cx="0" cy="0"/>
        </a:xfrm>
      </p:grpSpPr>
      <p:sp>
        <p:nvSpPr>
          <p:cNvPr id="4" name="Marcador de número de diapositiva 5">
            <a:extLst>
              <a:ext uri="{FF2B5EF4-FFF2-40B4-BE49-F238E27FC236}">
                <a16:creationId xmlns:a16="http://schemas.microsoft.com/office/drawing/2014/main" id="{F303C183-CCEA-B70E-995E-E54128D99A1C}"/>
              </a:ext>
            </a:extLst>
          </p:cNvPr>
          <p:cNvSpPr>
            <a:spLocks noGrp="1"/>
          </p:cNvSpPr>
          <p:nvPr>
            <p:ph type="sldNum" sz="quarter" idx="12"/>
          </p:nvPr>
        </p:nvSpPr>
        <p:spPr>
          <a:xfrm>
            <a:off x="10556240" y="6176963"/>
            <a:ext cx="1483360" cy="544514"/>
          </a:xfrm>
        </p:spPr>
        <p:txBody>
          <a:bodyPr/>
          <a:lstStyle/>
          <a:p>
            <a:fld id="{5A84F577-29EB-44E5-8782-4BD1CF8B9235}" type="slidenum">
              <a:rPr lang="en-US" noProof="0" smtClean="0"/>
              <a:t>160</a:t>
            </a:fld>
            <a:endParaRPr lang="en-US" noProof="0" dirty="0"/>
          </a:p>
        </p:txBody>
      </p:sp>
      <p:sp>
        <p:nvSpPr>
          <p:cNvPr id="14" name="Título 1">
            <a:extLst>
              <a:ext uri="{FF2B5EF4-FFF2-40B4-BE49-F238E27FC236}">
                <a16:creationId xmlns:a16="http://schemas.microsoft.com/office/drawing/2014/main" id="{55D74775-2F98-7DA8-4DBB-D9FFFB569B99}"/>
              </a:ext>
            </a:extLst>
          </p:cNvPr>
          <p:cNvSpPr>
            <a:spLocks noGrp="1"/>
          </p:cNvSpPr>
          <p:nvPr>
            <p:ph type="title"/>
          </p:nvPr>
        </p:nvSpPr>
        <p:spPr>
          <a:xfrm>
            <a:off x="420625" y="254955"/>
            <a:ext cx="3373609" cy="686433"/>
          </a:xfrm>
        </p:spPr>
        <p:txBody>
          <a:bodyPr>
            <a:noAutofit/>
          </a:bodyPr>
          <a:lstStyle/>
          <a:p>
            <a:r>
              <a:rPr lang="en-US" sz="4800" dirty="0">
                <a:latin typeface="Gill Sans Nova" panose="020B0602020104020203" pitchFamily="34" charset="0"/>
              </a:rPr>
              <a:t>Next lecture</a:t>
            </a:r>
            <a:endParaRPr lang="en-US" sz="4000" noProof="0" dirty="0">
              <a:latin typeface="Gill Sans Nova" panose="020B0602020104020203" pitchFamily="34" charset="0"/>
            </a:endParaRPr>
          </a:p>
        </p:txBody>
      </p:sp>
      <p:sp>
        <p:nvSpPr>
          <p:cNvPr id="15" name="Rectángulo 14">
            <a:extLst>
              <a:ext uri="{FF2B5EF4-FFF2-40B4-BE49-F238E27FC236}">
                <a16:creationId xmlns:a16="http://schemas.microsoft.com/office/drawing/2014/main" id="{3E5F3ACB-2CA4-085A-DC41-E9B2991A9719}"/>
              </a:ext>
            </a:extLst>
          </p:cNvPr>
          <p:cNvSpPr/>
          <p:nvPr/>
        </p:nvSpPr>
        <p:spPr>
          <a:xfrm>
            <a:off x="420625" y="941382"/>
            <a:ext cx="3373609"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Marcador de contenido 2">
            <a:extLst>
              <a:ext uri="{FF2B5EF4-FFF2-40B4-BE49-F238E27FC236}">
                <a16:creationId xmlns:a16="http://schemas.microsoft.com/office/drawing/2014/main" id="{6A5A4825-F7FA-D2AC-B95E-FE859BBD412F}"/>
              </a:ext>
            </a:extLst>
          </p:cNvPr>
          <p:cNvSpPr>
            <a:spLocks noGrp="1"/>
          </p:cNvSpPr>
          <p:nvPr>
            <p:ph idx="1"/>
          </p:nvPr>
        </p:nvSpPr>
        <p:spPr>
          <a:xfrm>
            <a:off x="629412" y="1414914"/>
            <a:ext cx="10933176" cy="4896985"/>
          </a:xfrm>
        </p:spPr>
        <p:txBody>
          <a:bodyPr>
            <a:noAutofit/>
          </a:bodyPr>
          <a:lstStyle/>
          <a:p>
            <a:pPr>
              <a:buClr>
                <a:srgbClr val="0070C0"/>
              </a:buClr>
              <a:buSzPct val="100000"/>
              <a:buFont typeface="Wingdings" panose="05000000000000000000" pitchFamily="2" charset="2"/>
              <a:buChar char="§"/>
            </a:pPr>
            <a:endParaRPr lang="en-US" sz="80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dirty="0">
                <a:latin typeface="Gill Sans Nova" panose="020B0602020104020203" pitchFamily="34" charset="0"/>
              </a:rPr>
              <a:t> </a:t>
            </a:r>
            <a:r>
              <a:rPr lang="en-US" sz="3600" strike="sngStrike" noProof="0" dirty="0">
                <a:latin typeface="Gill Sans Nova" panose="020B0602020104020203" pitchFamily="34" charset="0"/>
              </a:rPr>
              <a:t>Lecture 1: Introduction to operations research.</a:t>
            </a:r>
          </a:p>
          <a:p>
            <a:pPr>
              <a:buClr>
                <a:srgbClr val="0070C0"/>
              </a:buClr>
              <a:buSzPct val="100000"/>
              <a:buFont typeface="Wingdings" panose="05000000000000000000" pitchFamily="2" charset="2"/>
              <a:buChar char="§"/>
            </a:pPr>
            <a:endParaRPr lang="en-US" sz="8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a:t>
            </a:r>
            <a:r>
              <a:rPr lang="en-US" sz="3600" b="1" noProof="0" dirty="0">
                <a:solidFill>
                  <a:srgbClr val="0070C0"/>
                </a:solidFill>
                <a:latin typeface="Gill Sans Nova" panose="020B0602020104020203" pitchFamily="34" charset="0"/>
              </a:rPr>
              <a:t>Lecture 2: Operation and planning problems.</a:t>
            </a:r>
          </a:p>
          <a:p>
            <a:pPr>
              <a:buClr>
                <a:srgbClr val="0070C0"/>
              </a:buClr>
              <a:buSzPct val="100000"/>
              <a:buFont typeface="Wingdings" panose="05000000000000000000" pitchFamily="2" charset="2"/>
              <a:buChar char="§"/>
            </a:pPr>
            <a:endParaRPr lang="en-US" sz="8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Lecture 3: Operational variability.</a:t>
            </a:r>
          </a:p>
          <a:p>
            <a:pPr>
              <a:buClr>
                <a:srgbClr val="0070C0"/>
              </a:buClr>
              <a:buSzPct val="100000"/>
              <a:buFont typeface="Wingdings" panose="05000000000000000000" pitchFamily="2" charset="2"/>
              <a:buChar char="§"/>
            </a:pPr>
            <a:endParaRPr lang="en-US" sz="8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dirty="0">
                <a:latin typeface="Gill Sans Nova" panose="020B0602020104020203" pitchFamily="34" charset="0"/>
              </a:rPr>
              <a:t> Lecture 4: Uncertainty and risk.</a:t>
            </a:r>
          </a:p>
          <a:p>
            <a:pPr>
              <a:buClr>
                <a:srgbClr val="0070C0"/>
              </a:buClr>
              <a:buSzPct val="100000"/>
              <a:buFont typeface="Wingdings" panose="05000000000000000000" pitchFamily="2" charset="2"/>
              <a:buChar char="§"/>
            </a:pPr>
            <a:endParaRPr lang="en-US" sz="800" noProof="0" dirty="0">
              <a:latin typeface="Gill Sans Nova" panose="020B0602020104020203" pitchFamily="34" charset="0"/>
            </a:endParaRPr>
          </a:p>
          <a:p>
            <a:pPr>
              <a:buClr>
                <a:srgbClr val="0070C0"/>
              </a:buClr>
              <a:buSzPct val="100000"/>
              <a:buFont typeface="Wingdings" panose="05000000000000000000" pitchFamily="2" charset="2"/>
              <a:buChar char="§"/>
            </a:pPr>
            <a:r>
              <a:rPr lang="en-US" sz="3600" noProof="0" dirty="0">
                <a:latin typeface="Gill Sans Nova" panose="020B0602020104020203" pitchFamily="34" charset="0"/>
              </a:rPr>
              <a:t> Lecture 5: Further applications. </a:t>
            </a:r>
            <a:endParaRPr lang="en-US" sz="3600" dirty="0">
              <a:latin typeface="Gill Sans Nova" panose="020B0602020104020203" pitchFamily="34" charset="0"/>
            </a:endParaRPr>
          </a:p>
          <a:p>
            <a:pPr marL="0" indent="0">
              <a:buClr>
                <a:srgbClr val="0070C0"/>
              </a:buClr>
              <a:buSzPct val="100000"/>
              <a:buNone/>
            </a:pPr>
            <a:endParaRPr lang="en-US" sz="3600" noProof="0" dirty="0">
              <a:latin typeface="Gill Sans Nova" panose="020B0602020104020203" pitchFamily="34" charset="0"/>
            </a:endParaRPr>
          </a:p>
        </p:txBody>
      </p:sp>
    </p:spTree>
    <p:extLst>
      <p:ext uri="{BB962C8B-B14F-4D97-AF65-F5344CB8AC3E}">
        <p14:creationId xmlns:p14="http://schemas.microsoft.com/office/powerpoint/2010/main" val="253550112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4B88-EFCB-695A-D36B-FE60190986D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AE9B11F-3242-F1D5-E1C3-88D22F7401B7}"/>
              </a:ext>
            </a:extLst>
          </p:cNvPr>
          <p:cNvSpPr>
            <a:spLocks noGrp="1"/>
          </p:cNvSpPr>
          <p:nvPr>
            <p:ph idx="1"/>
          </p:nvPr>
        </p:nvSpPr>
        <p:spPr>
          <a:xfrm>
            <a:off x="420624" y="1544320"/>
            <a:ext cx="7125582" cy="4948553"/>
          </a:xfrm>
        </p:spPr>
        <p:txBody>
          <a:bodyPr>
            <a:normAutofit/>
          </a:bodyPr>
          <a:lstStyle/>
          <a:p>
            <a:pPr marL="0" indent="0" algn="just">
              <a:buNone/>
            </a:pPr>
            <a:endParaRPr lang="en-US" sz="3200" noProof="0" dirty="0">
              <a:latin typeface="Gill Sans Nova" panose="020B0602020104020203" pitchFamily="34" charset="0"/>
            </a:endParaRPr>
          </a:p>
          <a:p>
            <a:pPr marL="0" indent="0" algn="just">
              <a:buNone/>
            </a:pPr>
            <a:r>
              <a:rPr lang="en-US" sz="3200" noProof="0" dirty="0">
                <a:latin typeface="Gill Sans Nova" panose="020B0602020104020203" pitchFamily="34" charset="0"/>
              </a:rPr>
              <a:t>A. J. Conejo, E. Castillo, R. </a:t>
            </a:r>
            <a:r>
              <a:rPr lang="en-US" sz="3200" noProof="0" dirty="0" err="1">
                <a:latin typeface="Gill Sans Nova" panose="020B0602020104020203" pitchFamily="34" charset="0"/>
              </a:rPr>
              <a:t>Mínguez</a:t>
            </a:r>
            <a:r>
              <a:rPr lang="en-US" sz="3200" noProof="0" dirty="0">
                <a:latin typeface="Gill Sans Nova" panose="020B0602020104020203" pitchFamily="34" charset="0"/>
              </a:rPr>
              <a:t>, and R. García-Bertrand, </a:t>
            </a:r>
            <a:r>
              <a:rPr lang="en-US" sz="3200" i="1" noProof="0" dirty="0">
                <a:latin typeface="Gill Sans Nova" panose="020B0602020104020203" pitchFamily="34" charset="0"/>
              </a:rPr>
              <a:t>Decomposition Techniques in Mathematical Programming</a:t>
            </a:r>
            <a:r>
              <a:rPr lang="en-US" sz="3200" i="1" dirty="0">
                <a:latin typeface="Gill Sans Nova" panose="020B0602020104020203" pitchFamily="34" charset="0"/>
              </a:rPr>
              <a:t>:</a:t>
            </a:r>
            <a:r>
              <a:rPr lang="en-US" sz="3200" i="1" noProof="0" dirty="0">
                <a:latin typeface="Gill Sans Nova" panose="020B0602020104020203" pitchFamily="34" charset="0"/>
              </a:rPr>
              <a:t> Engineering and Science Applications</a:t>
            </a:r>
            <a:r>
              <a:rPr lang="en-US" sz="3200" noProof="0" dirty="0">
                <a:latin typeface="Gill Sans Nova" panose="020B0602020104020203" pitchFamily="34" charset="0"/>
              </a:rPr>
              <a:t>. Springer-Verlag, Berlin, 2006. ISBN: 3-540-27685-8. DOI: 10.1007/3-540-27686-6.</a:t>
            </a:r>
            <a:endParaRPr lang="en-US" sz="3200" i="1" noProof="0" dirty="0">
              <a:latin typeface="Gill Sans Nova" panose="020B0602020104020203" pitchFamily="34" charset="0"/>
            </a:endParaRPr>
          </a:p>
          <a:p>
            <a:pPr marL="0" indent="0" algn="just">
              <a:buNone/>
            </a:pPr>
            <a:endParaRPr lang="en-US" sz="3200" i="1"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36AABA84-C2FF-C1F7-8084-77BC95D652D8}"/>
              </a:ext>
            </a:extLst>
          </p:cNvPr>
          <p:cNvSpPr>
            <a:spLocks noGrp="1"/>
          </p:cNvSpPr>
          <p:nvPr>
            <p:ph type="sldNum" sz="quarter" idx="12"/>
          </p:nvPr>
        </p:nvSpPr>
        <p:spPr/>
        <p:txBody>
          <a:bodyPr/>
          <a:lstStyle/>
          <a:p>
            <a:fld id="{5A84F577-29EB-44E5-8782-4BD1CF8B9235}" type="slidenum">
              <a:rPr lang="en-US" noProof="0" smtClean="0"/>
              <a:t>161</a:t>
            </a:fld>
            <a:endParaRPr lang="en-US" noProof="0" dirty="0"/>
          </a:p>
        </p:txBody>
      </p:sp>
      <p:pic>
        <p:nvPicPr>
          <p:cNvPr id="7" name="Imagen 6">
            <a:extLst>
              <a:ext uri="{FF2B5EF4-FFF2-40B4-BE49-F238E27FC236}">
                <a16:creationId xmlns:a16="http://schemas.microsoft.com/office/drawing/2014/main" id="{C0481634-8ED0-8B53-C083-8C5AADD23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079" y="1359519"/>
            <a:ext cx="3320022" cy="4817444"/>
          </a:xfrm>
          <a:prstGeom prst="rect">
            <a:avLst/>
          </a:prstGeom>
        </p:spPr>
      </p:pic>
      <p:sp>
        <p:nvSpPr>
          <p:cNvPr id="13" name="Título 1">
            <a:extLst>
              <a:ext uri="{FF2B5EF4-FFF2-40B4-BE49-F238E27FC236}">
                <a16:creationId xmlns:a16="http://schemas.microsoft.com/office/drawing/2014/main" id="{0F9CD050-C1DB-8335-78F8-340DB36447CF}"/>
              </a:ext>
            </a:extLst>
          </p:cNvPr>
          <p:cNvSpPr>
            <a:spLocks noGrp="1"/>
          </p:cNvSpPr>
          <p:nvPr>
            <p:ph type="title"/>
          </p:nvPr>
        </p:nvSpPr>
        <p:spPr>
          <a:xfrm>
            <a:off x="420626" y="254955"/>
            <a:ext cx="2872908" cy="686433"/>
          </a:xfrm>
        </p:spPr>
        <p:txBody>
          <a:bodyPr>
            <a:noAutofit/>
          </a:bodyPr>
          <a:lstStyle/>
          <a:p>
            <a:r>
              <a:rPr lang="en-US" sz="4800" dirty="0">
                <a:latin typeface="Gill Sans Nova" panose="020B0602020104020203" pitchFamily="34" charset="0"/>
              </a:rPr>
              <a:t>References</a:t>
            </a:r>
            <a:endParaRPr lang="en-US" sz="4000" noProof="0" dirty="0">
              <a:latin typeface="Gill Sans Nova" panose="020B0602020104020203" pitchFamily="34" charset="0"/>
            </a:endParaRPr>
          </a:p>
        </p:txBody>
      </p:sp>
      <p:sp>
        <p:nvSpPr>
          <p:cNvPr id="14" name="Rectángulo 13">
            <a:extLst>
              <a:ext uri="{FF2B5EF4-FFF2-40B4-BE49-F238E27FC236}">
                <a16:creationId xmlns:a16="http://schemas.microsoft.com/office/drawing/2014/main" id="{83FD9DC5-9353-FC49-2E55-6CC23597BBDC}"/>
              </a:ext>
            </a:extLst>
          </p:cNvPr>
          <p:cNvSpPr/>
          <p:nvPr/>
        </p:nvSpPr>
        <p:spPr>
          <a:xfrm>
            <a:off x="420625" y="941381"/>
            <a:ext cx="2872909"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90796684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EA306-560F-B1CF-D169-6BAC32556382}"/>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3D786A9-C130-6401-C2C7-6DCBC81FE892}"/>
              </a:ext>
            </a:extLst>
          </p:cNvPr>
          <p:cNvSpPr>
            <a:spLocks noGrp="1"/>
          </p:cNvSpPr>
          <p:nvPr>
            <p:ph idx="1"/>
          </p:nvPr>
        </p:nvSpPr>
        <p:spPr>
          <a:xfrm>
            <a:off x="420624" y="1544320"/>
            <a:ext cx="7125582" cy="4948553"/>
          </a:xfrm>
        </p:spPr>
        <p:txBody>
          <a:bodyPr>
            <a:normAutofit/>
          </a:bodyPr>
          <a:lstStyle/>
          <a:p>
            <a:pPr marL="0" indent="0" algn="just">
              <a:buNone/>
            </a:pPr>
            <a:endParaRPr lang="en-US" sz="3200" noProof="0" dirty="0">
              <a:latin typeface="Gill Sans Nova" panose="020B0602020104020203" pitchFamily="34" charset="0"/>
            </a:endParaRPr>
          </a:p>
          <a:p>
            <a:pPr marL="0" indent="0" algn="just">
              <a:buNone/>
            </a:pPr>
            <a:r>
              <a:rPr lang="en-US" sz="3200" noProof="0" dirty="0">
                <a:latin typeface="Gill Sans Nova" panose="020B0602020104020203" pitchFamily="34" charset="0"/>
              </a:rPr>
              <a:t>A. J. Conejo and L. Baringo, </a:t>
            </a:r>
            <a:r>
              <a:rPr lang="en-US" sz="3200" i="1" noProof="0" dirty="0">
                <a:latin typeface="Gill Sans Nova" panose="020B0602020104020203" pitchFamily="34" charset="0"/>
              </a:rPr>
              <a:t>Power System Operations</a:t>
            </a:r>
            <a:r>
              <a:rPr lang="en-US" sz="3200" noProof="0" dirty="0">
                <a:latin typeface="Gill Sans Nova" panose="020B0602020104020203" pitchFamily="34" charset="0"/>
              </a:rPr>
              <a:t>. Springer, Cham, Switzerland, 2018. ISBN: 978-3-319-69406-1. DOI: 10.1007/978-3-319-69407-8.</a:t>
            </a:r>
            <a:endParaRPr lang="en-US" sz="3200" i="1"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C0620AF7-A113-A2C2-F5B1-9A11A2992C8D}"/>
              </a:ext>
            </a:extLst>
          </p:cNvPr>
          <p:cNvSpPr>
            <a:spLocks noGrp="1"/>
          </p:cNvSpPr>
          <p:nvPr>
            <p:ph type="sldNum" sz="quarter" idx="12"/>
          </p:nvPr>
        </p:nvSpPr>
        <p:spPr/>
        <p:txBody>
          <a:bodyPr/>
          <a:lstStyle/>
          <a:p>
            <a:fld id="{5A84F577-29EB-44E5-8782-4BD1CF8B9235}" type="slidenum">
              <a:rPr lang="en-US" noProof="0" smtClean="0"/>
              <a:t>162</a:t>
            </a:fld>
            <a:endParaRPr lang="en-US" noProof="0" dirty="0"/>
          </a:p>
        </p:txBody>
      </p:sp>
      <p:pic>
        <p:nvPicPr>
          <p:cNvPr id="8" name="Imagen 7">
            <a:extLst>
              <a:ext uri="{FF2B5EF4-FFF2-40B4-BE49-F238E27FC236}">
                <a16:creationId xmlns:a16="http://schemas.microsoft.com/office/drawing/2014/main" id="{71EF082F-D33E-F08A-00B9-001020A2B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079" y="1359519"/>
            <a:ext cx="3197453" cy="4817445"/>
          </a:xfrm>
          <a:prstGeom prst="rect">
            <a:avLst/>
          </a:prstGeom>
        </p:spPr>
      </p:pic>
      <p:sp>
        <p:nvSpPr>
          <p:cNvPr id="9" name="Título 1">
            <a:extLst>
              <a:ext uri="{FF2B5EF4-FFF2-40B4-BE49-F238E27FC236}">
                <a16:creationId xmlns:a16="http://schemas.microsoft.com/office/drawing/2014/main" id="{F3F444D4-C06C-6F9A-8F3F-F32624A92E40}"/>
              </a:ext>
            </a:extLst>
          </p:cNvPr>
          <p:cNvSpPr>
            <a:spLocks noGrp="1"/>
          </p:cNvSpPr>
          <p:nvPr>
            <p:ph type="title"/>
          </p:nvPr>
        </p:nvSpPr>
        <p:spPr>
          <a:xfrm>
            <a:off x="420626" y="254955"/>
            <a:ext cx="2872908" cy="686433"/>
          </a:xfrm>
        </p:spPr>
        <p:txBody>
          <a:bodyPr>
            <a:noAutofit/>
          </a:bodyPr>
          <a:lstStyle/>
          <a:p>
            <a:r>
              <a:rPr lang="en-US" sz="4800" dirty="0">
                <a:latin typeface="Gill Sans Nova" panose="020B0602020104020203" pitchFamily="34" charset="0"/>
              </a:rPr>
              <a:t>References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00E4D077-F919-41C2-2D97-86AB63FD7A72}"/>
              </a:ext>
            </a:extLst>
          </p:cNvPr>
          <p:cNvSpPr/>
          <p:nvPr/>
        </p:nvSpPr>
        <p:spPr>
          <a:xfrm>
            <a:off x="420625" y="941381"/>
            <a:ext cx="2872909"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40014820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E3BD5-572E-EA99-298F-3C121B110B20}"/>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3985CD3-A994-D74A-33D3-77430591F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079" y="1294305"/>
            <a:ext cx="3320022" cy="4947872"/>
          </a:xfrm>
          <a:prstGeom prst="rect">
            <a:avLst/>
          </a:prstGeom>
        </p:spPr>
      </p:pic>
      <p:sp>
        <p:nvSpPr>
          <p:cNvPr id="3" name="Marcador de contenido 2">
            <a:extLst>
              <a:ext uri="{FF2B5EF4-FFF2-40B4-BE49-F238E27FC236}">
                <a16:creationId xmlns:a16="http://schemas.microsoft.com/office/drawing/2014/main" id="{CD2FAD32-DBFD-4496-BA6E-BAD535910478}"/>
              </a:ext>
            </a:extLst>
          </p:cNvPr>
          <p:cNvSpPr>
            <a:spLocks noGrp="1"/>
          </p:cNvSpPr>
          <p:nvPr>
            <p:ph idx="1"/>
          </p:nvPr>
        </p:nvSpPr>
        <p:spPr>
          <a:xfrm>
            <a:off x="420624" y="1544320"/>
            <a:ext cx="7125582" cy="4948553"/>
          </a:xfrm>
        </p:spPr>
        <p:txBody>
          <a:bodyPr>
            <a:normAutofit/>
          </a:bodyPr>
          <a:lstStyle/>
          <a:p>
            <a:pPr marL="0" indent="0" algn="just">
              <a:buNone/>
            </a:pPr>
            <a:endParaRPr lang="en-US" sz="3200" noProof="0" dirty="0">
              <a:latin typeface="Gill Sans Nova" panose="020B0602020104020203" pitchFamily="34" charset="0"/>
            </a:endParaRPr>
          </a:p>
          <a:p>
            <a:pPr marL="0" indent="0" algn="just">
              <a:buNone/>
            </a:pPr>
            <a:r>
              <a:rPr lang="en-US" sz="3200" noProof="0" dirty="0">
                <a:latin typeface="Gill Sans Nova" panose="020B0602020104020203" pitchFamily="34" charset="0"/>
              </a:rPr>
              <a:t>A. </a:t>
            </a:r>
            <a:r>
              <a:rPr lang="en-US" sz="3200" noProof="0" dirty="0" err="1">
                <a:latin typeface="Gill Sans Nova" panose="020B0602020104020203" pitchFamily="34" charset="0"/>
              </a:rPr>
              <a:t>DeJeans</a:t>
            </a:r>
            <a:r>
              <a:rPr lang="en-US" sz="3200" noProof="0" dirty="0">
                <a:latin typeface="Gill Sans Nova" panose="020B0602020104020203" pitchFamily="34" charset="0"/>
              </a:rPr>
              <a:t> Jr., </a:t>
            </a:r>
            <a:r>
              <a:rPr lang="en-US" sz="3200" i="1" noProof="0" dirty="0">
                <a:latin typeface="Gill Sans Nova" panose="020B0602020104020203" pitchFamily="34" charset="0"/>
              </a:rPr>
              <a:t>The MILP Optimization Handbook: An Introduction to Linear and Integer Programming for Practitioners</a:t>
            </a:r>
            <a:r>
              <a:rPr lang="en-US" sz="3200" noProof="0" dirty="0">
                <a:latin typeface="Gill Sans Nova" panose="020B0602020104020203" pitchFamily="34" charset="0"/>
              </a:rPr>
              <a:t>. BITBROS, 2025. ISBN: 979-8296430359.</a:t>
            </a:r>
            <a:endParaRPr lang="en-US" sz="3200" i="1" noProof="0" dirty="0">
              <a:latin typeface="Gill Sans Nova" panose="020B0602020104020203" pitchFamily="34" charset="0"/>
            </a:endParaRPr>
          </a:p>
          <a:p>
            <a:pPr marL="0" indent="0" algn="just">
              <a:buNone/>
            </a:pPr>
            <a:endParaRPr lang="en-US" sz="3200" i="1"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59FF72CC-B3C4-AC39-225D-8E7E2B5C7575}"/>
              </a:ext>
            </a:extLst>
          </p:cNvPr>
          <p:cNvSpPr>
            <a:spLocks noGrp="1"/>
          </p:cNvSpPr>
          <p:nvPr>
            <p:ph type="sldNum" sz="quarter" idx="12"/>
          </p:nvPr>
        </p:nvSpPr>
        <p:spPr/>
        <p:txBody>
          <a:bodyPr/>
          <a:lstStyle/>
          <a:p>
            <a:fld id="{5A84F577-29EB-44E5-8782-4BD1CF8B9235}" type="slidenum">
              <a:rPr lang="en-US" noProof="0" smtClean="0"/>
              <a:t>163</a:t>
            </a:fld>
            <a:endParaRPr lang="en-US" noProof="0" dirty="0"/>
          </a:p>
        </p:txBody>
      </p:sp>
      <p:sp>
        <p:nvSpPr>
          <p:cNvPr id="9" name="Título 1">
            <a:extLst>
              <a:ext uri="{FF2B5EF4-FFF2-40B4-BE49-F238E27FC236}">
                <a16:creationId xmlns:a16="http://schemas.microsoft.com/office/drawing/2014/main" id="{CB98B15D-0770-1F44-F3D1-ADEDBCA76E42}"/>
              </a:ext>
            </a:extLst>
          </p:cNvPr>
          <p:cNvSpPr>
            <a:spLocks noGrp="1"/>
          </p:cNvSpPr>
          <p:nvPr>
            <p:ph type="title"/>
          </p:nvPr>
        </p:nvSpPr>
        <p:spPr>
          <a:xfrm>
            <a:off x="420626" y="254955"/>
            <a:ext cx="2872908" cy="686433"/>
          </a:xfrm>
        </p:spPr>
        <p:txBody>
          <a:bodyPr>
            <a:noAutofit/>
          </a:bodyPr>
          <a:lstStyle/>
          <a:p>
            <a:r>
              <a:rPr lang="en-US" sz="4800" dirty="0">
                <a:latin typeface="Gill Sans Nova" panose="020B0602020104020203" pitchFamily="34" charset="0"/>
              </a:rPr>
              <a:t>References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3B10C0D8-31A7-09DE-BA84-072715EBC597}"/>
              </a:ext>
            </a:extLst>
          </p:cNvPr>
          <p:cNvSpPr/>
          <p:nvPr/>
        </p:nvSpPr>
        <p:spPr>
          <a:xfrm>
            <a:off x="420625" y="941381"/>
            <a:ext cx="2872909"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6299175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F1FB7-83E8-065A-0470-7BDBBA1C0B6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2E2F553-04C9-56E3-1F58-41AD7F2FD3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3079" y="1293624"/>
            <a:ext cx="3226013" cy="4947872"/>
          </a:xfrm>
          <a:prstGeom prst="rect">
            <a:avLst/>
          </a:prstGeom>
        </p:spPr>
      </p:pic>
      <p:sp>
        <p:nvSpPr>
          <p:cNvPr id="3" name="Marcador de contenido 2">
            <a:extLst>
              <a:ext uri="{FF2B5EF4-FFF2-40B4-BE49-F238E27FC236}">
                <a16:creationId xmlns:a16="http://schemas.microsoft.com/office/drawing/2014/main" id="{D0A9039B-62DA-1B32-7186-6BBEF4D8532A}"/>
              </a:ext>
            </a:extLst>
          </p:cNvPr>
          <p:cNvSpPr>
            <a:spLocks noGrp="1"/>
          </p:cNvSpPr>
          <p:nvPr>
            <p:ph idx="1"/>
          </p:nvPr>
        </p:nvSpPr>
        <p:spPr>
          <a:xfrm>
            <a:off x="420624" y="1544320"/>
            <a:ext cx="7125582" cy="4948553"/>
          </a:xfrm>
        </p:spPr>
        <p:txBody>
          <a:bodyPr>
            <a:normAutofit/>
          </a:bodyPr>
          <a:lstStyle/>
          <a:p>
            <a:pPr marL="0" indent="0" algn="just">
              <a:buNone/>
            </a:pPr>
            <a:endParaRPr lang="en-US" sz="3200" noProof="0" dirty="0">
              <a:latin typeface="Gill Sans Nova" panose="020B0602020104020203" pitchFamily="34" charset="0"/>
            </a:endParaRPr>
          </a:p>
          <a:p>
            <a:pPr marL="0" indent="0" algn="just">
              <a:buNone/>
            </a:pPr>
            <a:r>
              <a:rPr lang="en-US" sz="3200" noProof="0" dirty="0">
                <a:latin typeface="Gill Sans Nova" panose="020B0602020104020203" pitchFamily="34" charset="0"/>
              </a:rPr>
              <a:t>A. </a:t>
            </a:r>
            <a:r>
              <a:rPr lang="en-US" sz="3200" noProof="0" dirty="0" err="1">
                <a:latin typeface="Gill Sans Nova" panose="020B0602020104020203" pitchFamily="34" charset="0"/>
              </a:rPr>
              <a:t>DeJeans</a:t>
            </a:r>
            <a:r>
              <a:rPr lang="en-US" sz="3200" noProof="0" dirty="0">
                <a:latin typeface="Gill Sans Nova" panose="020B0602020104020203" pitchFamily="34" charset="0"/>
              </a:rPr>
              <a:t> Jr., </a:t>
            </a:r>
            <a:r>
              <a:rPr lang="en-US" sz="3200" i="1" noProof="0" dirty="0">
                <a:latin typeface="Gill Sans Nova" panose="020B0602020104020203" pitchFamily="34" charset="0"/>
              </a:rPr>
              <a:t>The Linearization Handbook for MILP Optimization: Modeling Tricks and Patterns for Practitioners</a:t>
            </a:r>
            <a:r>
              <a:rPr lang="en-US" sz="3200" noProof="0" dirty="0">
                <a:latin typeface="Gill Sans Nova" panose="020B0602020104020203" pitchFamily="34" charset="0"/>
              </a:rPr>
              <a:t>. BITBROS, 2025. ISBN: 979-8293657544.</a:t>
            </a:r>
            <a:endParaRPr lang="en-US" sz="3200" i="1" noProof="0" dirty="0">
              <a:latin typeface="Gill Sans Nova" panose="020B0602020104020203" pitchFamily="34" charset="0"/>
            </a:endParaRPr>
          </a:p>
          <a:p>
            <a:pPr marL="0" indent="0" algn="just">
              <a:buNone/>
            </a:pPr>
            <a:endParaRPr lang="en-US" sz="3200" i="1" noProof="0" dirty="0">
              <a:latin typeface="Gill Sans Nova" panose="020B0602020104020203" pitchFamily="34" charset="0"/>
            </a:endParaRPr>
          </a:p>
        </p:txBody>
      </p:sp>
      <p:sp>
        <p:nvSpPr>
          <p:cNvPr id="6" name="Marcador de número de diapositiva 5">
            <a:extLst>
              <a:ext uri="{FF2B5EF4-FFF2-40B4-BE49-F238E27FC236}">
                <a16:creationId xmlns:a16="http://schemas.microsoft.com/office/drawing/2014/main" id="{8683EF1F-7494-1815-6FAA-39C9691EB828}"/>
              </a:ext>
            </a:extLst>
          </p:cNvPr>
          <p:cNvSpPr>
            <a:spLocks noGrp="1"/>
          </p:cNvSpPr>
          <p:nvPr>
            <p:ph type="sldNum" sz="quarter" idx="12"/>
          </p:nvPr>
        </p:nvSpPr>
        <p:spPr/>
        <p:txBody>
          <a:bodyPr/>
          <a:lstStyle/>
          <a:p>
            <a:fld id="{5A84F577-29EB-44E5-8782-4BD1CF8B9235}" type="slidenum">
              <a:rPr lang="en-US" noProof="0" smtClean="0"/>
              <a:t>164</a:t>
            </a:fld>
            <a:endParaRPr lang="en-US" noProof="0" dirty="0"/>
          </a:p>
        </p:txBody>
      </p:sp>
      <p:sp>
        <p:nvSpPr>
          <p:cNvPr id="9" name="Título 1">
            <a:extLst>
              <a:ext uri="{FF2B5EF4-FFF2-40B4-BE49-F238E27FC236}">
                <a16:creationId xmlns:a16="http://schemas.microsoft.com/office/drawing/2014/main" id="{706D151C-164E-E343-6FF6-5FA19815A209}"/>
              </a:ext>
            </a:extLst>
          </p:cNvPr>
          <p:cNvSpPr>
            <a:spLocks noGrp="1"/>
          </p:cNvSpPr>
          <p:nvPr>
            <p:ph type="title"/>
          </p:nvPr>
        </p:nvSpPr>
        <p:spPr>
          <a:xfrm>
            <a:off x="420626" y="254955"/>
            <a:ext cx="2872908" cy="686433"/>
          </a:xfrm>
        </p:spPr>
        <p:txBody>
          <a:bodyPr>
            <a:noAutofit/>
          </a:bodyPr>
          <a:lstStyle/>
          <a:p>
            <a:r>
              <a:rPr lang="en-US" sz="4800" dirty="0">
                <a:latin typeface="Gill Sans Nova" panose="020B0602020104020203" pitchFamily="34" charset="0"/>
              </a:rPr>
              <a:t>References</a:t>
            </a:r>
            <a:endParaRPr lang="en-US" sz="4000" noProof="0" dirty="0">
              <a:latin typeface="Gill Sans Nova" panose="020B0602020104020203" pitchFamily="34" charset="0"/>
            </a:endParaRPr>
          </a:p>
        </p:txBody>
      </p:sp>
      <p:sp>
        <p:nvSpPr>
          <p:cNvPr id="10" name="Rectángulo 9">
            <a:extLst>
              <a:ext uri="{FF2B5EF4-FFF2-40B4-BE49-F238E27FC236}">
                <a16:creationId xmlns:a16="http://schemas.microsoft.com/office/drawing/2014/main" id="{E22276AB-3A17-EFA8-61C1-163754216FF2}"/>
              </a:ext>
            </a:extLst>
          </p:cNvPr>
          <p:cNvSpPr/>
          <p:nvPr/>
        </p:nvSpPr>
        <p:spPr>
          <a:xfrm>
            <a:off x="420625" y="941381"/>
            <a:ext cx="2872909" cy="10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83202373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E5993-D8B9-9A14-EB29-D8D849B762F1}"/>
            </a:ext>
          </a:extLst>
        </p:cNvPr>
        <p:cNvGrpSpPr/>
        <p:nvPr/>
      </p:nvGrpSpPr>
      <p:grpSpPr>
        <a:xfrm>
          <a:off x="0" y="0"/>
          <a:ext cx="0" cy="0"/>
          <a:chOff x="0" y="0"/>
          <a:chExt cx="0" cy="0"/>
        </a:xfrm>
      </p:grpSpPr>
      <p:sp>
        <p:nvSpPr>
          <p:cNvPr id="14" name="Rectángulo 13">
            <a:extLst>
              <a:ext uri="{FF2B5EF4-FFF2-40B4-BE49-F238E27FC236}">
                <a16:creationId xmlns:a16="http://schemas.microsoft.com/office/drawing/2014/main" id="{5621FD63-5B1D-FAC9-7016-6D1D6682A46E}"/>
              </a:ext>
            </a:extLst>
          </p:cNvPr>
          <p:cNvSpPr/>
          <p:nvPr/>
        </p:nvSpPr>
        <p:spPr>
          <a:xfrm>
            <a:off x="1" y="1477280"/>
            <a:ext cx="12191999" cy="2628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tx1"/>
                </a:solidFill>
                <a:latin typeface="Gill Sans Nova" panose="020B0602020104020203" pitchFamily="34" charset="0"/>
              </a:rPr>
              <a:t>Thank you very much for your attention!</a:t>
            </a:r>
          </a:p>
          <a:p>
            <a:pPr algn="ctr"/>
            <a:endParaRPr lang="en-US" sz="2800" dirty="0">
              <a:solidFill>
                <a:schemeClr val="tx1"/>
              </a:solidFill>
              <a:latin typeface="Gill Sans Nova" panose="020B0602020104020203" pitchFamily="34" charset="0"/>
            </a:endParaRPr>
          </a:p>
          <a:p>
            <a:pPr algn="ctr"/>
            <a:r>
              <a:rPr lang="en-US" sz="4800" dirty="0">
                <a:solidFill>
                  <a:schemeClr val="tx1"/>
                </a:solidFill>
                <a:latin typeface="Gill Sans Nova" panose="020B0602020104020203" pitchFamily="34" charset="0"/>
              </a:rPr>
              <a:t>Contact: Alvaro.GarciaCerezo@uclm.es</a:t>
            </a:r>
          </a:p>
        </p:txBody>
      </p:sp>
      <p:sp>
        <p:nvSpPr>
          <p:cNvPr id="6" name="Rectángulo 5">
            <a:extLst>
              <a:ext uri="{FF2B5EF4-FFF2-40B4-BE49-F238E27FC236}">
                <a16:creationId xmlns:a16="http://schemas.microsoft.com/office/drawing/2014/main" id="{D9C0B0D3-AF83-5D34-AEF9-D6DF14AE5E0E}"/>
              </a:ext>
            </a:extLst>
          </p:cNvPr>
          <p:cNvSpPr/>
          <p:nvPr/>
        </p:nvSpPr>
        <p:spPr>
          <a:xfrm>
            <a:off x="347832" y="4110081"/>
            <a:ext cx="11496327" cy="180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8AA4815E-D497-6BFB-71EE-5DEB4C1BCF4A}"/>
              </a:ext>
            </a:extLst>
          </p:cNvPr>
          <p:cNvSpPr txBox="1"/>
          <p:nvPr/>
        </p:nvSpPr>
        <p:spPr>
          <a:xfrm>
            <a:off x="347832" y="4534334"/>
            <a:ext cx="11496327" cy="1692771"/>
          </a:xfrm>
          <a:prstGeom prst="rect">
            <a:avLst/>
          </a:prstGeom>
          <a:noFill/>
        </p:spPr>
        <p:txBody>
          <a:bodyPr wrap="square" rtlCol="0">
            <a:spAutoFit/>
          </a:bodyPr>
          <a:lstStyle/>
          <a:p>
            <a:pPr algn="ctr"/>
            <a:r>
              <a:rPr lang="es-ES" sz="2600" dirty="0">
                <a:latin typeface="Gill Sans Nova" panose="020B0602020104020203" pitchFamily="34" charset="0"/>
              </a:rPr>
              <a:t>Álvaro García-Cerezo</a:t>
            </a:r>
          </a:p>
          <a:p>
            <a:pPr algn="ctr"/>
            <a:r>
              <a:rPr lang="es-ES" sz="2600" dirty="0">
                <a:latin typeface="Gill Sans Nova" panose="020B0602020104020203" pitchFamily="34" charset="0"/>
              </a:rPr>
              <a:t>Power and Energy </a:t>
            </a:r>
            <a:r>
              <a:rPr lang="es-ES" sz="2600" dirty="0" err="1">
                <a:latin typeface="Gill Sans Nova" panose="020B0602020104020203" pitchFamily="34" charset="0"/>
              </a:rPr>
              <a:t>Analysis</a:t>
            </a:r>
            <a:r>
              <a:rPr lang="es-ES" sz="2600" dirty="0">
                <a:latin typeface="Gill Sans Nova" panose="020B0602020104020203" pitchFamily="34" charset="0"/>
              </a:rPr>
              <a:t> and </a:t>
            </a:r>
            <a:r>
              <a:rPr lang="es-ES" sz="2600" dirty="0" err="1">
                <a:latin typeface="Gill Sans Nova" panose="020B0602020104020203" pitchFamily="34" charset="0"/>
              </a:rPr>
              <a:t>Research</a:t>
            </a:r>
            <a:r>
              <a:rPr lang="es-ES" sz="2600" dirty="0">
                <a:latin typeface="Gill Sans Nova" panose="020B0602020104020203" pitchFamily="34" charset="0"/>
              </a:rPr>
              <a:t> </a:t>
            </a:r>
            <a:r>
              <a:rPr lang="es-ES" sz="2600" dirty="0" err="1">
                <a:latin typeface="Gill Sans Nova" panose="020B0602020104020203" pitchFamily="34" charset="0"/>
              </a:rPr>
              <a:t>Laboratory</a:t>
            </a:r>
            <a:endParaRPr lang="es-ES" sz="2600" dirty="0">
              <a:latin typeface="Gill Sans Nova" panose="020B0602020104020203" pitchFamily="34" charset="0"/>
            </a:endParaRPr>
          </a:p>
          <a:p>
            <a:pPr algn="ctr"/>
            <a:r>
              <a:rPr lang="en-US" sz="2400" dirty="0">
                <a:latin typeface="Gill Sans Nova" panose="020B0602020104020203" pitchFamily="34" charset="0"/>
              </a:rPr>
              <a:t>School of Industrial and Aerospace Engineering of Toledo</a:t>
            </a:r>
            <a:r>
              <a:rPr lang="es-ES" sz="2600" dirty="0">
                <a:latin typeface="Gill Sans Nova" panose="020B0602020104020203" pitchFamily="34" charset="0"/>
              </a:rPr>
              <a:t>, Spain</a:t>
            </a:r>
          </a:p>
          <a:p>
            <a:pPr algn="ctr"/>
            <a:r>
              <a:rPr lang="es-ES" sz="2600" dirty="0">
                <a:latin typeface="Gill Sans Nova" panose="020B0602020104020203" pitchFamily="34" charset="0"/>
              </a:rPr>
              <a:t>Universidad de Castilla-La Mancha, Spain</a:t>
            </a:r>
          </a:p>
        </p:txBody>
      </p:sp>
      <p:pic>
        <p:nvPicPr>
          <p:cNvPr id="3" name="Imagen 2" descr="Imagen que contiene objeto&#10;&#10;Descripción generada automáticamente">
            <a:extLst>
              <a:ext uri="{FF2B5EF4-FFF2-40B4-BE49-F238E27FC236}">
                <a16:creationId xmlns:a16="http://schemas.microsoft.com/office/drawing/2014/main" id="{B5B0EB5F-F434-14CA-1CA4-7870EC5736E7}"/>
              </a:ext>
            </a:extLst>
          </p:cNvPr>
          <p:cNvPicPr>
            <a:picLocks noChangeAspect="1"/>
          </p:cNvPicPr>
          <p:nvPr/>
        </p:nvPicPr>
        <p:blipFill rotWithShape="1">
          <a:blip r:embed="rId2">
            <a:extLst>
              <a:ext uri="{28A0092B-C50C-407E-A947-70E740481C1C}">
                <a14:useLocalDpi xmlns:a14="http://schemas.microsoft.com/office/drawing/2010/main" val="0"/>
              </a:ext>
            </a:extLst>
          </a:blip>
          <a:srcRect l="4326" t="9477" b="9277"/>
          <a:stretch/>
        </p:blipFill>
        <p:spPr>
          <a:xfrm>
            <a:off x="1774756" y="164667"/>
            <a:ext cx="2494322" cy="1108127"/>
          </a:xfrm>
          <a:prstGeom prst="rect">
            <a:avLst/>
          </a:prstGeom>
        </p:spPr>
      </p:pic>
      <p:pic>
        <p:nvPicPr>
          <p:cNvPr id="5" name="Gráfico 4">
            <a:extLst>
              <a:ext uri="{FF2B5EF4-FFF2-40B4-BE49-F238E27FC236}">
                <a16:creationId xmlns:a16="http://schemas.microsoft.com/office/drawing/2014/main" id="{51818B17-ACF8-8393-19D0-A1CC2DC9813B}"/>
              </a:ext>
            </a:extLst>
          </p:cNvPr>
          <p:cNvPicPr>
            <a:picLocks noChangeAspect="1"/>
          </p:cNvPicPr>
          <p:nvPr/>
        </p:nvPicPr>
        <p:blipFill>
          <a:blip>
            <a:extLst>
              <a:ext uri="{96DAC541-7B7A-43D3-8B79-37D633B846F1}">
                <asvg:svgBlip xmlns:asvg="http://schemas.microsoft.com/office/drawing/2016/SVG/main" r:embed="rId3"/>
              </a:ext>
            </a:extLst>
          </a:blip>
          <a:srcRect l="13067" r="13438"/>
          <a:stretch>
            <a:fillRect/>
          </a:stretch>
        </p:blipFill>
        <p:spPr>
          <a:xfrm>
            <a:off x="7922909" y="164667"/>
            <a:ext cx="1935594" cy="1108127"/>
          </a:xfrm>
          <a:prstGeom prst="rect">
            <a:avLst/>
          </a:prstGeom>
        </p:spPr>
      </p:pic>
      <p:pic>
        <p:nvPicPr>
          <p:cNvPr id="9" name="Gráfico 8">
            <a:extLst>
              <a:ext uri="{FF2B5EF4-FFF2-40B4-BE49-F238E27FC236}">
                <a16:creationId xmlns:a16="http://schemas.microsoft.com/office/drawing/2014/main" id="{030DCB16-1108-B1E7-16C1-F9FE8DAB20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7699" y="378329"/>
            <a:ext cx="2416589" cy="680802"/>
          </a:xfrm>
          <a:prstGeom prst="rect">
            <a:avLst/>
          </a:prstGeom>
        </p:spPr>
      </p:pic>
    </p:spTree>
    <p:extLst>
      <p:ext uri="{BB962C8B-B14F-4D97-AF65-F5344CB8AC3E}">
        <p14:creationId xmlns:p14="http://schemas.microsoft.com/office/powerpoint/2010/main" val="9985517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6434</TotalTime>
  <Words>6943</Words>
  <Application>Microsoft Office PowerPoint</Application>
  <PresentationFormat>Panorámica</PresentationFormat>
  <Paragraphs>2277</Paragraphs>
  <Slides>165</Slides>
  <Notes>130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165</vt:i4>
      </vt:variant>
    </vt:vector>
  </HeadingPairs>
  <TitlesOfParts>
    <vt:vector size="172" baseType="lpstr">
      <vt:lpstr>Aptos</vt:lpstr>
      <vt:lpstr>Aptos Display</vt:lpstr>
      <vt:lpstr>Arial</vt:lpstr>
      <vt:lpstr>Cambria Math</vt:lpstr>
      <vt:lpstr>Gill Sans Nova</vt:lpstr>
      <vt:lpstr>Wingdings</vt:lpstr>
      <vt:lpstr>Tema de Office</vt:lpstr>
      <vt:lpstr>Presentación de PowerPoint</vt:lpstr>
      <vt:lpstr>Copyright</vt:lpstr>
      <vt:lpstr>Contents</vt:lpstr>
      <vt:lpstr>1. Introduction</vt:lpstr>
      <vt:lpstr>Introduction</vt:lpstr>
      <vt:lpstr>Introduction</vt:lpstr>
      <vt:lpstr>Optimization</vt:lpstr>
      <vt:lpstr>Optimization</vt:lpstr>
      <vt:lpstr>Optimization</vt:lpstr>
      <vt:lpstr>Optimization</vt:lpstr>
      <vt:lpstr>Optimization</vt:lpstr>
      <vt:lpstr>General formulation</vt:lpstr>
      <vt:lpstr>General formulation</vt:lpstr>
      <vt:lpstr>General formulation</vt:lpstr>
      <vt:lpstr>General formulation</vt:lpstr>
      <vt:lpstr>General formulation</vt:lpstr>
      <vt:lpstr>General formulation</vt:lpstr>
      <vt:lpstr>General formulation</vt:lpstr>
      <vt:lpstr>Applications to Power Systems</vt:lpstr>
      <vt:lpstr>What will you learn?</vt:lpstr>
      <vt:lpstr>2. Classification of Optimization Models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Classification of optimization problems</vt:lpstr>
      <vt:lpstr>Convexity</vt:lpstr>
      <vt:lpstr>Convex function and set</vt:lpstr>
      <vt:lpstr>Nonconvex function and set</vt:lpstr>
      <vt:lpstr>Convexity</vt:lpstr>
      <vt:lpstr>Convexity</vt:lpstr>
      <vt:lpstr>Convexity</vt:lpstr>
      <vt:lpstr>High computational times</vt:lpstr>
      <vt:lpstr>3. Linear Programming (LP)</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Example 1</vt:lpstr>
      <vt:lpstr>Simplex Method</vt:lpstr>
      <vt:lpstr>Simplex Method</vt:lpstr>
      <vt:lpstr>Example 2</vt:lpstr>
      <vt:lpstr>Example 2</vt:lpstr>
      <vt:lpstr>Example 3</vt:lpstr>
      <vt:lpstr>Example 3</vt:lpstr>
      <vt:lpstr>Example 3</vt:lpstr>
      <vt:lpstr>Example 4</vt:lpstr>
      <vt:lpstr>Example 4</vt:lpstr>
      <vt:lpstr>Example 4</vt:lpstr>
      <vt:lpstr>Example 5</vt:lpstr>
      <vt:lpstr>Example 5</vt:lpstr>
      <vt:lpstr>Example 5</vt:lpstr>
      <vt:lpstr>Example 5</vt:lpstr>
      <vt:lpstr>Example 5</vt:lpstr>
      <vt:lpstr>Example 5</vt:lpstr>
      <vt:lpstr>Example 6</vt:lpstr>
      <vt:lpstr>Example 6</vt:lpstr>
      <vt:lpstr>Example 6</vt:lpstr>
      <vt:lpstr>Example 6</vt:lpstr>
      <vt:lpstr>4. Mixed-Integer Linear Programming (MILP)</vt:lpstr>
      <vt:lpstr>Example 7</vt:lpstr>
      <vt:lpstr>Example 7</vt:lpstr>
      <vt:lpstr>Example 7</vt:lpstr>
      <vt:lpstr>Example 7</vt:lpstr>
      <vt:lpstr>Example 7</vt:lpstr>
      <vt:lpstr>Example 8</vt:lpstr>
      <vt:lpstr>Example 8</vt:lpstr>
      <vt:lpstr>Example 8</vt:lpstr>
      <vt:lpstr>Example 8</vt:lpstr>
      <vt:lpstr>Branch and Bound</vt:lpstr>
      <vt:lpstr>Branch and Bound</vt:lpstr>
      <vt:lpstr>5. Nonlinear Programming  (NLP)</vt:lpstr>
      <vt:lpstr>Example 9</vt:lpstr>
      <vt:lpstr>Example 9</vt:lpstr>
      <vt:lpstr>Example 9</vt:lpstr>
      <vt:lpstr>Example 10</vt:lpstr>
      <vt:lpstr>Example 10</vt:lpstr>
      <vt:lpstr>Example 10</vt:lpstr>
      <vt:lpstr>6. Optimization Software</vt:lpstr>
      <vt:lpstr>Optimization Software</vt:lpstr>
      <vt:lpstr>GAMS</vt:lpstr>
      <vt:lpstr>Solvers</vt:lpstr>
      <vt:lpstr>Exercise 1</vt:lpstr>
      <vt:lpstr>Exercise 2</vt:lpstr>
      <vt:lpstr>Exercise 3</vt:lpstr>
      <vt:lpstr>Exercise 4</vt:lpstr>
      <vt:lpstr>Exercise 5</vt:lpstr>
      <vt:lpstr>Notation</vt:lpstr>
      <vt:lpstr>Exercise 6 – Compact formulation</vt:lpstr>
      <vt:lpstr>Exercise 7 – Sensitivity analysis</vt:lpstr>
      <vt:lpstr>7. Dual variables</vt:lpstr>
      <vt:lpstr>Dual variables</vt:lpstr>
      <vt:lpstr>Dual variables</vt:lpstr>
      <vt:lpstr>Formulation</vt:lpstr>
      <vt:lpstr>Day-ahead electricity market</vt:lpstr>
      <vt:lpstr>Day-ahead electricity market</vt:lpstr>
      <vt:lpstr>Day-ahead electricity market</vt:lpstr>
      <vt:lpstr>Day-ahead electricity market</vt:lpstr>
      <vt:lpstr>Day-ahead electricity market</vt:lpstr>
      <vt:lpstr>Day-ahead electricity market</vt:lpstr>
      <vt:lpstr>Day-ahead electricity market</vt:lpstr>
      <vt:lpstr>Day-ahead electricity market</vt:lpstr>
      <vt:lpstr>Day-ahead electricity market</vt:lpstr>
      <vt:lpstr>Day-ahead electricity market</vt:lpstr>
      <vt:lpstr>Day-ahead electricity market</vt:lpstr>
      <vt:lpstr>Exercise 8 – Day-ahead electricity market</vt:lpstr>
      <vt:lpstr>Exercise 8 – Day-ahead electricity market</vt:lpstr>
      <vt:lpstr>Exercise 8 – Day-ahead electricity market</vt:lpstr>
      <vt:lpstr>8. Reformulation Techniques</vt:lpstr>
      <vt:lpstr>Reformulation techniques</vt:lpstr>
      <vt:lpstr>Slack variables</vt:lpstr>
      <vt:lpstr>Slack variables</vt:lpstr>
      <vt:lpstr>Slack variables</vt:lpstr>
      <vt:lpstr>Product of two binary variables – Case 1</vt:lpstr>
      <vt:lpstr>Product of two binary variables – Case 1</vt:lpstr>
      <vt:lpstr>Product of two binary variables – Case 1</vt:lpstr>
      <vt:lpstr>Product of two binary variables – Case 2</vt:lpstr>
      <vt:lpstr>Product of two binary variables – Case 2</vt:lpstr>
      <vt:lpstr>Product of two binary variables – Case 2</vt:lpstr>
      <vt:lpstr>Product of two binary variables – Case 2</vt:lpstr>
      <vt:lpstr>Product of continuous and binary variables</vt:lpstr>
      <vt:lpstr>Product of continuous and binary variables</vt:lpstr>
      <vt:lpstr>Product of continuous and binary variables</vt:lpstr>
      <vt:lpstr>Product of continuous and binary variables</vt:lpstr>
      <vt:lpstr>Product of continuous and binary variables</vt:lpstr>
      <vt:lpstr>Product of continuous and binary variables</vt:lpstr>
      <vt:lpstr>Product of continuous and binary variables</vt:lpstr>
      <vt:lpstr>Product of continuous and binary variables</vt:lpstr>
      <vt:lpstr>Product of two continuous variables</vt:lpstr>
      <vt:lpstr>Product of two continuous variables</vt:lpstr>
      <vt:lpstr>Product of two continuous variables</vt:lpstr>
      <vt:lpstr>Absolute value</vt:lpstr>
      <vt:lpstr>Absolute value</vt:lpstr>
      <vt:lpstr>Absolute value</vt:lpstr>
      <vt:lpstr>Absolute value</vt:lpstr>
      <vt:lpstr>Absolute value</vt:lpstr>
      <vt:lpstr>Square root</vt:lpstr>
      <vt:lpstr>Square root</vt:lpstr>
      <vt:lpstr>Square root</vt:lpstr>
      <vt:lpstr>Next lecture</vt:lpstr>
      <vt:lpstr>References</vt:lpstr>
      <vt:lpstr>References</vt:lpstr>
      <vt:lpstr>References</vt:lpstr>
      <vt:lpstr>References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Álvaro García Cerezo</dc:creator>
  <cp:lastModifiedBy>Álvaro García Cerezo</cp:lastModifiedBy>
  <cp:revision>8</cp:revision>
  <dcterms:created xsi:type="dcterms:W3CDTF">2026-05-06T06:48:42Z</dcterms:created>
  <dcterms:modified xsi:type="dcterms:W3CDTF">2026-10-06T13:41:49Z</dcterms:modified>
</cp:coreProperties>
</file>